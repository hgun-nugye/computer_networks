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5"/>
  </p:notesMasterIdLst>
  <p:handoutMasterIdLst>
    <p:handoutMasterId r:id="rId46"/>
  </p:handoutMasterIdLst>
  <p:sldIdLst>
    <p:sldId id="1403" r:id="rId2"/>
    <p:sldId id="1326" r:id="rId3"/>
    <p:sldId id="1328" r:id="rId4"/>
    <p:sldId id="1330" r:id="rId5"/>
    <p:sldId id="1332" r:id="rId6"/>
    <p:sldId id="1334" r:id="rId7"/>
    <p:sldId id="1336" r:id="rId8"/>
    <p:sldId id="1338" r:id="rId9"/>
    <p:sldId id="1340" r:id="rId10"/>
    <p:sldId id="1342" r:id="rId11"/>
    <p:sldId id="1344" r:id="rId12"/>
    <p:sldId id="1346" r:id="rId13"/>
    <p:sldId id="1348" r:id="rId14"/>
    <p:sldId id="1350" r:id="rId15"/>
    <p:sldId id="1352" r:id="rId16"/>
    <p:sldId id="1354" r:id="rId17"/>
    <p:sldId id="1356" r:id="rId18"/>
    <p:sldId id="1358" r:id="rId19"/>
    <p:sldId id="1360" r:id="rId20"/>
    <p:sldId id="1362" r:id="rId21"/>
    <p:sldId id="1364" r:id="rId22"/>
    <p:sldId id="1366" r:id="rId23"/>
    <p:sldId id="1367" r:id="rId24"/>
    <p:sldId id="1368" r:id="rId25"/>
    <p:sldId id="1369" r:id="rId26"/>
    <p:sldId id="1371" r:id="rId27"/>
    <p:sldId id="1373" r:id="rId28"/>
    <p:sldId id="1375" r:id="rId29"/>
    <p:sldId id="1376" r:id="rId30"/>
    <p:sldId id="1378" r:id="rId31"/>
    <p:sldId id="1380" r:id="rId32"/>
    <p:sldId id="1382" r:id="rId33"/>
    <p:sldId id="1384" r:id="rId34"/>
    <p:sldId id="1386" r:id="rId35"/>
    <p:sldId id="1388" r:id="rId36"/>
    <p:sldId id="1390" r:id="rId37"/>
    <p:sldId id="1392" r:id="rId38"/>
    <p:sldId id="1394" r:id="rId39"/>
    <p:sldId id="1395" r:id="rId40"/>
    <p:sldId id="1396" r:id="rId41"/>
    <p:sldId id="1397" r:id="rId42"/>
    <p:sldId id="1399" r:id="rId43"/>
    <p:sldId id="1401" r:id="rId44"/>
  </p:sldIdLst>
  <p:sldSz cx="9144000" cy="6858000" type="screen4x3"/>
  <p:notesSz cx="9601200" cy="7315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DDDDDD"/>
    <a:srgbClr val="FFCCFF"/>
    <a:srgbClr val="FF99CC"/>
    <a:srgbClr val="CCFFFF"/>
    <a:srgbClr val="33CCCC"/>
    <a:srgbClr val="66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81261" autoAdjust="0"/>
  </p:normalViewPr>
  <p:slideViewPr>
    <p:cSldViewPr snapToGrid="0" snapToObjects="1">
      <p:cViewPr varScale="1">
        <p:scale>
          <a:sx n="55" d="100"/>
          <a:sy n="55" d="100"/>
        </p:scale>
        <p:origin x="1600"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9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0B1D03-52C3-4960-889F-D3707DB1F835}"/>
              </a:ext>
            </a:extLst>
          </p:cNvPr>
          <p:cNvSpPr>
            <a:spLocks noGrp="1"/>
          </p:cNvSpPr>
          <p:nvPr>
            <p:ph type="hdr" sz="quarter"/>
          </p:nvPr>
        </p:nvSpPr>
        <p:spPr>
          <a:xfrm>
            <a:off x="0" y="0"/>
            <a:ext cx="4160838" cy="365125"/>
          </a:xfrm>
          <a:prstGeom prst="rect">
            <a:avLst/>
          </a:prstGeom>
        </p:spPr>
        <p:txBody>
          <a:bodyPr vert="horz" lIns="96661" tIns="48331" rIns="96661" bIns="48331" rtlCol="0"/>
          <a:lstStyle>
            <a:lvl1pPr algn="l">
              <a:defRPr sz="1300"/>
            </a:lvl1pPr>
          </a:lstStyle>
          <a:p>
            <a:pPr>
              <a:defRPr/>
            </a:pPr>
            <a:endParaRPr lang="en-US"/>
          </a:p>
        </p:txBody>
      </p:sp>
      <p:sp>
        <p:nvSpPr>
          <p:cNvPr id="3" name="Date Placeholder 2">
            <a:extLst>
              <a:ext uri="{FF2B5EF4-FFF2-40B4-BE49-F238E27FC236}">
                <a16:creationId xmlns:a16="http://schemas.microsoft.com/office/drawing/2014/main" id="{F224097F-B836-4F67-B8EE-3FB152F3740F}"/>
              </a:ext>
            </a:extLst>
          </p:cNvPr>
          <p:cNvSpPr>
            <a:spLocks noGrp="1"/>
          </p:cNvSpPr>
          <p:nvPr>
            <p:ph type="dt" sz="quarter" idx="1"/>
          </p:nvPr>
        </p:nvSpPr>
        <p:spPr>
          <a:xfrm>
            <a:off x="5438775" y="0"/>
            <a:ext cx="4160838" cy="365125"/>
          </a:xfrm>
          <a:prstGeom prst="rect">
            <a:avLst/>
          </a:prstGeom>
        </p:spPr>
        <p:txBody>
          <a:bodyPr vert="horz" lIns="96661" tIns="48331" rIns="96661" bIns="48331" rtlCol="0"/>
          <a:lstStyle>
            <a:lvl1pPr algn="r">
              <a:defRPr sz="1300"/>
            </a:lvl1pPr>
          </a:lstStyle>
          <a:p>
            <a:pPr>
              <a:defRPr/>
            </a:pPr>
            <a:fld id="{15C7B3BF-EBF6-432E-A871-9CF3CDF8255A}" type="datetimeFigureOut">
              <a:rPr lang="en-US"/>
              <a:pPr>
                <a:defRPr/>
              </a:pPr>
              <a:t>12/8/2022</a:t>
            </a:fld>
            <a:endParaRPr lang="en-US"/>
          </a:p>
        </p:txBody>
      </p:sp>
      <p:sp>
        <p:nvSpPr>
          <p:cNvPr id="4" name="Footer Placeholder 3">
            <a:extLst>
              <a:ext uri="{FF2B5EF4-FFF2-40B4-BE49-F238E27FC236}">
                <a16:creationId xmlns:a16="http://schemas.microsoft.com/office/drawing/2014/main" id="{F5AD57BC-E560-4C93-945F-B1853C5BB4C7}"/>
              </a:ext>
            </a:extLst>
          </p:cNvPr>
          <p:cNvSpPr>
            <a:spLocks noGrp="1"/>
          </p:cNvSpPr>
          <p:nvPr>
            <p:ph type="ftr" sz="quarter" idx="2"/>
          </p:nvPr>
        </p:nvSpPr>
        <p:spPr>
          <a:xfrm>
            <a:off x="0" y="6948488"/>
            <a:ext cx="4160838" cy="365125"/>
          </a:xfrm>
          <a:prstGeom prst="rect">
            <a:avLst/>
          </a:prstGeom>
        </p:spPr>
        <p:txBody>
          <a:bodyPr vert="horz" lIns="96661" tIns="48331" rIns="96661" bIns="48331" rtlCol="0" anchor="b"/>
          <a:lstStyle>
            <a:lvl1pPr algn="l">
              <a:defRPr sz="1300"/>
            </a:lvl1pPr>
          </a:lstStyle>
          <a:p>
            <a:pPr>
              <a:defRPr/>
            </a:pPr>
            <a:endParaRPr lang="en-US"/>
          </a:p>
        </p:txBody>
      </p:sp>
      <p:sp>
        <p:nvSpPr>
          <p:cNvPr id="5" name="Slide Number Placeholder 4">
            <a:extLst>
              <a:ext uri="{FF2B5EF4-FFF2-40B4-BE49-F238E27FC236}">
                <a16:creationId xmlns:a16="http://schemas.microsoft.com/office/drawing/2014/main" id="{DD53D647-BF07-4A41-97C3-2934E22E3225}"/>
              </a:ext>
            </a:extLst>
          </p:cNvPr>
          <p:cNvSpPr>
            <a:spLocks noGrp="1"/>
          </p:cNvSpPr>
          <p:nvPr>
            <p:ph type="sldNum" sz="quarter" idx="3"/>
          </p:nvPr>
        </p:nvSpPr>
        <p:spPr>
          <a:xfrm>
            <a:off x="5438775" y="6948488"/>
            <a:ext cx="4160838" cy="365125"/>
          </a:xfrm>
          <a:prstGeom prst="rect">
            <a:avLst/>
          </a:prstGeom>
        </p:spPr>
        <p:txBody>
          <a:bodyPr vert="horz" wrap="square" lIns="96661" tIns="48331" rIns="96661" bIns="48331" numCol="1" anchor="b" anchorCtr="0" compatLnSpc="1">
            <a:prstTxWarp prst="textNoShape">
              <a:avLst/>
            </a:prstTxWarp>
          </a:bodyPr>
          <a:lstStyle>
            <a:lvl1pPr algn="r">
              <a:defRPr sz="1300"/>
            </a:lvl1pPr>
          </a:lstStyle>
          <a:p>
            <a:pPr>
              <a:defRPr/>
            </a:pPr>
            <a:fld id="{E4050EA7-1499-4148-BB0E-7129807DA53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C9AAEF34-1D20-4F6F-B808-7CC5021477CE}"/>
              </a:ext>
            </a:extLst>
          </p:cNvPr>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pPr>
              <a:defRPr/>
            </a:pPr>
            <a:endParaRPr lang="en-US"/>
          </a:p>
        </p:txBody>
      </p:sp>
      <p:sp>
        <p:nvSpPr>
          <p:cNvPr id="3075" name="Rectangle 3">
            <a:extLst>
              <a:ext uri="{FF2B5EF4-FFF2-40B4-BE49-F238E27FC236}">
                <a16:creationId xmlns:a16="http://schemas.microsoft.com/office/drawing/2014/main" id="{70CAED49-A76C-4224-A587-70C3F6D298F6}"/>
              </a:ext>
            </a:extLst>
          </p:cNvPr>
          <p:cNvSpPr>
            <a:spLocks noGrp="1" noChangeArrowheads="1"/>
          </p:cNvSpPr>
          <p:nvPr>
            <p:ph type="dt" idx="1"/>
          </p:nvPr>
        </p:nvSpPr>
        <p:spPr bwMode="auto">
          <a:xfrm>
            <a:off x="5440363" y="0"/>
            <a:ext cx="4160837"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pPr>
              <a:defRPr/>
            </a:pPr>
            <a:endParaRPr lang="en-US"/>
          </a:p>
        </p:txBody>
      </p:sp>
      <p:sp>
        <p:nvSpPr>
          <p:cNvPr id="19460" name="Rectangle 4">
            <a:extLst>
              <a:ext uri="{FF2B5EF4-FFF2-40B4-BE49-F238E27FC236}">
                <a16:creationId xmlns:a16="http://schemas.microsoft.com/office/drawing/2014/main" id="{E0D3E8F3-7756-4681-9C5F-22B0CEFD3BAB}"/>
              </a:ext>
            </a:extLst>
          </p:cNvPr>
          <p:cNvSpPr>
            <a:spLocks noGrp="1" noRot="1" noChangeAspect="1" noChangeArrowheads="1" noTextEdit="1"/>
          </p:cNvSpPr>
          <p:nvPr>
            <p:ph type="sldImg" idx="2"/>
          </p:nvPr>
        </p:nvSpPr>
        <p:spPr bwMode="auto">
          <a:xfrm>
            <a:off x="2971800" y="549275"/>
            <a:ext cx="3657600" cy="2743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7E19579B-80B8-4758-BD24-5589F8762F64}"/>
              </a:ext>
            </a:extLst>
          </p:cNvPr>
          <p:cNvSpPr>
            <a:spLocks noGrp="1" noChangeArrowheads="1"/>
          </p:cNvSpPr>
          <p:nvPr>
            <p:ph type="body" sz="quarter" idx="3"/>
          </p:nvPr>
        </p:nvSpPr>
        <p:spPr bwMode="auto">
          <a:xfrm>
            <a:off x="1279525" y="3475038"/>
            <a:ext cx="7042150" cy="32908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C5B55526-EF49-4C20-BA59-9DE988F9D200}"/>
              </a:ext>
            </a:extLst>
          </p:cNvPr>
          <p:cNvSpPr>
            <a:spLocks noGrp="1" noChangeArrowheads="1"/>
          </p:cNvSpPr>
          <p:nvPr>
            <p:ph type="ftr" sz="quarter" idx="4"/>
          </p:nvPr>
        </p:nvSpPr>
        <p:spPr bwMode="auto">
          <a:xfrm>
            <a:off x="0" y="6950075"/>
            <a:ext cx="4160838"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pPr>
              <a:defRPr/>
            </a:pPr>
            <a:endParaRPr lang="en-US"/>
          </a:p>
        </p:txBody>
      </p:sp>
      <p:sp>
        <p:nvSpPr>
          <p:cNvPr id="3079" name="Rectangle 7">
            <a:extLst>
              <a:ext uri="{FF2B5EF4-FFF2-40B4-BE49-F238E27FC236}">
                <a16:creationId xmlns:a16="http://schemas.microsoft.com/office/drawing/2014/main" id="{3D7CA39B-9A2D-48FB-8C79-AA146F3EC025}"/>
              </a:ext>
            </a:extLst>
          </p:cNvPr>
          <p:cNvSpPr>
            <a:spLocks noGrp="1" noChangeArrowheads="1"/>
          </p:cNvSpPr>
          <p:nvPr>
            <p:ph type="sldNum" sz="quarter" idx="5"/>
          </p:nvPr>
        </p:nvSpPr>
        <p:spPr bwMode="auto">
          <a:xfrm>
            <a:off x="5440363" y="6950075"/>
            <a:ext cx="4160837"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pPr>
              <a:defRPr/>
            </a:pPr>
            <a:fld id="{2F8FA0E8-D07C-495B-B94B-8A761039A54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6" name="Rectangle 7">
            <a:extLst>
              <a:ext uri="{FF2B5EF4-FFF2-40B4-BE49-F238E27FC236}">
                <a16:creationId xmlns:a16="http://schemas.microsoft.com/office/drawing/2014/main" id="{59DE7CEE-061E-4B1D-870B-A86D3AEF70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6F00F42-9FAD-4503-9BD7-A9F21AB33668}" type="slidenum">
              <a:rPr lang="en-US" altLang="en-US" sz="1300" smtClean="0"/>
              <a:pPr/>
              <a:t>6</a:t>
            </a:fld>
            <a:endParaRPr lang="en-US" altLang="en-US" sz="1300"/>
          </a:p>
        </p:txBody>
      </p:sp>
      <p:sp>
        <p:nvSpPr>
          <p:cNvPr id="820227" name="Rectangle 2">
            <a:extLst>
              <a:ext uri="{FF2B5EF4-FFF2-40B4-BE49-F238E27FC236}">
                <a16:creationId xmlns:a16="http://schemas.microsoft.com/office/drawing/2014/main" id="{0B699176-BD23-4C56-93EC-3419538902FA}"/>
              </a:ext>
            </a:extLst>
          </p:cNvPr>
          <p:cNvSpPr>
            <a:spLocks noGrp="1" noRot="1" noChangeAspect="1" noChangeArrowheads="1" noTextEdit="1"/>
          </p:cNvSpPr>
          <p:nvPr>
            <p:ph type="sldImg"/>
          </p:nvPr>
        </p:nvSpPr>
        <p:spPr>
          <a:xfrm>
            <a:off x="2921000" y="541338"/>
            <a:ext cx="3687763" cy="2765425"/>
          </a:xfrm>
          <a:ln/>
        </p:spPr>
      </p:sp>
      <p:sp>
        <p:nvSpPr>
          <p:cNvPr id="820228" name="Rectangle 3">
            <a:extLst>
              <a:ext uri="{FF2B5EF4-FFF2-40B4-BE49-F238E27FC236}">
                <a16:creationId xmlns:a16="http://schemas.microsoft.com/office/drawing/2014/main" id="{0DB2F9B9-EF98-40FE-AA28-AD1AE6C88FBB}"/>
              </a:ext>
            </a:extLst>
          </p:cNvPr>
          <p:cNvSpPr>
            <a:spLocks noGrp="1" noChangeArrowheads="1"/>
          </p:cNvSpPr>
          <p:nvPr>
            <p:ph type="body" idx="1"/>
          </p:nvPr>
        </p:nvSpPr>
        <p:spPr>
          <a:xfrm>
            <a:off x="1257300" y="3427413"/>
            <a:ext cx="7226300" cy="33067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063" tIns="47533" rIns="95063" bIns="47533"/>
          <a:lstStyle/>
          <a:p>
            <a:endParaRPr lang="en-US" altLang="en-US" sz="1100">
              <a:latin typeface="Times" panose="02020603050405020304" pitchFamily="18" charset="0"/>
              <a:cs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ECE4310B-5701-45CB-84EE-FCB9FB90B764}"/>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E8BA7703-E0BE-46BE-92D1-8C422D7507F0}"/>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446150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68B209-28E6-468A-9A24-D9728ADFBB4B}"/>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BE8EEDFA-2FCC-4BB4-BB94-71D9CC3513F6}"/>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674982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E4352694-D2F8-478A-92EF-5D1EDA7C101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F2E667A7-21A9-4688-AB81-554E93062DA8}"/>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2351814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459F84-1A80-49A6-8E6D-0E16A7802824}"/>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4096C29F-28D5-413F-B74E-02A64925AE89}"/>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2299930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23D0F9-8BC0-4628-93E1-A0B9267A1854}"/>
              </a:ext>
            </a:extLst>
          </p:cNvPr>
          <p:cNvSpPr>
            <a:spLocks noGrp="1"/>
          </p:cNvSpPr>
          <p:nvPr>
            <p:ph type="dt" sz="half" idx="10"/>
          </p:nvPr>
        </p:nvSpPr>
        <p:spPr/>
        <p:txBody>
          <a:bodyPr/>
          <a:lstStyle>
            <a:lvl1pPr>
              <a:defRPr/>
            </a:lvl1pPr>
          </a:lstStyle>
          <a:p>
            <a:pPr>
              <a:defRPr/>
            </a:pPr>
            <a:endParaRPr lang="en-US"/>
          </a:p>
        </p:txBody>
      </p:sp>
      <p:sp>
        <p:nvSpPr>
          <p:cNvPr id="8" name="Footer Placeholder 7">
            <a:extLst>
              <a:ext uri="{FF2B5EF4-FFF2-40B4-BE49-F238E27FC236}">
                <a16:creationId xmlns:a16="http://schemas.microsoft.com/office/drawing/2014/main" id="{836CF986-411D-4EA7-8B4D-AECE794BE4CA}"/>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827150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D88BF6-4B81-4D4F-871B-3F970FA80529}"/>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id="{24FD28D4-BCFB-4063-AA63-09E51DE9061E}"/>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3641503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B2D980-CB68-46E1-A71F-AF64945F85D1}"/>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F61B66C5-7F0C-4A37-9D83-2944E775646E}"/>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1112925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EE92862-0451-4E6C-A846-37B4246D985E}"/>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8230DE80-A894-47A8-BF37-36968095AC63}"/>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411727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CA5E069E-47A8-41A5-BCF6-3A8EB060A1B1}"/>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91DE39C9-D68F-45CB-9372-F7635C53E62C}"/>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1478135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8F0AF-715D-42FE-B2A8-92690DFB9E34}"/>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9C9EE5F-78CC-4B4E-97C3-BDDA95D155CF}"/>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174475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AF0F1-EAAE-4DAA-99D2-330171176061}"/>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19B9239D-DB3F-4E9F-8F4D-98820B744DF7}"/>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976949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4F0DBE-88FF-4592-97EF-74E9553EEA9D}"/>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B6884CFD-B59D-4C6E-B36A-7E1926B0E889}"/>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11552192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E60418-0696-4AFC-9413-16A19ABB8B91}"/>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274DC5E5-7A23-417C-9B6C-18DBDAA08B97}"/>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29275247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able Placeholder 2"/>
          <p:cNvSpPr>
            <a:spLocks noGrp="1"/>
          </p:cNvSpPr>
          <p:nvPr>
            <p:ph type="tbl" idx="1"/>
          </p:nvPr>
        </p:nvSpPr>
        <p:spPr>
          <a:xfrm>
            <a:off x="533400" y="1600200"/>
            <a:ext cx="7772400" cy="4648200"/>
          </a:xfrm>
        </p:spPr>
        <p:txBody>
          <a:bodyPr/>
          <a:lstStyle/>
          <a:p>
            <a:pPr lvl="0"/>
            <a:endParaRPr lang="en-US" noProof="0"/>
          </a:p>
        </p:txBody>
      </p:sp>
      <p:sp>
        <p:nvSpPr>
          <p:cNvPr id="4" name="Date Placeholder 3">
            <a:extLst>
              <a:ext uri="{FF2B5EF4-FFF2-40B4-BE49-F238E27FC236}">
                <a16:creationId xmlns:a16="http://schemas.microsoft.com/office/drawing/2014/main" id="{13ACE802-D1CF-4D30-A22E-59357ECC0F90}"/>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FBFD692-5BBC-401F-970E-9239DA7A5CFE}"/>
              </a:ext>
            </a:extLst>
          </p:cNvPr>
          <p:cNvSpPr>
            <a:spLocks noGrp="1"/>
          </p:cNvSpPr>
          <p:nvPr>
            <p:ph type="ftr" sz="quarter" idx="11"/>
          </p:nvPr>
        </p:nvSpPr>
        <p:spPr/>
        <p:txBody>
          <a:bodyPr/>
          <a:lstStyle>
            <a:lvl1pPr>
              <a:defRPr/>
            </a:lvl1pPr>
          </a:lstStyle>
          <a:p>
            <a:pPr>
              <a:defRPr/>
            </a:pPr>
            <a:r>
              <a:rPr lang="en-US"/>
              <a:t> Wireless LANs</a:t>
            </a:r>
            <a:endParaRPr lang="en-US">
              <a:latin typeface="Times New Roman" pitchFamily="18" charset="0"/>
            </a:endParaRPr>
          </a:p>
        </p:txBody>
      </p:sp>
    </p:spTree>
    <p:extLst>
      <p:ext uri="{BB962C8B-B14F-4D97-AF65-F5344CB8AC3E}">
        <p14:creationId xmlns:p14="http://schemas.microsoft.com/office/powerpoint/2010/main" val="3032544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7E9C00B-036A-43B2-BFD2-EA52A3A8B2A8}"/>
              </a:ext>
            </a:extLst>
          </p:cNvPr>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AC5BF037-D569-4F1E-9364-9F0543424EB4}"/>
              </a:ext>
            </a:extLst>
          </p:cNvPr>
          <p:cNvSpPr>
            <a:spLocks noGrp="1" noChangeArrowheads="1"/>
          </p:cNvSpPr>
          <p:nvPr>
            <p:ph type="body" idx="1"/>
          </p:nvPr>
        </p:nvSpPr>
        <p:spPr bwMode="auto">
          <a:xfrm>
            <a:off x="533400" y="1600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49D9FD0-70E8-4D15-B58B-7F925DC3DB05}"/>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a:extLst>
              <a:ext uri="{FF2B5EF4-FFF2-40B4-BE49-F238E27FC236}">
                <a16:creationId xmlns:a16="http://schemas.microsoft.com/office/drawing/2014/main" id="{74263B4D-4A49-4022-8284-84E4098DF214}"/>
              </a:ext>
            </a:extLst>
          </p:cNvPr>
          <p:cNvSpPr>
            <a:spLocks noGrp="1" noChangeArrowheads="1"/>
          </p:cNvSpPr>
          <p:nvPr>
            <p:ph type="ftr" sz="quarter" idx="3"/>
          </p:nvPr>
        </p:nvSpPr>
        <p:spPr bwMode="auto">
          <a:xfrm>
            <a:off x="5410200" y="64008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r>
              <a:rPr lang="en-US"/>
              <a:t> Wireless LANs</a:t>
            </a:r>
          </a:p>
        </p:txBody>
      </p:sp>
    </p:spTree>
  </p:cSld>
  <p:clrMap bg1="lt1" tx1="dk1" bg2="lt2" tx2="dk2" accent1="accent1" accent2="accent2" accent3="accent3" accent4="accent4" accent5="accent5" accent6="accent6" hlink="hlink" folHlink="folHlink"/>
  <p:sldLayoutIdLst>
    <p:sldLayoutId id="2147484543" r:id="rId1"/>
    <p:sldLayoutId id="2147484544" r:id="rId2"/>
    <p:sldLayoutId id="2147484545" r:id="rId3"/>
    <p:sldLayoutId id="2147484546" r:id="rId4"/>
    <p:sldLayoutId id="2147484547" r:id="rId5"/>
    <p:sldLayoutId id="2147484548" r:id="rId6"/>
    <p:sldLayoutId id="2147484549" r:id="rId7"/>
    <p:sldLayoutId id="2147484550" r:id="rId8"/>
    <p:sldLayoutId id="2147484551" r:id="rId9"/>
    <p:sldLayoutId id="2147484552" r:id="rId10"/>
    <p:sldLayoutId id="2147484553" r:id="rId11"/>
    <p:sldLayoutId id="2147484554" r:id="rId12"/>
    <p:sldLayoutId id="2147484555" r:id="rId13"/>
    <p:sldLayoutId id="2147484556" r:id="rId14"/>
  </p:sldLayoutIdLst>
  <p:hf hdr="0" ftr="0" dt="0"/>
  <p:txStyles>
    <p:titleStyle>
      <a:lvl1pPr algn="l" rtl="0" eaLnBrk="0" fontAlgn="base" hangingPunct="0">
        <a:spcBef>
          <a:spcPct val="0"/>
        </a:spcBef>
        <a:spcAft>
          <a:spcPct val="0"/>
        </a:spcAft>
        <a:defRPr sz="4000" u="sng">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itchFamily="66" charset="0"/>
        </a:defRPr>
      </a:lvl2pPr>
      <a:lvl3pPr algn="l" rtl="0" eaLnBrk="0" fontAlgn="base" hangingPunct="0">
        <a:spcBef>
          <a:spcPct val="0"/>
        </a:spcBef>
        <a:spcAft>
          <a:spcPct val="0"/>
        </a:spcAft>
        <a:defRPr sz="4000" u="sng">
          <a:solidFill>
            <a:schemeClr val="accent2"/>
          </a:solidFill>
          <a:latin typeface="Comic Sans MS" pitchFamily="66" charset="0"/>
        </a:defRPr>
      </a:lvl3pPr>
      <a:lvl4pPr algn="l" rtl="0" eaLnBrk="0" fontAlgn="base" hangingPunct="0">
        <a:spcBef>
          <a:spcPct val="0"/>
        </a:spcBef>
        <a:spcAft>
          <a:spcPct val="0"/>
        </a:spcAft>
        <a:defRPr sz="4000" u="sng">
          <a:solidFill>
            <a:schemeClr val="accent2"/>
          </a:solidFill>
          <a:latin typeface="Comic Sans MS" pitchFamily="66" charset="0"/>
        </a:defRPr>
      </a:lvl4pPr>
      <a:lvl5pPr algn="l" rtl="0" eaLnBrk="0" fontAlgn="base" hangingPunct="0">
        <a:spcBef>
          <a:spcPct val="0"/>
        </a:spcBef>
        <a:spcAft>
          <a:spcPct val="0"/>
        </a:spcAft>
        <a:defRPr sz="4000" u="sng">
          <a:solidFill>
            <a:schemeClr val="accent2"/>
          </a:solidFill>
          <a:latin typeface="Comic Sans MS" pitchFamily="66"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7.bin"/><Relationship Id="rId18" Type="http://schemas.openxmlformats.org/officeDocument/2006/relationships/oleObject" Target="../embeddings/oleObject12.bin"/><Relationship Id="rId26" Type="http://schemas.openxmlformats.org/officeDocument/2006/relationships/oleObject" Target="../embeddings/oleObject20.bin"/><Relationship Id="rId3" Type="http://schemas.openxmlformats.org/officeDocument/2006/relationships/image" Target="../media/image12.png"/><Relationship Id="rId21" Type="http://schemas.openxmlformats.org/officeDocument/2006/relationships/oleObject" Target="../embeddings/oleObject15.bin"/><Relationship Id="rId7" Type="http://schemas.openxmlformats.org/officeDocument/2006/relationships/oleObject" Target="../embeddings/oleObject2.bin"/><Relationship Id="rId12" Type="http://schemas.openxmlformats.org/officeDocument/2006/relationships/oleObject" Target="../embeddings/oleObject6.bin"/><Relationship Id="rId17" Type="http://schemas.openxmlformats.org/officeDocument/2006/relationships/oleObject" Target="../embeddings/oleObject11.bin"/><Relationship Id="rId25" Type="http://schemas.openxmlformats.org/officeDocument/2006/relationships/oleObject" Target="../embeddings/oleObject19.bin"/><Relationship Id="rId2" Type="http://schemas.openxmlformats.org/officeDocument/2006/relationships/slideLayout" Target="../slideLayouts/slideLayout6.xml"/><Relationship Id="rId16" Type="http://schemas.openxmlformats.org/officeDocument/2006/relationships/oleObject" Target="../embeddings/oleObject10.bin"/><Relationship Id="rId20" Type="http://schemas.openxmlformats.org/officeDocument/2006/relationships/oleObject" Target="../embeddings/oleObject14.bin"/><Relationship Id="rId29" Type="http://schemas.openxmlformats.org/officeDocument/2006/relationships/oleObject" Target="../embeddings/oleObject23.bin"/><Relationship Id="rId1" Type="http://schemas.openxmlformats.org/officeDocument/2006/relationships/vmlDrawing" Target="../drawings/vmlDrawing1.vml"/><Relationship Id="rId6" Type="http://schemas.openxmlformats.org/officeDocument/2006/relationships/image" Target="../media/image10.wmf"/><Relationship Id="rId11" Type="http://schemas.openxmlformats.org/officeDocument/2006/relationships/oleObject" Target="../embeddings/oleObject5.bin"/><Relationship Id="rId24" Type="http://schemas.openxmlformats.org/officeDocument/2006/relationships/oleObject" Target="../embeddings/oleObject18.bin"/><Relationship Id="rId32" Type="http://schemas.openxmlformats.org/officeDocument/2006/relationships/oleObject" Target="../embeddings/oleObject26.bin"/><Relationship Id="rId5" Type="http://schemas.openxmlformats.org/officeDocument/2006/relationships/oleObject" Target="../embeddings/oleObject1.bin"/><Relationship Id="rId15" Type="http://schemas.openxmlformats.org/officeDocument/2006/relationships/oleObject" Target="../embeddings/oleObject9.bin"/><Relationship Id="rId23" Type="http://schemas.openxmlformats.org/officeDocument/2006/relationships/oleObject" Target="../embeddings/oleObject17.bin"/><Relationship Id="rId28" Type="http://schemas.openxmlformats.org/officeDocument/2006/relationships/oleObject" Target="../embeddings/oleObject22.bin"/><Relationship Id="rId10" Type="http://schemas.openxmlformats.org/officeDocument/2006/relationships/oleObject" Target="../embeddings/oleObject4.bin"/><Relationship Id="rId19" Type="http://schemas.openxmlformats.org/officeDocument/2006/relationships/oleObject" Target="../embeddings/oleObject13.bin"/><Relationship Id="rId31" Type="http://schemas.openxmlformats.org/officeDocument/2006/relationships/oleObject" Target="../embeddings/oleObject25.bin"/><Relationship Id="rId4" Type="http://schemas.openxmlformats.org/officeDocument/2006/relationships/image" Target="../media/image13.png"/><Relationship Id="rId9" Type="http://schemas.openxmlformats.org/officeDocument/2006/relationships/oleObject" Target="../embeddings/oleObject3.bin"/><Relationship Id="rId14" Type="http://schemas.openxmlformats.org/officeDocument/2006/relationships/oleObject" Target="../embeddings/oleObject8.bin"/><Relationship Id="rId22" Type="http://schemas.openxmlformats.org/officeDocument/2006/relationships/oleObject" Target="../embeddings/oleObject16.bin"/><Relationship Id="rId27" Type="http://schemas.openxmlformats.org/officeDocument/2006/relationships/oleObject" Target="../embeddings/oleObject21.bin"/><Relationship Id="rId30" Type="http://schemas.openxmlformats.org/officeDocument/2006/relationships/oleObject" Target="../embeddings/oleObject24.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oleObject" Target="../embeddings/oleObject35.bin"/><Relationship Id="rId18" Type="http://schemas.openxmlformats.org/officeDocument/2006/relationships/oleObject" Target="../embeddings/oleObject40.bin"/><Relationship Id="rId3" Type="http://schemas.openxmlformats.org/officeDocument/2006/relationships/oleObject" Target="../embeddings/oleObject27.bin"/><Relationship Id="rId21" Type="http://schemas.openxmlformats.org/officeDocument/2006/relationships/oleObject" Target="../embeddings/oleObject43.bin"/><Relationship Id="rId7" Type="http://schemas.openxmlformats.org/officeDocument/2006/relationships/oleObject" Target="../embeddings/oleObject29.bin"/><Relationship Id="rId12" Type="http://schemas.openxmlformats.org/officeDocument/2006/relationships/oleObject" Target="../embeddings/oleObject34.bin"/><Relationship Id="rId17" Type="http://schemas.openxmlformats.org/officeDocument/2006/relationships/oleObject" Target="../embeddings/oleObject39.bin"/><Relationship Id="rId2" Type="http://schemas.openxmlformats.org/officeDocument/2006/relationships/slideLayout" Target="../slideLayouts/slideLayout6.xml"/><Relationship Id="rId16" Type="http://schemas.openxmlformats.org/officeDocument/2006/relationships/oleObject" Target="../embeddings/oleObject38.bin"/><Relationship Id="rId20" Type="http://schemas.openxmlformats.org/officeDocument/2006/relationships/oleObject" Target="../embeddings/oleObject42.bin"/><Relationship Id="rId1" Type="http://schemas.openxmlformats.org/officeDocument/2006/relationships/vmlDrawing" Target="../drawings/vmlDrawing2.vml"/><Relationship Id="rId6" Type="http://schemas.openxmlformats.org/officeDocument/2006/relationships/image" Target="../media/image11.wmf"/><Relationship Id="rId11" Type="http://schemas.openxmlformats.org/officeDocument/2006/relationships/oleObject" Target="../embeddings/oleObject33.bin"/><Relationship Id="rId24" Type="http://schemas.openxmlformats.org/officeDocument/2006/relationships/oleObject" Target="../embeddings/oleObject46.bin"/><Relationship Id="rId5" Type="http://schemas.openxmlformats.org/officeDocument/2006/relationships/oleObject" Target="../embeddings/oleObject28.bin"/><Relationship Id="rId15" Type="http://schemas.openxmlformats.org/officeDocument/2006/relationships/oleObject" Target="../embeddings/oleObject37.bin"/><Relationship Id="rId23" Type="http://schemas.openxmlformats.org/officeDocument/2006/relationships/oleObject" Target="../embeddings/oleObject45.bin"/><Relationship Id="rId10" Type="http://schemas.openxmlformats.org/officeDocument/2006/relationships/oleObject" Target="../embeddings/oleObject32.bin"/><Relationship Id="rId19" Type="http://schemas.openxmlformats.org/officeDocument/2006/relationships/oleObject" Target="../embeddings/oleObject41.bin"/><Relationship Id="rId4" Type="http://schemas.openxmlformats.org/officeDocument/2006/relationships/image" Target="../media/image10.wmf"/><Relationship Id="rId9" Type="http://schemas.openxmlformats.org/officeDocument/2006/relationships/oleObject" Target="../embeddings/oleObject31.bin"/><Relationship Id="rId14" Type="http://schemas.openxmlformats.org/officeDocument/2006/relationships/oleObject" Target="../embeddings/oleObject36.bin"/><Relationship Id="rId22" Type="http://schemas.openxmlformats.org/officeDocument/2006/relationships/oleObject" Target="../embeddings/oleObject44.bin"/></Relationships>
</file>

<file path=ppt/slides/_rels/slide13.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53.bin"/><Relationship Id="rId18" Type="http://schemas.openxmlformats.org/officeDocument/2006/relationships/oleObject" Target="../embeddings/oleObject58.bin"/><Relationship Id="rId26" Type="http://schemas.openxmlformats.org/officeDocument/2006/relationships/oleObject" Target="../embeddings/oleObject66.bin"/><Relationship Id="rId3" Type="http://schemas.openxmlformats.org/officeDocument/2006/relationships/image" Target="../media/image12.png"/><Relationship Id="rId21" Type="http://schemas.openxmlformats.org/officeDocument/2006/relationships/oleObject" Target="../embeddings/oleObject61.bin"/><Relationship Id="rId7" Type="http://schemas.openxmlformats.org/officeDocument/2006/relationships/oleObject" Target="../embeddings/oleObject48.bin"/><Relationship Id="rId12" Type="http://schemas.openxmlformats.org/officeDocument/2006/relationships/oleObject" Target="../embeddings/oleObject52.bin"/><Relationship Id="rId17" Type="http://schemas.openxmlformats.org/officeDocument/2006/relationships/oleObject" Target="../embeddings/oleObject57.bin"/><Relationship Id="rId25" Type="http://schemas.openxmlformats.org/officeDocument/2006/relationships/oleObject" Target="../embeddings/oleObject65.bin"/><Relationship Id="rId2" Type="http://schemas.openxmlformats.org/officeDocument/2006/relationships/slideLayout" Target="../slideLayouts/slideLayout6.xml"/><Relationship Id="rId16" Type="http://schemas.openxmlformats.org/officeDocument/2006/relationships/oleObject" Target="../embeddings/oleObject56.bin"/><Relationship Id="rId20" Type="http://schemas.openxmlformats.org/officeDocument/2006/relationships/oleObject" Target="../embeddings/oleObject60.bin"/><Relationship Id="rId29" Type="http://schemas.openxmlformats.org/officeDocument/2006/relationships/oleObject" Target="../embeddings/oleObject69.bin"/><Relationship Id="rId1" Type="http://schemas.openxmlformats.org/officeDocument/2006/relationships/vmlDrawing" Target="../drawings/vmlDrawing3.vml"/><Relationship Id="rId6" Type="http://schemas.openxmlformats.org/officeDocument/2006/relationships/image" Target="../media/image10.wmf"/><Relationship Id="rId11" Type="http://schemas.openxmlformats.org/officeDocument/2006/relationships/oleObject" Target="../embeddings/oleObject51.bin"/><Relationship Id="rId24" Type="http://schemas.openxmlformats.org/officeDocument/2006/relationships/oleObject" Target="../embeddings/oleObject64.bin"/><Relationship Id="rId32" Type="http://schemas.openxmlformats.org/officeDocument/2006/relationships/oleObject" Target="../embeddings/oleObject72.bin"/><Relationship Id="rId5" Type="http://schemas.openxmlformats.org/officeDocument/2006/relationships/oleObject" Target="../embeddings/oleObject47.bin"/><Relationship Id="rId15" Type="http://schemas.openxmlformats.org/officeDocument/2006/relationships/oleObject" Target="../embeddings/oleObject55.bin"/><Relationship Id="rId23" Type="http://schemas.openxmlformats.org/officeDocument/2006/relationships/oleObject" Target="../embeddings/oleObject63.bin"/><Relationship Id="rId28" Type="http://schemas.openxmlformats.org/officeDocument/2006/relationships/oleObject" Target="../embeddings/oleObject68.bin"/><Relationship Id="rId10" Type="http://schemas.openxmlformats.org/officeDocument/2006/relationships/oleObject" Target="../embeddings/oleObject50.bin"/><Relationship Id="rId19" Type="http://schemas.openxmlformats.org/officeDocument/2006/relationships/oleObject" Target="../embeddings/oleObject59.bin"/><Relationship Id="rId31" Type="http://schemas.openxmlformats.org/officeDocument/2006/relationships/oleObject" Target="../embeddings/oleObject71.bin"/><Relationship Id="rId4" Type="http://schemas.openxmlformats.org/officeDocument/2006/relationships/image" Target="../media/image13.png"/><Relationship Id="rId9" Type="http://schemas.openxmlformats.org/officeDocument/2006/relationships/oleObject" Target="../embeddings/oleObject49.bin"/><Relationship Id="rId14" Type="http://schemas.openxmlformats.org/officeDocument/2006/relationships/oleObject" Target="../embeddings/oleObject54.bin"/><Relationship Id="rId22" Type="http://schemas.openxmlformats.org/officeDocument/2006/relationships/oleObject" Target="../embeddings/oleObject62.bin"/><Relationship Id="rId27" Type="http://schemas.openxmlformats.org/officeDocument/2006/relationships/oleObject" Target="../embeddings/oleObject67.bin"/><Relationship Id="rId30" Type="http://schemas.openxmlformats.org/officeDocument/2006/relationships/oleObject" Target="../embeddings/oleObject70.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75.bin"/><Relationship Id="rId13" Type="http://schemas.openxmlformats.org/officeDocument/2006/relationships/oleObject" Target="../embeddings/oleObject80.bin"/><Relationship Id="rId18" Type="http://schemas.openxmlformats.org/officeDocument/2006/relationships/oleObject" Target="../embeddings/oleObject85.bin"/><Relationship Id="rId3" Type="http://schemas.openxmlformats.org/officeDocument/2006/relationships/oleObject" Target="../embeddings/oleObject73.bin"/><Relationship Id="rId7" Type="http://schemas.openxmlformats.org/officeDocument/2006/relationships/image" Target="../media/image13.png"/><Relationship Id="rId12" Type="http://schemas.openxmlformats.org/officeDocument/2006/relationships/oleObject" Target="../embeddings/oleObject79.bin"/><Relationship Id="rId17" Type="http://schemas.openxmlformats.org/officeDocument/2006/relationships/oleObject" Target="../embeddings/oleObject84.bin"/><Relationship Id="rId2" Type="http://schemas.openxmlformats.org/officeDocument/2006/relationships/slideLayout" Target="../slideLayouts/slideLayout2.xml"/><Relationship Id="rId16" Type="http://schemas.openxmlformats.org/officeDocument/2006/relationships/oleObject" Target="../embeddings/oleObject83.bin"/><Relationship Id="rId1" Type="http://schemas.openxmlformats.org/officeDocument/2006/relationships/vmlDrawing" Target="../drawings/vmlDrawing4.vml"/><Relationship Id="rId6" Type="http://schemas.openxmlformats.org/officeDocument/2006/relationships/image" Target="../media/image11.wmf"/><Relationship Id="rId11" Type="http://schemas.openxmlformats.org/officeDocument/2006/relationships/oleObject" Target="../embeddings/oleObject78.bin"/><Relationship Id="rId5" Type="http://schemas.openxmlformats.org/officeDocument/2006/relationships/oleObject" Target="../embeddings/oleObject74.bin"/><Relationship Id="rId15" Type="http://schemas.openxmlformats.org/officeDocument/2006/relationships/oleObject" Target="../embeddings/oleObject82.bin"/><Relationship Id="rId10" Type="http://schemas.openxmlformats.org/officeDocument/2006/relationships/oleObject" Target="../embeddings/oleObject77.bin"/><Relationship Id="rId19" Type="http://schemas.openxmlformats.org/officeDocument/2006/relationships/oleObject" Target="../embeddings/oleObject86.bin"/><Relationship Id="rId4" Type="http://schemas.openxmlformats.org/officeDocument/2006/relationships/image" Target="../media/image10.wmf"/><Relationship Id="rId9" Type="http://schemas.openxmlformats.org/officeDocument/2006/relationships/oleObject" Target="../embeddings/oleObject76.bin"/><Relationship Id="rId14" Type="http://schemas.openxmlformats.org/officeDocument/2006/relationships/oleObject" Target="../embeddings/oleObject81.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image" Target="../media/image13.png"/><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88.bin"/><Relationship Id="rId5" Type="http://schemas.openxmlformats.org/officeDocument/2006/relationships/image" Target="../media/image10.wmf"/><Relationship Id="rId4" Type="http://schemas.openxmlformats.org/officeDocument/2006/relationships/oleObject" Target="../embeddings/oleObject87.bin"/><Relationship Id="rId9" Type="http://schemas.openxmlformats.org/officeDocument/2006/relationships/oleObject" Target="../embeddings/oleObject90.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94.bin"/><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11.wmf"/><Relationship Id="rId11" Type="http://schemas.openxmlformats.org/officeDocument/2006/relationships/oleObject" Target="../embeddings/oleObject96.bin"/><Relationship Id="rId5" Type="http://schemas.openxmlformats.org/officeDocument/2006/relationships/oleObject" Target="../embeddings/oleObject92.bin"/><Relationship Id="rId10" Type="http://schemas.openxmlformats.org/officeDocument/2006/relationships/oleObject" Target="../embeddings/oleObject95.bin"/><Relationship Id="rId4" Type="http://schemas.openxmlformats.org/officeDocument/2006/relationships/image" Target="../media/image10.wmf"/><Relationship Id="rId9"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jpe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4" name="Rectangle 2">
            <a:extLst>
              <a:ext uri="{FF2B5EF4-FFF2-40B4-BE49-F238E27FC236}">
                <a16:creationId xmlns:a16="http://schemas.microsoft.com/office/drawing/2014/main" id="{AB5BF2D0-13DC-46B7-8FA5-7F347603E3FA}"/>
              </a:ext>
            </a:extLst>
          </p:cNvPr>
          <p:cNvSpPr>
            <a:spLocks noGrp="1" noChangeArrowheads="1"/>
          </p:cNvSpPr>
          <p:nvPr>
            <p:ph type="title"/>
          </p:nvPr>
        </p:nvSpPr>
        <p:spPr>
          <a:xfrm>
            <a:off x="533400" y="228600"/>
            <a:ext cx="8610600" cy="1143000"/>
          </a:xfrm>
        </p:spPr>
        <p:txBody>
          <a:bodyPr/>
          <a:lstStyle/>
          <a:p>
            <a:r>
              <a:rPr lang="en-US" altLang="en-US"/>
              <a:t>Chương 8: Mạng cục bộ không dây – Wireless LANs</a:t>
            </a:r>
          </a:p>
        </p:txBody>
      </p:sp>
      <p:sp>
        <p:nvSpPr>
          <p:cNvPr id="814085" name="Rectangle 4">
            <a:extLst>
              <a:ext uri="{FF2B5EF4-FFF2-40B4-BE49-F238E27FC236}">
                <a16:creationId xmlns:a16="http://schemas.microsoft.com/office/drawing/2014/main" id="{A8709DF3-D781-4D00-9071-76CF3149D75C}"/>
              </a:ext>
            </a:extLst>
          </p:cNvPr>
          <p:cNvSpPr>
            <a:spLocks noGrp="1" noChangeArrowheads="1"/>
          </p:cNvSpPr>
          <p:nvPr>
            <p:ph type="body" idx="1"/>
          </p:nvPr>
        </p:nvSpPr>
        <p:spPr>
          <a:xfrm>
            <a:off x="374650" y="2095500"/>
            <a:ext cx="8769350" cy="3903663"/>
          </a:xfrm>
          <a:noFill/>
        </p:spPr>
        <p:txBody>
          <a:bodyPr/>
          <a:lstStyle/>
          <a:p>
            <a:r>
              <a:rPr lang="en-US" altLang="en-US"/>
              <a:t>Các khái niệm cơ bản về WLANs</a:t>
            </a:r>
          </a:p>
          <a:p>
            <a:r>
              <a:rPr lang="en-US" altLang="en-US"/>
              <a:t>Tránh xung đột trong WLANs</a:t>
            </a:r>
          </a:p>
          <a:p>
            <a:r>
              <a:rPr lang="en-US" altLang="en-US"/>
              <a:t>Cách thức triển khai WLANs</a:t>
            </a:r>
          </a:p>
          <a:p>
            <a:r>
              <a:rPr lang="en-US" altLang="en-US"/>
              <a:t>Cơ bản về cài đặt Access Points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8" name="Rectangle 2">
            <a:extLst>
              <a:ext uri="{FF2B5EF4-FFF2-40B4-BE49-F238E27FC236}">
                <a16:creationId xmlns:a16="http://schemas.microsoft.com/office/drawing/2014/main" id="{8E49B0A0-43CA-4AC1-AEA0-A23C6126D7FF}"/>
              </a:ext>
            </a:extLst>
          </p:cNvPr>
          <p:cNvSpPr>
            <a:spLocks noGrp="1" noChangeArrowheads="1"/>
          </p:cNvSpPr>
          <p:nvPr>
            <p:ph type="title"/>
          </p:nvPr>
        </p:nvSpPr>
        <p:spPr/>
        <p:txBody>
          <a:bodyPr/>
          <a:lstStyle/>
          <a:p>
            <a:r>
              <a:rPr lang="en-US" altLang="en-US"/>
              <a:t>Mạng cục bộ không dây là gì?</a:t>
            </a:r>
          </a:p>
        </p:txBody>
      </p:sp>
      <p:grpSp>
        <p:nvGrpSpPr>
          <p:cNvPr id="815109" name="Group 3">
            <a:extLst>
              <a:ext uri="{FF2B5EF4-FFF2-40B4-BE49-F238E27FC236}">
                <a16:creationId xmlns:a16="http://schemas.microsoft.com/office/drawing/2014/main" id="{6B90AF40-BC2F-492D-B4A5-6987CE44E9A3}"/>
              </a:ext>
            </a:extLst>
          </p:cNvPr>
          <p:cNvGrpSpPr>
            <a:grpSpLocks/>
          </p:cNvGrpSpPr>
          <p:nvPr/>
        </p:nvGrpSpPr>
        <p:grpSpPr bwMode="auto">
          <a:xfrm>
            <a:off x="5162902" y="2170112"/>
            <a:ext cx="3725862" cy="4194175"/>
            <a:chOff x="3037" y="1252"/>
            <a:chExt cx="2725" cy="3068"/>
          </a:xfrm>
        </p:grpSpPr>
        <p:pic>
          <p:nvPicPr>
            <p:cNvPr id="815112" name="Picture 4" descr="girls_b">
              <a:extLst>
                <a:ext uri="{FF2B5EF4-FFF2-40B4-BE49-F238E27FC236}">
                  <a16:creationId xmlns:a16="http://schemas.microsoft.com/office/drawing/2014/main" id="{8648920C-0970-43A7-A019-A91A091C6C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2210"/>
            <a:stretch>
              <a:fillRect/>
            </a:stretch>
          </p:blipFill>
          <p:spPr bwMode="auto">
            <a:xfrm>
              <a:off x="3037" y="1269"/>
              <a:ext cx="2725" cy="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5113" name="Picture 5" descr="girls_w">
              <a:extLst>
                <a:ext uri="{FF2B5EF4-FFF2-40B4-BE49-F238E27FC236}">
                  <a16:creationId xmlns:a16="http://schemas.microsoft.com/office/drawing/2014/main" id="{34FBABD7-EF07-40C0-90B1-C03358B044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2701"/>
            <a:stretch>
              <a:fillRect/>
            </a:stretch>
          </p:blipFill>
          <p:spPr bwMode="auto">
            <a:xfrm>
              <a:off x="3037" y="1252"/>
              <a:ext cx="2725" cy="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15110" name="Rectangle 6">
            <a:extLst>
              <a:ext uri="{FF2B5EF4-FFF2-40B4-BE49-F238E27FC236}">
                <a16:creationId xmlns:a16="http://schemas.microsoft.com/office/drawing/2014/main" id="{3766334C-5EE3-4140-950F-CF0A0D75C1A5}"/>
              </a:ext>
            </a:extLst>
          </p:cNvPr>
          <p:cNvSpPr>
            <a:spLocks noGrp="1" noChangeArrowheads="1"/>
          </p:cNvSpPr>
          <p:nvPr>
            <p:ph type="body" idx="1"/>
          </p:nvPr>
        </p:nvSpPr>
        <p:spPr>
          <a:xfrm>
            <a:off x="338138" y="1289050"/>
            <a:ext cx="7772400" cy="2216150"/>
          </a:xfrm>
          <a:noFill/>
        </p:spPr>
        <p:txBody>
          <a:bodyPr/>
          <a:lstStyle/>
          <a:p>
            <a:r>
              <a:rPr lang="en-US" altLang="en-US" b="1">
                <a:cs typeface="Arial" panose="020B0604020202020204" pitchFamily="34" charset="0"/>
              </a:rPr>
              <a:t>Mạng cục bộ không dây -Wireless LAN (WLAN)</a:t>
            </a:r>
            <a:r>
              <a:rPr lang="en-US" altLang="en-US">
                <a:cs typeface="Arial" panose="020B0604020202020204" pitchFamily="34" charset="0"/>
              </a:rPr>
              <a:t> – cung cấp tất cả các tính năng và lợi ích các công nghệ LAN truyền thống như Ethernet và Token Ring, nhưng không bị giới hạn bởi dây dẫn hay cáp nối. </a:t>
            </a:r>
          </a:p>
        </p:txBody>
      </p:sp>
      <p:pic>
        <p:nvPicPr>
          <p:cNvPr id="815111" name="Picture 7" descr="nic">
            <a:extLst>
              <a:ext uri="{FF2B5EF4-FFF2-40B4-BE49-F238E27FC236}">
                <a16:creationId xmlns:a16="http://schemas.microsoft.com/office/drawing/2014/main" id="{BD212323-6F4A-4358-995F-D5D9C02804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805238"/>
            <a:ext cx="2667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2" name="Rectangle 2">
            <a:extLst>
              <a:ext uri="{FF2B5EF4-FFF2-40B4-BE49-F238E27FC236}">
                <a16:creationId xmlns:a16="http://schemas.microsoft.com/office/drawing/2014/main" id="{700BEC70-7B33-47C9-A1A0-E09AC89586A6}"/>
              </a:ext>
            </a:extLst>
          </p:cNvPr>
          <p:cNvSpPr>
            <a:spLocks noGrp="1" noChangeArrowheads="1"/>
          </p:cNvSpPr>
          <p:nvPr>
            <p:ph type="title"/>
          </p:nvPr>
        </p:nvSpPr>
        <p:spPr>
          <a:xfrm>
            <a:off x="0" y="57150"/>
            <a:ext cx="6132513" cy="1143000"/>
          </a:xfrm>
        </p:spPr>
        <p:txBody>
          <a:bodyPr/>
          <a:lstStyle/>
          <a:p>
            <a:r>
              <a:rPr lang="en-US" altLang="en-US"/>
              <a:t>Mạng cục bộ không dây?</a:t>
            </a:r>
          </a:p>
        </p:txBody>
      </p:sp>
      <p:sp>
        <p:nvSpPr>
          <p:cNvPr id="816133" name="Rectangle 3">
            <a:extLst>
              <a:ext uri="{FF2B5EF4-FFF2-40B4-BE49-F238E27FC236}">
                <a16:creationId xmlns:a16="http://schemas.microsoft.com/office/drawing/2014/main" id="{F65B8D67-1B03-4FBA-97A9-1000DAC93B26}"/>
              </a:ext>
            </a:extLst>
          </p:cNvPr>
          <p:cNvSpPr>
            <a:spLocks noGrp="1" noChangeArrowheads="1"/>
          </p:cNvSpPr>
          <p:nvPr>
            <p:ph type="body" idx="1"/>
          </p:nvPr>
        </p:nvSpPr>
        <p:spPr>
          <a:xfrm>
            <a:off x="0" y="3571876"/>
            <a:ext cx="8977313" cy="3306762"/>
          </a:xfrm>
        </p:spPr>
        <p:txBody>
          <a:bodyPr/>
          <a:lstStyle/>
          <a:p>
            <a:r>
              <a:rPr lang="en-US" altLang="en-US" sz="2400">
                <a:cs typeface="Arial" panose="020B0604020202020204" pitchFamily="34" charset="0"/>
              </a:rPr>
              <a:t>WLAN, giống như một LAN, đòi hỏi một phương tiện truyền vật lý để truyền các tín hiệu. </a:t>
            </a:r>
          </a:p>
          <a:p>
            <a:r>
              <a:rPr lang="en-US" altLang="en-US" sz="2400">
                <a:cs typeface="Arial" panose="020B0604020202020204" pitchFamily="34" charset="0"/>
              </a:rPr>
              <a:t>Thay vì sử dụng UTP (phổ biến cho LAN hiện nay), WLANs sử dụng:</a:t>
            </a:r>
          </a:p>
          <a:p>
            <a:pPr lvl="1"/>
            <a:r>
              <a:rPr lang="en-US" altLang="en-US" sz="2000">
                <a:cs typeface="Arial" panose="020B0604020202020204" pitchFamily="34" charset="0"/>
              </a:rPr>
              <a:t>Tia hồng ngoại – Infrared (IR)</a:t>
            </a:r>
          </a:p>
          <a:p>
            <a:pPr lvl="2"/>
            <a:r>
              <a:rPr lang="en-US" altLang="en-US" sz="1800">
                <a:cs typeface="Arial" panose="020B0604020202020204" pitchFamily="34" charset="0"/>
              </a:rPr>
              <a:t>802.11 có đặc tả kỹ thuật cho WLAN sử dụng IR</a:t>
            </a:r>
          </a:p>
          <a:p>
            <a:pPr lvl="2"/>
            <a:r>
              <a:rPr lang="en-US" altLang="en-US" sz="1800">
                <a:cs typeface="Arial" panose="020B0604020202020204" pitchFamily="34" charset="0"/>
              </a:rPr>
              <a:t>có nhiều hạn chế, dễ dàng bị chặn/cản, không có sản phẩm thực tế</a:t>
            </a:r>
          </a:p>
          <a:p>
            <a:pPr lvl="1"/>
            <a:r>
              <a:rPr lang="en-US" altLang="en-US" sz="2000">
                <a:cs typeface="Arial" panose="020B0604020202020204" pitchFamily="34" charset="0"/>
              </a:rPr>
              <a:t>Tần số radio - Radio frequencies (RFs)</a:t>
            </a:r>
          </a:p>
          <a:p>
            <a:pPr lvl="2"/>
            <a:r>
              <a:rPr lang="en-US" altLang="en-US" sz="1800">
                <a:cs typeface="Arial" panose="020B0604020202020204" pitchFamily="34" charset="0"/>
              </a:rPr>
              <a:t> Có thể xuyên qua  “phần lớn” các vật cản trong văn phòng</a:t>
            </a:r>
          </a:p>
          <a:p>
            <a:endParaRPr lang="en-US" altLang="en-US" sz="2400"/>
          </a:p>
        </p:txBody>
      </p:sp>
      <p:pic>
        <p:nvPicPr>
          <p:cNvPr id="816134" name="Picture 4" descr="1920au3">
            <a:extLst>
              <a:ext uri="{FF2B5EF4-FFF2-40B4-BE49-F238E27FC236}">
                <a16:creationId xmlns:a16="http://schemas.microsoft.com/office/drawing/2014/main" id="{601E44FD-A377-43BD-9E4F-D2B6A84A9C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5825" y="152400"/>
            <a:ext cx="3178175"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6135" name="Text Box 5">
            <a:extLst>
              <a:ext uri="{FF2B5EF4-FFF2-40B4-BE49-F238E27FC236}">
                <a16:creationId xmlns:a16="http://schemas.microsoft.com/office/drawing/2014/main" id="{FBD40724-4F0A-4736-8278-6CA0CDEBCA35}"/>
              </a:ext>
            </a:extLst>
          </p:cNvPr>
          <p:cNvSpPr txBox="1">
            <a:spLocks noChangeArrowheads="1"/>
          </p:cNvSpPr>
          <p:nvPr/>
        </p:nvSpPr>
        <p:spPr bwMode="auto">
          <a:xfrm>
            <a:off x="5943600" y="32766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200">
                <a:latin typeface="Arial" panose="020B0604020202020204" pitchFamily="34" charset="0"/>
              </a:rPr>
              <a:t>http://earlyradiohistory.us/1920au.htm</a:t>
            </a:r>
          </a:p>
        </p:txBody>
      </p:sp>
      <p:pic>
        <p:nvPicPr>
          <p:cNvPr id="816136" name="Picture 6" descr="portege4000_exterior_06">
            <a:extLst>
              <a:ext uri="{FF2B5EF4-FFF2-40B4-BE49-F238E27FC236}">
                <a16:creationId xmlns:a16="http://schemas.microsoft.com/office/drawing/2014/main" id="{2A764CBC-A899-4B34-96DB-26DFECEDBF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143000"/>
            <a:ext cx="28575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156" name="Rectangle 2">
            <a:extLst>
              <a:ext uri="{FF2B5EF4-FFF2-40B4-BE49-F238E27FC236}">
                <a16:creationId xmlns:a16="http://schemas.microsoft.com/office/drawing/2014/main" id="{2CF70C43-F43A-443B-9C05-3DDD2349BF4A}"/>
              </a:ext>
            </a:extLst>
          </p:cNvPr>
          <p:cNvSpPr>
            <a:spLocks noGrp="1" noChangeArrowheads="1"/>
          </p:cNvSpPr>
          <p:nvPr>
            <p:ph type="title"/>
          </p:nvPr>
        </p:nvSpPr>
        <p:spPr>
          <a:xfrm>
            <a:off x="533400" y="603250"/>
            <a:ext cx="3179763" cy="1960563"/>
          </a:xfrm>
        </p:spPr>
        <p:txBody>
          <a:bodyPr/>
          <a:lstStyle/>
          <a:p>
            <a:r>
              <a:rPr lang="en-US" altLang="en-US"/>
              <a:t>Mạng cục bộ không dây là gì?</a:t>
            </a:r>
          </a:p>
        </p:txBody>
      </p:sp>
      <p:sp>
        <p:nvSpPr>
          <p:cNvPr id="817157" name="Rectangle 3">
            <a:extLst>
              <a:ext uri="{FF2B5EF4-FFF2-40B4-BE49-F238E27FC236}">
                <a16:creationId xmlns:a16="http://schemas.microsoft.com/office/drawing/2014/main" id="{BB2F9657-A766-4384-8096-137BE6248816}"/>
              </a:ext>
            </a:extLst>
          </p:cNvPr>
          <p:cNvSpPr>
            <a:spLocks noGrp="1" noChangeArrowheads="1"/>
          </p:cNvSpPr>
          <p:nvPr>
            <p:ph type="body" idx="1"/>
          </p:nvPr>
        </p:nvSpPr>
        <p:spPr>
          <a:xfrm>
            <a:off x="320675" y="3360859"/>
            <a:ext cx="8610600" cy="2982912"/>
          </a:xfrm>
        </p:spPr>
        <p:txBody>
          <a:bodyPr/>
          <a:lstStyle/>
          <a:p>
            <a:r>
              <a:rPr lang="en-US" altLang="en-US" sz="2400">
                <a:cs typeface="Arial" panose="020B0604020202020204" pitchFamily="34" charset="0"/>
              </a:rPr>
              <a:t>WLANs sử dụng các dải (band) tần </a:t>
            </a:r>
            <a:r>
              <a:rPr lang="en-US" altLang="en-US" sz="2400" b="1">
                <a:cs typeface="Arial" panose="020B0604020202020204" pitchFamily="34" charset="0"/>
              </a:rPr>
              <a:t>2.4 GHz</a:t>
            </a:r>
            <a:r>
              <a:rPr lang="en-US" altLang="en-US" sz="2400">
                <a:cs typeface="Arial" panose="020B0604020202020204" pitchFamily="34" charset="0"/>
              </a:rPr>
              <a:t> và </a:t>
            </a:r>
            <a:r>
              <a:rPr lang="en-US" altLang="en-US" sz="2400" b="1">
                <a:cs typeface="Arial" panose="020B0604020202020204" pitchFamily="34" charset="0"/>
              </a:rPr>
              <a:t>5-GHz</a:t>
            </a:r>
            <a:r>
              <a:rPr lang="en-US" altLang="en-US" sz="2400">
                <a:cs typeface="Arial" panose="020B0604020202020204" pitchFamily="34" charset="0"/>
              </a:rPr>
              <a:t>. </a:t>
            </a:r>
          </a:p>
          <a:p>
            <a:r>
              <a:rPr lang="en-US" altLang="en-US" sz="2400">
                <a:cs typeface="Arial" panose="020B0604020202020204" pitchFamily="34" charset="0"/>
              </a:rPr>
              <a:t>Các dải tần số không cần giấy phép ISM (Industry, Scientific, Medical).</a:t>
            </a:r>
          </a:p>
          <a:p>
            <a:r>
              <a:rPr lang="en-US" altLang="en-US" sz="2400">
                <a:cs typeface="Arial" panose="020B0604020202020204" pitchFamily="34" charset="0"/>
              </a:rPr>
              <a:t>S-Band ISM</a:t>
            </a:r>
          </a:p>
          <a:p>
            <a:pPr lvl="1"/>
            <a:r>
              <a:rPr lang="en-US" altLang="en-US" sz="2000">
                <a:cs typeface="Arial" panose="020B0604020202020204" pitchFamily="34" charset="0"/>
              </a:rPr>
              <a:t>802.11b và 802.11g:  2.4- 2.5 GHz</a:t>
            </a:r>
          </a:p>
          <a:p>
            <a:r>
              <a:rPr lang="en-US" altLang="en-US" sz="2400">
                <a:cs typeface="Arial" panose="020B0604020202020204" pitchFamily="34" charset="0"/>
              </a:rPr>
              <a:t>C-Band ISM</a:t>
            </a:r>
          </a:p>
          <a:p>
            <a:pPr lvl="1"/>
            <a:r>
              <a:rPr lang="en-US" altLang="en-US" sz="2000">
                <a:cs typeface="Arial" panose="020B0604020202020204" pitchFamily="34" charset="0"/>
              </a:rPr>
              <a:t>802.11a:  5.725 – 5.875 GHz</a:t>
            </a:r>
            <a:endParaRPr lang="en-US" altLang="en-US" sz="2000"/>
          </a:p>
          <a:p>
            <a:endParaRPr lang="en-US" altLang="en-US" sz="2400"/>
          </a:p>
        </p:txBody>
      </p:sp>
      <p:pic>
        <p:nvPicPr>
          <p:cNvPr id="817158" name="Picture 4">
            <a:extLst>
              <a:ext uri="{FF2B5EF4-FFF2-40B4-BE49-F238E27FC236}">
                <a16:creationId xmlns:a16="http://schemas.microsoft.com/office/drawing/2014/main" id="{CB59B279-1BFB-42A1-9C66-3073BE7CA3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57163"/>
            <a:ext cx="4953000" cy="307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80" name="Rectangle 2">
            <a:extLst>
              <a:ext uri="{FF2B5EF4-FFF2-40B4-BE49-F238E27FC236}">
                <a16:creationId xmlns:a16="http://schemas.microsoft.com/office/drawing/2014/main" id="{1CBB3BD4-5838-4858-9117-84C6973AB59D}"/>
              </a:ext>
            </a:extLst>
          </p:cNvPr>
          <p:cNvSpPr>
            <a:spLocks noGrp="1" noChangeArrowheads="1"/>
          </p:cNvSpPr>
          <p:nvPr>
            <p:ph type="title"/>
          </p:nvPr>
        </p:nvSpPr>
        <p:spPr/>
        <p:txBody>
          <a:bodyPr/>
          <a:lstStyle/>
          <a:p>
            <a:r>
              <a:rPr lang="en-US" altLang="en-US"/>
              <a:t>Vì sao sử dụng Wireless?</a:t>
            </a:r>
          </a:p>
        </p:txBody>
      </p:sp>
      <p:sp>
        <p:nvSpPr>
          <p:cNvPr id="818181" name="Rectangle 4">
            <a:extLst>
              <a:ext uri="{FF2B5EF4-FFF2-40B4-BE49-F238E27FC236}">
                <a16:creationId xmlns:a16="http://schemas.microsoft.com/office/drawing/2014/main" id="{BC20D193-A6B9-413A-910C-77D949FA1EEC}"/>
              </a:ext>
            </a:extLst>
          </p:cNvPr>
          <p:cNvSpPr>
            <a:spLocks noGrp="1" noChangeArrowheads="1"/>
          </p:cNvSpPr>
          <p:nvPr>
            <p:ph type="body" idx="1"/>
          </p:nvPr>
        </p:nvSpPr>
        <p:spPr>
          <a:xfrm>
            <a:off x="374650" y="2095500"/>
            <a:ext cx="8769350" cy="3903663"/>
          </a:xfrm>
          <a:noFill/>
        </p:spPr>
        <p:txBody>
          <a:bodyPr/>
          <a:lstStyle/>
          <a:p>
            <a:pPr marL="0" indent="0" defTabSz="814388"/>
            <a:r>
              <a:rPr lang="en-US" altLang="en-US"/>
              <a:t>Các lợi ích của mạng cục bộ không dây</a:t>
            </a:r>
          </a:p>
          <a:p>
            <a:pPr marL="685800" lvl="2" defTabSz="814388">
              <a:buFont typeface="Wingdings" panose="05000000000000000000" pitchFamily="2" charset="2"/>
              <a:buChar char="ü"/>
            </a:pPr>
            <a:r>
              <a:rPr lang="en-US" altLang="en-US" sz="2400"/>
              <a:t>Tính di động</a:t>
            </a:r>
          </a:p>
          <a:p>
            <a:pPr marL="685800" lvl="2" defTabSz="814388">
              <a:buFont typeface="Wingdings" panose="05000000000000000000" pitchFamily="2" charset="2"/>
              <a:buChar char="ü"/>
            </a:pPr>
            <a:r>
              <a:rPr lang="en-US" altLang="en-US" sz="2400"/>
              <a:t>Khả năng mở rộng</a:t>
            </a:r>
          </a:p>
          <a:p>
            <a:pPr marL="685800" lvl="2" defTabSz="814388">
              <a:buFont typeface="Wingdings" panose="05000000000000000000" pitchFamily="2" charset="2"/>
              <a:buChar char="ü"/>
            </a:pPr>
            <a:r>
              <a:rPr lang="en-US" altLang="en-US" sz="2400"/>
              <a:t>Tính uyển chuyển</a:t>
            </a:r>
          </a:p>
          <a:p>
            <a:pPr marL="685800" lvl="2" defTabSz="814388">
              <a:buFont typeface="Wingdings" panose="05000000000000000000" pitchFamily="2" charset="2"/>
              <a:buChar char="ü"/>
            </a:pPr>
            <a:r>
              <a:rPr lang="en-US" altLang="en-US" sz="2400"/>
              <a:t>Tiết kiệm chi phí cho cả ngắn và dài hạn</a:t>
            </a:r>
          </a:p>
          <a:p>
            <a:pPr marL="685800" lvl="2" defTabSz="814388">
              <a:buFont typeface="Wingdings" panose="05000000000000000000" pitchFamily="2" charset="2"/>
              <a:buChar char="ü"/>
            </a:pPr>
            <a:r>
              <a:rPr lang="en-US" altLang="en-US" sz="2400"/>
              <a:t>Các lợi thế về cài đặt</a:t>
            </a:r>
          </a:p>
          <a:p>
            <a:pPr marL="685800" lvl="2" defTabSz="814388">
              <a:buFont typeface="Wingdings" panose="05000000000000000000" pitchFamily="2" charset="2"/>
              <a:buChar char="ü"/>
            </a:pPr>
            <a:r>
              <a:rPr lang="en-US" altLang="en-US" sz="2400"/>
              <a:t>Vẫn có được độ tin cậy trong môi trường khắc nghiệt</a:t>
            </a:r>
          </a:p>
          <a:p>
            <a:pPr marL="685800" lvl="2" defTabSz="814388">
              <a:buFont typeface="Wingdings" panose="05000000000000000000" pitchFamily="2" charset="2"/>
              <a:buChar char="ü"/>
            </a:pPr>
            <a:r>
              <a:rPr lang="en-US" altLang="en-US" sz="2400"/>
              <a:t>Thời gian cài đặt mạng giảm xuống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203" name="Group 2">
            <a:extLst>
              <a:ext uri="{FF2B5EF4-FFF2-40B4-BE49-F238E27FC236}">
                <a16:creationId xmlns:a16="http://schemas.microsoft.com/office/drawing/2014/main" id="{B7C3524B-C709-48F7-82F9-E68FD4DFABE4}"/>
              </a:ext>
            </a:extLst>
          </p:cNvPr>
          <p:cNvGrpSpPr>
            <a:grpSpLocks/>
          </p:cNvGrpSpPr>
          <p:nvPr/>
        </p:nvGrpSpPr>
        <p:grpSpPr bwMode="auto">
          <a:xfrm>
            <a:off x="1447800" y="4375150"/>
            <a:ext cx="4267200" cy="1225550"/>
            <a:chOff x="912" y="2756"/>
            <a:chExt cx="2688" cy="772"/>
          </a:xfrm>
        </p:grpSpPr>
        <p:sp>
          <p:nvSpPr>
            <p:cNvPr id="819258" name="Rectangle 3">
              <a:extLst>
                <a:ext uri="{FF2B5EF4-FFF2-40B4-BE49-F238E27FC236}">
                  <a16:creationId xmlns:a16="http://schemas.microsoft.com/office/drawing/2014/main" id="{F28D5A30-A621-400D-B86D-10F7AEB10747}"/>
                </a:ext>
              </a:extLst>
            </p:cNvPr>
            <p:cNvSpPr>
              <a:spLocks noChangeArrowheads="1"/>
            </p:cNvSpPr>
            <p:nvPr/>
          </p:nvSpPr>
          <p:spPr bwMode="auto">
            <a:xfrm>
              <a:off x="912" y="2756"/>
              <a:ext cx="1056" cy="240"/>
            </a:xfrm>
            <a:prstGeom prst="rect">
              <a:avLst/>
            </a:prstGeom>
            <a:solidFill>
              <a:srgbClr val="339999"/>
            </a:solidFill>
            <a:ln w="9525" algn="ctr">
              <a:solidFill>
                <a:srgbClr val="246E6C"/>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59" name="Rectangle 4">
              <a:extLst>
                <a:ext uri="{FF2B5EF4-FFF2-40B4-BE49-F238E27FC236}">
                  <a16:creationId xmlns:a16="http://schemas.microsoft.com/office/drawing/2014/main" id="{0B4B1218-7AE3-4ACB-BEB8-85585B946227}"/>
                </a:ext>
              </a:extLst>
            </p:cNvPr>
            <p:cNvSpPr>
              <a:spLocks noChangeArrowheads="1"/>
            </p:cNvSpPr>
            <p:nvPr/>
          </p:nvSpPr>
          <p:spPr bwMode="auto">
            <a:xfrm>
              <a:off x="912" y="3288"/>
              <a:ext cx="1056" cy="240"/>
            </a:xfrm>
            <a:prstGeom prst="rect">
              <a:avLst/>
            </a:prstGeom>
            <a:solidFill>
              <a:srgbClr val="339999"/>
            </a:solidFill>
            <a:ln w="9525" algn="ctr">
              <a:solidFill>
                <a:srgbClr val="246E6C"/>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60" name="Text Box 5">
              <a:extLst>
                <a:ext uri="{FF2B5EF4-FFF2-40B4-BE49-F238E27FC236}">
                  <a16:creationId xmlns:a16="http://schemas.microsoft.com/office/drawing/2014/main" id="{5F2D7C1E-9662-4BE5-A8CD-93A17D80CF44}"/>
                </a:ext>
              </a:extLst>
            </p:cNvPr>
            <p:cNvSpPr txBox="1">
              <a:spLocks noChangeArrowheads="1"/>
            </p:cNvSpPr>
            <p:nvPr/>
          </p:nvSpPr>
          <p:spPr bwMode="auto">
            <a:xfrm>
              <a:off x="1008" y="2767"/>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tx2"/>
                  </a:solidFill>
                  <a:latin typeface="Arial" panose="020B0604020202020204" pitchFamily="34" charset="0"/>
                </a:rPr>
                <a:t>860 Kbps</a:t>
              </a:r>
            </a:p>
          </p:txBody>
        </p:sp>
        <p:sp>
          <p:nvSpPr>
            <p:cNvPr id="819261" name="Text Box 6">
              <a:extLst>
                <a:ext uri="{FF2B5EF4-FFF2-40B4-BE49-F238E27FC236}">
                  <a16:creationId xmlns:a16="http://schemas.microsoft.com/office/drawing/2014/main" id="{5D270724-4CA3-4A57-B431-88DBAF26A4B7}"/>
                </a:ext>
              </a:extLst>
            </p:cNvPr>
            <p:cNvSpPr txBox="1">
              <a:spLocks noChangeArrowheads="1"/>
            </p:cNvSpPr>
            <p:nvPr/>
          </p:nvSpPr>
          <p:spPr bwMode="auto">
            <a:xfrm>
              <a:off x="1008" y="3299"/>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tx2"/>
                  </a:solidFill>
                  <a:latin typeface="Arial" panose="020B0604020202020204" pitchFamily="34" charset="0"/>
                </a:rPr>
                <a:t>900 MHz</a:t>
              </a:r>
            </a:p>
          </p:txBody>
        </p:sp>
        <p:sp>
          <p:nvSpPr>
            <p:cNvPr id="819262" name="Rectangle 7">
              <a:extLst>
                <a:ext uri="{FF2B5EF4-FFF2-40B4-BE49-F238E27FC236}">
                  <a16:creationId xmlns:a16="http://schemas.microsoft.com/office/drawing/2014/main" id="{A8238AF2-8A3E-4E5E-845F-844DE7D93B35}"/>
                </a:ext>
              </a:extLst>
            </p:cNvPr>
            <p:cNvSpPr>
              <a:spLocks noChangeArrowheads="1"/>
            </p:cNvSpPr>
            <p:nvPr/>
          </p:nvSpPr>
          <p:spPr bwMode="auto">
            <a:xfrm>
              <a:off x="1972" y="2756"/>
              <a:ext cx="1628"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63" name="Rectangle 8">
              <a:extLst>
                <a:ext uri="{FF2B5EF4-FFF2-40B4-BE49-F238E27FC236}">
                  <a16:creationId xmlns:a16="http://schemas.microsoft.com/office/drawing/2014/main" id="{95B34441-84D5-43BB-B67E-E70CCBD2CBD8}"/>
                </a:ext>
              </a:extLst>
            </p:cNvPr>
            <p:cNvSpPr>
              <a:spLocks noChangeArrowheads="1"/>
            </p:cNvSpPr>
            <p:nvPr/>
          </p:nvSpPr>
          <p:spPr bwMode="auto">
            <a:xfrm>
              <a:off x="1972" y="3288"/>
              <a:ext cx="1628"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64" name="Text Box 9">
              <a:extLst>
                <a:ext uri="{FF2B5EF4-FFF2-40B4-BE49-F238E27FC236}">
                  <a16:creationId xmlns:a16="http://schemas.microsoft.com/office/drawing/2014/main" id="{072E76DC-C716-4CFE-8B1A-559FDB38A708}"/>
                </a:ext>
              </a:extLst>
            </p:cNvPr>
            <p:cNvSpPr txBox="1">
              <a:spLocks noChangeArrowheads="1"/>
            </p:cNvSpPr>
            <p:nvPr/>
          </p:nvSpPr>
          <p:spPr bwMode="auto">
            <a:xfrm>
              <a:off x="2235" y="2767"/>
              <a:ext cx="110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bg2"/>
                  </a:solidFill>
                  <a:latin typeface="Arial" panose="020B0604020202020204" pitchFamily="34" charset="0"/>
                </a:rPr>
                <a:t>1 and 2 Mbps</a:t>
              </a:r>
            </a:p>
          </p:txBody>
        </p:sp>
        <p:sp>
          <p:nvSpPr>
            <p:cNvPr id="819265" name="Text Box 10">
              <a:extLst>
                <a:ext uri="{FF2B5EF4-FFF2-40B4-BE49-F238E27FC236}">
                  <a16:creationId xmlns:a16="http://schemas.microsoft.com/office/drawing/2014/main" id="{41CCC590-3E79-4E68-9375-075E200F725B}"/>
                </a:ext>
              </a:extLst>
            </p:cNvPr>
            <p:cNvSpPr txBox="1">
              <a:spLocks noChangeArrowheads="1"/>
            </p:cNvSpPr>
            <p:nvPr/>
          </p:nvSpPr>
          <p:spPr bwMode="auto">
            <a:xfrm>
              <a:off x="2354" y="3299"/>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bg2"/>
                  </a:solidFill>
                  <a:latin typeface="Arial" panose="020B0604020202020204" pitchFamily="34" charset="0"/>
                </a:rPr>
                <a:t>2.4 GHz</a:t>
              </a:r>
            </a:p>
          </p:txBody>
        </p:sp>
        <p:sp>
          <p:nvSpPr>
            <p:cNvPr id="819266" name="Rectangle 11">
              <a:extLst>
                <a:ext uri="{FF2B5EF4-FFF2-40B4-BE49-F238E27FC236}">
                  <a16:creationId xmlns:a16="http://schemas.microsoft.com/office/drawing/2014/main" id="{545BADC3-A806-4A8F-A645-59E5729DFED7}"/>
                </a:ext>
              </a:extLst>
            </p:cNvPr>
            <p:cNvSpPr>
              <a:spLocks noChangeArrowheads="1"/>
            </p:cNvSpPr>
            <p:nvPr/>
          </p:nvSpPr>
          <p:spPr bwMode="auto">
            <a:xfrm>
              <a:off x="912" y="3022"/>
              <a:ext cx="2688" cy="240"/>
            </a:xfrm>
            <a:prstGeom prst="rect">
              <a:avLst/>
            </a:prstGeom>
            <a:solidFill>
              <a:srgbClr val="339999"/>
            </a:solidFill>
            <a:ln w="9525" algn="ctr">
              <a:solidFill>
                <a:srgbClr val="246E6C"/>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67" name="Text Box 12">
              <a:extLst>
                <a:ext uri="{FF2B5EF4-FFF2-40B4-BE49-F238E27FC236}">
                  <a16:creationId xmlns:a16="http://schemas.microsoft.com/office/drawing/2014/main" id="{9D41150E-53B9-4CFD-8013-91274C9CBEA3}"/>
                </a:ext>
              </a:extLst>
            </p:cNvPr>
            <p:cNvSpPr txBox="1">
              <a:spLocks noChangeArrowheads="1"/>
            </p:cNvSpPr>
            <p:nvPr/>
          </p:nvSpPr>
          <p:spPr bwMode="auto">
            <a:xfrm>
              <a:off x="1824" y="3032"/>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tx2"/>
                  </a:solidFill>
                  <a:latin typeface="Arial" panose="020B0604020202020204" pitchFamily="34" charset="0"/>
                </a:rPr>
                <a:t>Proprietary</a:t>
              </a:r>
            </a:p>
          </p:txBody>
        </p:sp>
      </p:grpSp>
      <p:sp>
        <p:nvSpPr>
          <p:cNvPr id="819204" name="Rectangle 13">
            <a:extLst>
              <a:ext uri="{FF2B5EF4-FFF2-40B4-BE49-F238E27FC236}">
                <a16:creationId xmlns:a16="http://schemas.microsoft.com/office/drawing/2014/main" id="{0D92CBB8-CB2A-4BAF-8521-22010B4D9D31}"/>
              </a:ext>
            </a:extLst>
          </p:cNvPr>
          <p:cNvSpPr>
            <a:spLocks noGrp="1" noChangeArrowheads="1"/>
          </p:cNvSpPr>
          <p:nvPr>
            <p:ph type="title"/>
          </p:nvPr>
        </p:nvSpPr>
        <p:spPr/>
        <p:txBody>
          <a:bodyPr/>
          <a:lstStyle/>
          <a:p>
            <a:r>
              <a:rPr lang="en-US" altLang="en-US"/>
              <a:t>Sự tiến triển của WLAN</a:t>
            </a:r>
          </a:p>
        </p:txBody>
      </p:sp>
      <p:sp>
        <p:nvSpPr>
          <p:cNvPr id="819205" name="Rectangle 14">
            <a:extLst>
              <a:ext uri="{FF2B5EF4-FFF2-40B4-BE49-F238E27FC236}">
                <a16:creationId xmlns:a16="http://schemas.microsoft.com/office/drawing/2014/main" id="{8975F879-FFB8-4B47-B918-5D92D3206797}"/>
              </a:ext>
            </a:extLst>
          </p:cNvPr>
          <p:cNvSpPr>
            <a:spLocks noGrp="1" noChangeArrowheads="1"/>
          </p:cNvSpPr>
          <p:nvPr>
            <p:ph type="body" idx="1"/>
          </p:nvPr>
        </p:nvSpPr>
        <p:spPr>
          <a:xfrm>
            <a:off x="555625" y="1371600"/>
            <a:ext cx="3405188" cy="2095500"/>
          </a:xfrm>
        </p:spPr>
        <p:txBody>
          <a:bodyPr/>
          <a:lstStyle/>
          <a:p>
            <a:pPr marL="0" indent="0" defTabSz="814388">
              <a:lnSpc>
                <a:spcPct val="90000"/>
              </a:lnSpc>
            </a:pPr>
            <a:r>
              <a:rPr lang="en-US" altLang="en-US" sz="2600"/>
              <a:t>Kho chứa hàng</a:t>
            </a:r>
          </a:p>
          <a:p>
            <a:pPr marL="0" indent="0" defTabSz="814388">
              <a:lnSpc>
                <a:spcPct val="90000"/>
              </a:lnSpc>
            </a:pPr>
            <a:r>
              <a:rPr lang="en-US" altLang="en-US" sz="2600"/>
              <a:t>Buôn bán lẻ</a:t>
            </a:r>
          </a:p>
          <a:p>
            <a:pPr marL="0" indent="0" defTabSz="814388">
              <a:lnSpc>
                <a:spcPct val="90000"/>
              </a:lnSpc>
            </a:pPr>
            <a:r>
              <a:rPr lang="en-US" altLang="en-US" sz="2600"/>
              <a:t>Chăm sóc sức khỏe</a:t>
            </a:r>
          </a:p>
          <a:p>
            <a:pPr marL="0" indent="0" defTabSz="814388">
              <a:lnSpc>
                <a:spcPct val="90000"/>
              </a:lnSpc>
            </a:pPr>
            <a:r>
              <a:rPr lang="en-US" altLang="en-US" sz="2600"/>
              <a:t>Giáo dục</a:t>
            </a:r>
          </a:p>
          <a:p>
            <a:pPr marL="0" indent="0" defTabSz="814388">
              <a:lnSpc>
                <a:spcPct val="90000"/>
              </a:lnSpc>
            </a:pPr>
            <a:r>
              <a:rPr lang="en-US" altLang="en-US" sz="2600"/>
              <a:t>Kinh doanh</a:t>
            </a:r>
          </a:p>
          <a:p>
            <a:pPr marL="0" indent="0" defTabSz="814388">
              <a:lnSpc>
                <a:spcPct val="90000"/>
              </a:lnSpc>
            </a:pPr>
            <a:r>
              <a:rPr lang="en-US" altLang="en-US" sz="2600"/>
              <a:t>Gia đình</a:t>
            </a:r>
          </a:p>
        </p:txBody>
      </p:sp>
      <p:sp>
        <p:nvSpPr>
          <p:cNvPr id="227343" name="Rectangle 15">
            <a:extLst>
              <a:ext uri="{FF2B5EF4-FFF2-40B4-BE49-F238E27FC236}">
                <a16:creationId xmlns:a16="http://schemas.microsoft.com/office/drawing/2014/main" id="{9378634C-B59F-4DAA-9177-6B7D4337DFEA}"/>
              </a:ext>
            </a:extLst>
          </p:cNvPr>
          <p:cNvSpPr>
            <a:spLocks noChangeArrowheads="1"/>
          </p:cNvSpPr>
          <p:nvPr/>
        </p:nvSpPr>
        <p:spPr bwMode="auto">
          <a:xfrm>
            <a:off x="5905500" y="5676900"/>
            <a:ext cx="987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FE9D00"/>
              </a:buClr>
              <a:buSzPct val="75000"/>
              <a:buFont typeface="Wingdings 3" panose="05040102010807070707" pitchFamily="18" charset="2"/>
              <a:buNone/>
            </a:pPr>
            <a:r>
              <a:rPr lang="en-US" altLang="en-US" sz="1400" b="1">
                <a:latin typeface="Arial" panose="020B0604020202020204" pitchFamily="34" charset="0"/>
              </a:rPr>
              <a:t>802.11    </a:t>
            </a:r>
            <a:br>
              <a:rPr lang="en-US" altLang="en-US" sz="1400" b="1">
                <a:latin typeface="Arial" panose="020B0604020202020204" pitchFamily="34" charset="0"/>
              </a:rPr>
            </a:br>
            <a:r>
              <a:rPr lang="en-US" altLang="en-US" sz="1400" b="1">
                <a:latin typeface="Arial" panose="020B0604020202020204" pitchFamily="34" charset="0"/>
              </a:rPr>
              <a:t>Ratified</a:t>
            </a:r>
          </a:p>
        </p:txBody>
      </p:sp>
      <p:sp>
        <p:nvSpPr>
          <p:cNvPr id="227344" name="Rectangle 16">
            <a:extLst>
              <a:ext uri="{FF2B5EF4-FFF2-40B4-BE49-F238E27FC236}">
                <a16:creationId xmlns:a16="http://schemas.microsoft.com/office/drawing/2014/main" id="{B6B0C96D-DC0A-4646-9EF0-E8354CEEA73B}"/>
              </a:ext>
            </a:extLst>
          </p:cNvPr>
          <p:cNvSpPr>
            <a:spLocks noChangeArrowheads="1"/>
          </p:cNvSpPr>
          <p:nvPr/>
        </p:nvSpPr>
        <p:spPr bwMode="auto">
          <a:xfrm>
            <a:off x="6818313" y="5676900"/>
            <a:ext cx="108743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FE9D00"/>
              </a:buClr>
              <a:buSzPct val="75000"/>
              <a:buFont typeface="Wingdings 3" panose="05040102010807070707" pitchFamily="18" charset="2"/>
              <a:buNone/>
            </a:pPr>
            <a:r>
              <a:rPr lang="en-US" altLang="en-US" sz="1400" b="1">
                <a:latin typeface="Arial" panose="020B0604020202020204" pitchFamily="34" charset="0"/>
              </a:rPr>
              <a:t>802.11a,b    </a:t>
            </a:r>
            <a:br>
              <a:rPr lang="en-US" altLang="en-US" sz="1400" b="1">
                <a:latin typeface="Arial" panose="020B0604020202020204" pitchFamily="34" charset="0"/>
              </a:rPr>
            </a:br>
            <a:r>
              <a:rPr lang="en-US" altLang="en-US" sz="1400" b="1">
                <a:latin typeface="Arial" panose="020B0604020202020204" pitchFamily="34" charset="0"/>
              </a:rPr>
              <a:t>Ratified</a:t>
            </a:r>
          </a:p>
        </p:txBody>
      </p:sp>
      <p:sp>
        <p:nvSpPr>
          <p:cNvPr id="227345" name="Rectangle 17">
            <a:extLst>
              <a:ext uri="{FF2B5EF4-FFF2-40B4-BE49-F238E27FC236}">
                <a16:creationId xmlns:a16="http://schemas.microsoft.com/office/drawing/2014/main" id="{CAFA0E1A-5ABC-44F7-84EC-F3E2AA31A724}"/>
              </a:ext>
            </a:extLst>
          </p:cNvPr>
          <p:cNvSpPr>
            <a:spLocks noChangeArrowheads="1"/>
          </p:cNvSpPr>
          <p:nvPr/>
        </p:nvSpPr>
        <p:spPr bwMode="auto">
          <a:xfrm>
            <a:off x="7748588" y="5676900"/>
            <a:ext cx="987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FE9D00"/>
              </a:buClr>
              <a:buSzPct val="75000"/>
              <a:buFont typeface="Wingdings 3" panose="05040102010807070707" pitchFamily="18" charset="2"/>
              <a:buNone/>
            </a:pPr>
            <a:r>
              <a:rPr lang="en-US" altLang="en-US" sz="1400" b="1">
                <a:latin typeface="Arial" panose="020B0604020202020204" pitchFamily="34" charset="0"/>
              </a:rPr>
              <a:t>802.11g    </a:t>
            </a:r>
            <a:br>
              <a:rPr lang="en-US" altLang="en-US" sz="1400" b="1">
                <a:latin typeface="Arial" panose="020B0604020202020204" pitchFamily="34" charset="0"/>
              </a:rPr>
            </a:br>
            <a:r>
              <a:rPr lang="en-US" altLang="en-US" sz="1400" b="1">
                <a:latin typeface="Arial" panose="020B0604020202020204" pitchFamily="34" charset="0"/>
              </a:rPr>
              <a:t>Drafted</a:t>
            </a:r>
          </a:p>
        </p:txBody>
      </p:sp>
      <p:grpSp>
        <p:nvGrpSpPr>
          <p:cNvPr id="819209" name="Group 18">
            <a:extLst>
              <a:ext uri="{FF2B5EF4-FFF2-40B4-BE49-F238E27FC236}">
                <a16:creationId xmlns:a16="http://schemas.microsoft.com/office/drawing/2014/main" id="{9E76FF27-874D-4269-8619-4566897C0C6E}"/>
              </a:ext>
            </a:extLst>
          </p:cNvPr>
          <p:cNvGrpSpPr>
            <a:grpSpLocks/>
          </p:cNvGrpSpPr>
          <p:nvPr/>
        </p:nvGrpSpPr>
        <p:grpSpPr bwMode="auto">
          <a:xfrm>
            <a:off x="933450" y="6140450"/>
            <a:ext cx="7273925" cy="336550"/>
            <a:chOff x="672" y="3792"/>
            <a:chExt cx="4582" cy="212"/>
          </a:xfrm>
        </p:grpSpPr>
        <p:sp>
          <p:nvSpPr>
            <p:cNvPr id="819239" name="AutoShape 19">
              <a:extLst>
                <a:ext uri="{FF2B5EF4-FFF2-40B4-BE49-F238E27FC236}">
                  <a16:creationId xmlns:a16="http://schemas.microsoft.com/office/drawing/2014/main" id="{FCF5A6D3-C01B-42F4-A43A-D5A0E05E1FCD}"/>
                </a:ext>
              </a:extLst>
            </p:cNvPr>
            <p:cNvSpPr>
              <a:spLocks noChangeArrowheads="1"/>
            </p:cNvSpPr>
            <p:nvPr/>
          </p:nvSpPr>
          <p:spPr bwMode="auto">
            <a:xfrm flipV="1">
              <a:off x="3964"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40" name="AutoShape 20">
              <a:extLst>
                <a:ext uri="{FF2B5EF4-FFF2-40B4-BE49-F238E27FC236}">
                  <a16:creationId xmlns:a16="http://schemas.microsoft.com/office/drawing/2014/main" id="{1423C15F-BC5C-4E60-9214-70841910EBEB}"/>
                </a:ext>
              </a:extLst>
            </p:cNvPr>
            <p:cNvSpPr>
              <a:spLocks noChangeArrowheads="1"/>
            </p:cNvSpPr>
            <p:nvPr/>
          </p:nvSpPr>
          <p:spPr bwMode="auto">
            <a:xfrm flipV="1">
              <a:off x="4486"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41" name="AutoShape 21">
              <a:extLst>
                <a:ext uri="{FF2B5EF4-FFF2-40B4-BE49-F238E27FC236}">
                  <a16:creationId xmlns:a16="http://schemas.microsoft.com/office/drawing/2014/main" id="{5DA96C9B-6515-402F-B26A-35EF99E88C7F}"/>
                </a:ext>
              </a:extLst>
            </p:cNvPr>
            <p:cNvSpPr>
              <a:spLocks noChangeArrowheads="1"/>
            </p:cNvSpPr>
            <p:nvPr/>
          </p:nvSpPr>
          <p:spPr bwMode="auto">
            <a:xfrm flipV="1">
              <a:off x="5019"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42" name="Rectangle 22">
              <a:extLst>
                <a:ext uri="{FF2B5EF4-FFF2-40B4-BE49-F238E27FC236}">
                  <a16:creationId xmlns:a16="http://schemas.microsoft.com/office/drawing/2014/main" id="{D6CE46BF-854D-41DC-852E-3D41C611EDE9}"/>
                </a:ext>
              </a:extLst>
            </p:cNvPr>
            <p:cNvSpPr>
              <a:spLocks noChangeArrowheads="1"/>
            </p:cNvSpPr>
            <p:nvPr/>
          </p:nvSpPr>
          <p:spPr bwMode="auto">
            <a:xfrm>
              <a:off x="698"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1986</a:t>
              </a:r>
            </a:p>
          </p:txBody>
        </p:sp>
        <p:sp>
          <p:nvSpPr>
            <p:cNvPr id="819243" name="Rectangle 23">
              <a:extLst>
                <a:ext uri="{FF2B5EF4-FFF2-40B4-BE49-F238E27FC236}">
                  <a16:creationId xmlns:a16="http://schemas.microsoft.com/office/drawing/2014/main" id="{AF87EC87-6462-4BA6-A709-F337811821A0}"/>
                </a:ext>
              </a:extLst>
            </p:cNvPr>
            <p:cNvSpPr>
              <a:spLocks noChangeArrowheads="1"/>
            </p:cNvSpPr>
            <p:nvPr/>
          </p:nvSpPr>
          <p:spPr bwMode="auto">
            <a:xfrm>
              <a:off x="1222"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1988</a:t>
              </a:r>
            </a:p>
          </p:txBody>
        </p:sp>
        <p:sp>
          <p:nvSpPr>
            <p:cNvPr id="819244" name="Rectangle 24">
              <a:extLst>
                <a:ext uri="{FF2B5EF4-FFF2-40B4-BE49-F238E27FC236}">
                  <a16:creationId xmlns:a16="http://schemas.microsoft.com/office/drawing/2014/main" id="{F253692D-4E70-45AD-A740-F686FFBD558B}"/>
                </a:ext>
              </a:extLst>
            </p:cNvPr>
            <p:cNvSpPr>
              <a:spLocks noChangeArrowheads="1"/>
            </p:cNvSpPr>
            <p:nvPr/>
          </p:nvSpPr>
          <p:spPr bwMode="auto">
            <a:xfrm>
              <a:off x="1745"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1990</a:t>
              </a:r>
            </a:p>
          </p:txBody>
        </p:sp>
        <p:sp>
          <p:nvSpPr>
            <p:cNvPr id="819245" name="Rectangle 25">
              <a:extLst>
                <a:ext uri="{FF2B5EF4-FFF2-40B4-BE49-F238E27FC236}">
                  <a16:creationId xmlns:a16="http://schemas.microsoft.com/office/drawing/2014/main" id="{4F43906D-BAC7-48CA-B1DA-C18C6AAE1AD5}"/>
                </a:ext>
              </a:extLst>
            </p:cNvPr>
            <p:cNvSpPr>
              <a:spLocks noChangeArrowheads="1"/>
            </p:cNvSpPr>
            <p:nvPr/>
          </p:nvSpPr>
          <p:spPr bwMode="auto">
            <a:xfrm>
              <a:off x="2275"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1992</a:t>
              </a:r>
            </a:p>
          </p:txBody>
        </p:sp>
        <p:sp>
          <p:nvSpPr>
            <p:cNvPr id="819246" name="Rectangle 26">
              <a:extLst>
                <a:ext uri="{FF2B5EF4-FFF2-40B4-BE49-F238E27FC236}">
                  <a16:creationId xmlns:a16="http://schemas.microsoft.com/office/drawing/2014/main" id="{DEAE278D-A767-4A7E-B9D5-BAFADCE51DE9}"/>
                </a:ext>
              </a:extLst>
            </p:cNvPr>
            <p:cNvSpPr>
              <a:spLocks noChangeArrowheads="1"/>
            </p:cNvSpPr>
            <p:nvPr/>
          </p:nvSpPr>
          <p:spPr bwMode="auto">
            <a:xfrm>
              <a:off x="2789"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1994</a:t>
              </a:r>
            </a:p>
          </p:txBody>
        </p:sp>
        <p:sp>
          <p:nvSpPr>
            <p:cNvPr id="819247" name="Rectangle 27">
              <a:extLst>
                <a:ext uri="{FF2B5EF4-FFF2-40B4-BE49-F238E27FC236}">
                  <a16:creationId xmlns:a16="http://schemas.microsoft.com/office/drawing/2014/main" id="{0E7EF95A-3A3B-4526-8ED8-390BD0EDA819}"/>
                </a:ext>
              </a:extLst>
            </p:cNvPr>
            <p:cNvSpPr>
              <a:spLocks noChangeArrowheads="1"/>
            </p:cNvSpPr>
            <p:nvPr/>
          </p:nvSpPr>
          <p:spPr bwMode="auto">
            <a:xfrm>
              <a:off x="3317"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1996</a:t>
              </a:r>
            </a:p>
          </p:txBody>
        </p:sp>
        <p:sp>
          <p:nvSpPr>
            <p:cNvPr id="819248" name="Rectangle 28">
              <a:extLst>
                <a:ext uri="{FF2B5EF4-FFF2-40B4-BE49-F238E27FC236}">
                  <a16:creationId xmlns:a16="http://schemas.microsoft.com/office/drawing/2014/main" id="{FD52428C-C77F-45F2-B78F-EE53AB24FD2E}"/>
                </a:ext>
              </a:extLst>
            </p:cNvPr>
            <p:cNvSpPr>
              <a:spLocks noChangeArrowheads="1"/>
            </p:cNvSpPr>
            <p:nvPr/>
          </p:nvSpPr>
          <p:spPr bwMode="auto">
            <a:xfrm>
              <a:off x="3853"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1998</a:t>
              </a:r>
            </a:p>
          </p:txBody>
        </p:sp>
        <p:sp>
          <p:nvSpPr>
            <p:cNvPr id="819249" name="Rectangle 29">
              <a:extLst>
                <a:ext uri="{FF2B5EF4-FFF2-40B4-BE49-F238E27FC236}">
                  <a16:creationId xmlns:a16="http://schemas.microsoft.com/office/drawing/2014/main" id="{0D88A8E7-DE42-44D9-BAAF-96D4A6F3CA22}"/>
                </a:ext>
              </a:extLst>
            </p:cNvPr>
            <p:cNvSpPr>
              <a:spLocks noChangeArrowheads="1"/>
            </p:cNvSpPr>
            <p:nvPr/>
          </p:nvSpPr>
          <p:spPr bwMode="auto">
            <a:xfrm>
              <a:off x="4375"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2000</a:t>
              </a:r>
            </a:p>
          </p:txBody>
        </p:sp>
        <p:sp>
          <p:nvSpPr>
            <p:cNvPr id="819250" name="Rectangle 30">
              <a:extLst>
                <a:ext uri="{FF2B5EF4-FFF2-40B4-BE49-F238E27FC236}">
                  <a16:creationId xmlns:a16="http://schemas.microsoft.com/office/drawing/2014/main" id="{AF34C212-7CDE-48D1-ADE6-5317E91D1C8C}"/>
                </a:ext>
              </a:extLst>
            </p:cNvPr>
            <p:cNvSpPr>
              <a:spLocks noChangeArrowheads="1"/>
            </p:cNvSpPr>
            <p:nvPr/>
          </p:nvSpPr>
          <p:spPr bwMode="auto">
            <a:xfrm>
              <a:off x="4895"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2002</a:t>
              </a:r>
            </a:p>
          </p:txBody>
        </p:sp>
        <p:sp>
          <p:nvSpPr>
            <p:cNvPr id="819251" name="AutoShape 31">
              <a:extLst>
                <a:ext uri="{FF2B5EF4-FFF2-40B4-BE49-F238E27FC236}">
                  <a16:creationId xmlns:a16="http://schemas.microsoft.com/office/drawing/2014/main" id="{A9EA81E6-99F9-45CA-B196-11B43D6048B6}"/>
                </a:ext>
              </a:extLst>
            </p:cNvPr>
            <p:cNvSpPr>
              <a:spLocks noChangeArrowheads="1"/>
            </p:cNvSpPr>
            <p:nvPr/>
          </p:nvSpPr>
          <p:spPr bwMode="auto">
            <a:xfrm flipV="1">
              <a:off x="816"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52" name="AutoShape 32">
              <a:extLst>
                <a:ext uri="{FF2B5EF4-FFF2-40B4-BE49-F238E27FC236}">
                  <a16:creationId xmlns:a16="http://schemas.microsoft.com/office/drawing/2014/main" id="{868C0628-E7AD-486E-96D6-EA962165A0B9}"/>
                </a:ext>
              </a:extLst>
            </p:cNvPr>
            <p:cNvSpPr>
              <a:spLocks noChangeArrowheads="1"/>
            </p:cNvSpPr>
            <p:nvPr/>
          </p:nvSpPr>
          <p:spPr bwMode="auto">
            <a:xfrm flipV="1">
              <a:off x="1352" y="3792"/>
              <a:ext cx="88"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53" name="AutoShape 33">
              <a:extLst>
                <a:ext uri="{FF2B5EF4-FFF2-40B4-BE49-F238E27FC236}">
                  <a16:creationId xmlns:a16="http://schemas.microsoft.com/office/drawing/2014/main" id="{38F6D749-4B3F-491A-A799-AB90C03C543D}"/>
                </a:ext>
              </a:extLst>
            </p:cNvPr>
            <p:cNvSpPr>
              <a:spLocks noChangeArrowheads="1"/>
            </p:cNvSpPr>
            <p:nvPr/>
          </p:nvSpPr>
          <p:spPr bwMode="auto">
            <a:xfrm flipV="1">
              <a:off x="2400"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54" name="AutoShape 34">
              <a:extLst>
                <a:ext uri="{FF2B5EF4-FFF2-40B4-BE49-F238E27FC236}">
                  <a16:creationId xmlns:a16="http://schemas.microsoft.com/office/drawing/2014/main" id="{10324BA0-FBC5-4605-864F-8EC7C4437A07}"/>
                </a:ext>
              </a:extLst>
            </p:cNvPr>
            <p:cNvSpPr>
              <a:spLocks noChangeArrowheads="1"/>
            </p:cNvSpPr>
            <p:nvPr/>
          </p:nvSpPr>
          <p:spPr bwMode="auto">
            <a:xfrm flipV="1">
              <a:off x="1880" y="3792"/>
              <a:ext cx="88"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55" name="AutoShape 35">
              <a:extLst>
                <a:ext uri="{FF2B5EF4-FFF2-40B4-BE49-F238E27FC236}">
                  <a16:creationId xmlns:a16="http://schemas.microsoft.com/office/drawing/2014/main" id="{D219E824-A16A-4425-9152-47CB5D4D2AAF}"/>
                </a:ext>
              </a:extLst>
            </p:cNvPr>
            <p:cNvSpPr>
              <a:spLocks noChangeArrowheads="1"/>
            </p:cNvSpPr>
            <p:nvPr/>
          </p:nvSpPr>
          <p:spPr bwMode="auto">
            <a:xfrm flipV="1">
              <a:off x="2921"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56" name="AutoShape 36">
              <a:extLst>
                <a:ext uri="{FF2B5EF4-FFF2-40B4-BE49-F238E27FC236}">
                  <a16:creationId xmlns:a16="http://schemas.microsoft.com/office/drawing/2014/main" id="{790CE540-69CB-4EE7-82EB-F2503AB75B3C}"/>
                </a:ext>
              </a:extLst>
            </p:cNvPr>
            <p:cNvSpPr>
              <a:spLocks noChangeArrowheads="1"/>
            </p:cNvSpPr>
            <p:nvPr/>
          </p:nvSpPr>
          <p:spPr bwMode="auto">
            <a:xfrm flipV="1">
              <a:off x="3449"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57" name="Line 37">
              <a:extLst>
                <a:ext uri="{FF2B5EF4-FFF2-40B4-BE49-F238E27FC236}">
                  <a16:creationId xmlns:a16="http://schemas.microsoft.com/office/drawing/2014/main" id="{2AC2AF47-1658-423E-97E8-21FB6B3598AB}"/>
                </a:ext>
              </a:extLst>
            </p:cNvPr>
            <p:cNvSpPr>
              <a:spLocks noChangeShapeType="1"/>
            </p:cNvSpPr>
            <p:nvPr/>
          </p:nvSpPr>
          <p:spPr bwMode="auto">
            <a:xfrm>
              <a:off x="672" y="3792"/>
              <a:ext cx="4582" cy="0"/>
            </a:xfrm>
            <a:prstGeom prst="line">
              <a:avLst/>
            </a:prstGeom>
            <a:noFill/>
            <a:ln w="28575">
              <a:solidFill>
                <a:srgbClr val="B2B2B2"/>
              </a:solidFill>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38">
            <a:extLst>
              <a:ext uri="{FF2B5EF4-FFF2-40B4-BE49-F238E27FC236}">
                <a16:creationId xmlns:a16="http://schemas.microsoft.com/office/drawing/2014/main" id="{F0A4B2CA-1376-4601-A09B-47D55A2E5584}"/>
              </a:ext>
            </a:extLst>
          </p:cNvPr>
          <p:cNvGrpSpPr>
            <a:grpSpLocks/>
          </p:cNvGrpSpPr>
          <p:nvPr/>
        </p:nvGrpSpPr>
        <p:grpSpPr bwMode="auto">
          <a:xfrm>
            <a:off x="3130550" y="4375150"/>
            <a:ext cx="3194050" cy="381000"/>
            <a:chOff x="1972" y="2756"/>
            <a:chExt cx="2012" cy="240"/>
          </a:xfrm>
        </p:grpSpPr>
        <p:sp>
          <p:nvSpPr>
            <p:cNvPr id="819237" name="Rectangle 39">
              <a:extLst>
                <a:ext uri="{FF2B5EF4-FFF2-40B4-BE49-F238E27FC236}">
                  <a16:creationId xmlns:a16="http://schemas.microsoft.com/office/drawing/2014/main" id="{6DD750B5-55EC-4BB3-A806-C8C914C882A5}"/>
                </a:ext>
              </a:extLst>
            </p:cNvPr>
            <p:cNvSpPr>
              <a:spLocks noChangeArrowheads="1"/>
            </p:cNvSpPr>
            <p:nvPr/>
          </p:nvSpPr>
          <p:spPr bwMode="auto">
            <a:xfrm>
              <a:off x="1972" y="2756"/>
              <a:ext cx="2012"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38" name="Text Box 40">
              <a:extLst>
                <a:ext uri="{FF2B5EF4-FFF2-40B4-BE49-F238E27FC236}">
                  <a16:creationId xmlns:a16="http://schemas.microsoft.com/office/drawing/2014/main" id="{FC5244D8-F3BA-487A-9822-CA008B065C0F}"/>
                </a:ext>
              </a:extLst>
            </p:cNvPr>
            <p:cNvSpPr txBox="1">
              <a:spLocks noChangeArrowheads="1"/>
            </p:cNvSpPr>
            <p:nvPr/>
          </p:nvSpPr>
          <p:spPr bwMode="auto">
            <a:xfrm>
              <a:off x="2427" y="2767"/>
              <a:ext cx="110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1 and 2 Mbps</a:t>
              </a:r>
            </a:p>
          </p:txBody>
        </p:sp>
      </p:grpSp>
      <p:grpSp>
        <p:nvGrpSpPr>
          <p:cNvPr id="5" name="Group 41">
            <a:extLst>
              <a:ext uri="{FF2B5EF4-FFF2-40B4-BE49-F238E27FC236}">
                <a16:creationId xmlns:a16="http://schemas.microsoft.com/office/drawing/2014/main" id="{90E3F76B-6B02-4D66-91B1-221A86C7361F}"/>
              </a:ext>
            </a:extLst>
          </p:cNvPr>
          <p:cNvGrpSpPr>
            <a:grpSpLocks/>
          </p:cNvGrpSpPr>
          <p:nvPr/>
        </p:nvGrpSpPr>
        <p:grpSpPr bwMode="auto">
          <a:xfrm>
            <a:off x="3130550" y="5219700"/>
            <a:ext cx="5251450" cy="381000"/>
            <a:chOff x="1972" y="3288"/>
            <a:chExt cx="3308" cy="240"/>
          </a:xfrm>
        </p:grpSpPr>
        <p:sp>
          <p:nvSpPr>
            <p:cNvPr id="819235" name="Rectangle 42">
              <a:extLst>
                <a:ext uri="{FF2B5EF4-FFF2-40B4-BE49-F238E27FC236}">
                  <a16:creationId xmlns:a16="http://schemas.microsoft.com/office/drawing/2014/main" id="{19BE1D8B-D682-4205-8F05-4E105337D661}"/>
                </a:ext>
              </a:extLst>
            </p:cNvPr>
            <p:cNvSpPr>
              <a:spLocks noChangeArrowheads="1"/>
            </p:cNvSpPr>
            <p:nvPr/>
          </p:nvSpPr>
          <p:spPr bwMode="auto">
            <a:xfrm>
              <a:off x="1972" y="3288"/>
              <a:ext cx="3308"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36" name="Text Box 43">
              <a:extLst>
                <a:ext uri="{FF2B5EF4-FFF2-40B4-BE49-F238E27FC236}">
                  <a16:creationId xmlns:a16="http://schemas.microsoft.com/office/drawing/2014/main" id="{7380359D-C337-4526-9040-39F7C13FA1AA}"/>
                </a:ext>
              </a:extLst>
            </p:cNvPr>
            <p:cNvSpPr txBox="1">
              <a:spLocks noChangeArrowheads="1"/>
            </p:cNvSpPr>
            <p:nvPr/>
          </p:nvSpPr>
          <p:spPr bwMode="auto">
            <a:xfrm>
              <a:off x="3194" y="3299"/>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2.4 GHz</a:t>
              </a:r>
            </a:p>
          </p:txBody>
        </p:sp>
      </p:grpSp>
      <p:grpSp>
        <p:nvGrpSpPr>
          <p:cNvPr id="6" name="Group 44">
            <a:extLst>
              <a:ext uri="{FF2B5EF4-FFF2-40B4-BE49-F238E27FC236}">
                <a16:creationId xmlns:a16="http://schemas.microsoft.com/office/drawing/2014/main" id="{6A293373-9A1F-42CA-8D2C-D56EF05A09F3}"/>
              </a:ext>
            </a:extLst>
          </p:cNvPr>
          <p:cNvGrpSpPr>
            <a:grpSpLocks/>
          </p:cNvGrpSpPr>
          <p:nvPr/>
        </p:nvGrpSpPr>
        <p:grpSpPr bwMode="auto">
          <a:xfrm>
            <a:off x="6019800" y="4376738"/>
            <a:ext cx="2362200" cy="381000"/>
            <a:chOff x="3792" y="2757"/>
            <a:chExt cx="1488" cy="240"/>
          </a:xfrm>
        </p:grpSpPr>
        <p:sp>
          <p:nvSpPr>
            <p:cNvPr id="819233" name="Rectangle 45">
              <a:extLst>
                <a:ext uri="{FF2B5EF4-FFF2-40B4-BE49-F238E27FC236}">
                  <a16:creationId xmlns:a16="http://schemas.microsoft.com/office/drawing/2014/main" id="{E946AC62-7A30-4285-99F9-A1734EBFE1C5}"/>
                </a:ext>
              </a:extLst>
            </p:cNvPr>
            <p:cNvSpPr>
              <a:spLocks noChangeArrowheads="1"/>
            </p:cNvSpPr>
            <p:nvPr/>
          </p:nvSpPr>
          <p:spPr bwMode="auto">
            <a:xfrm>
              <a:off x="3984" y="2757"/>
              <a:ext cx="1296" cy="240"/>
            </a:xfrm>
            <a:prstGeom prst="rect">
              <a:avLst/>
            </a:prstGeom>
            <a:solidFill>
              <a:srgbClr val="CCCC66"/>
            </a:solidFill>
            <a:ln w="9525" algn="ctr">
              <a:solidFill>
                <a:srgbClr val="A8A537"/>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34" name="Text Box 46">
              <a:extLst>
                <a:ext uri="{FF2B5EF4-FFF2-40B4-BE49-F238E27FC236}">
                  <a16:creationId xmlns:a16="http://schemas.microsoft.com/office/drawing/2014/main" id="{1D2CE3E3-527C-438B-AA01-1054E314A8B5}"/>
                </a:ext>
              </a:extLst>
            </p:cNvPr>
            <p:cNvSpPr txBox="1">
              <a:spLocks noChangeArrowheads="1"/>
            </p:cNvSpPr>
            <p:nvPr/>
          </p:nvSpPr>
          <p:spPr bwMode="auto">
            <a:xfrm>
              <a:off x="3792" y="2768"/>
              <a:ext cx="110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11 Mbps</a:t>
              </a:r>
            </a:p>
          </p:txBody>
        </p:sp>
      </p:grpSp>
      <p:grpSp>
        <p:nvGrpSpPr>
          <p:cNvPr id="7" name="Group 47">
            <a:extLst>
              <a:ext uri="{FF2B5EF4-FFF2-40B4-BE49-F238E27FC236}">
                <a16:creationId xmlns:a16="http://schemas.microsoft.com/office/drawing/2014/main" id="{6AB057D9-50B3-46C4-BAC6-D2D0E128DAC8}"/>
              </a:ext>
            </a:extLst>
          </p:cNvPr>
          <p:cNvGrpSpPr>
            <a:grpSpLocks/>
          </p:cNvGrpSpPr>
          <p:nvPr/>
        </p:nvGrpSpPr>
        <p:grpSpPr bwMode="auto">
          <a:xfrm>
            <a:off x="7315200" y="4340225"/>
            <a:ext cx="1135063" cy="347663"/>
            <a:chOff x="4637" y="2704"/>
            <a:chExt cx="715" cy="219"/>
          </a:xfrm>
        </p:grpSpPr>
        <p:sp>
          <p:nvSpPr>
            <p:cNvPr id="819231" name="Rectangle 48">
              <a:extLst>
                <a:ext uri="{FF2B5EF4-FFF2-40B4-BE49-F238E27FC236}">
                  <a16:creationId xmlns:a16="http://schemas.microsoft.com/office/drawing/2014/main" id="{2F71901F-7635-4039-9F02-61A676E404D4}"/>
                </a:ext>
              </a:extLst>
            </p:cNvPr>
            <p:cNvSpPr>
              <a:spLocks noChangeArrowheads="1"/>
            </p:cNvSpPr>
            <p:nvPr/>
          </p:nvSpPr>
          <p:spPr bwMode="auto">
            <a:xfrm>
              <a:off x="4683" y="2729"/>
              <a:ext cx="624" cy="168"/>
            </a:xfrm>
            <a:prstGeom prst="rect">
              <a:avLst/>
            </a:prstGeom>
            <a:solidFill>
              <a:srgbClr val="FF9900"/>
            </a:solidFill>
            <a:ln w="9525" algn="ctr">
              <a:solidFill>
                <a:srgbClr val="B26A00"/>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32" name="Text Box 49">
              <a:extLst>
                <a:ext uri="{FF2B5EF4-FFF2-40B4-BE49-F238E27FC236}">
                  <a16:creationId xmlns:a16="http://schemas.microsoft.com/office/drawing/2014/main" id="{0EC4125A-CEF4-4F35-9385-0D0D45BC91BB}"/>
                </a:ext>
              </a:extLst>
            </p:cNvPr>
            <p:cNvSpPr txBox="1">
              <a:spLocks noChangeArrowheads="1"/>
            </p:cNvSpPr>
            <p:nvPr/>
          </p:nvSpPr>
          <p:spPr bwMode="auto">
            <a:xfrm>
              <a:off x="4637" y="2704"/>
              <a:ext cx="71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54 Mbps</a:t>
              </a:r>
            </a:p>
          </p:txBody>
        </p:sp>
      </p:grpSp>
      <p:grpSp>
        <p:nvGrpSpPr>
          <p:cNvPr id="8" name="Group 50">
            <a:extLst>
              <a:ext uri="{FF2B5EF4-FFF2-40B4-BE49-F238E27FC236}">
                <a16:creationId xmlns:a16="http://schemas.microsoft.com/office/drawing/2014/main" id="{D8DE12E7-D75C-4C5C-BF0A-C36BB6E6EB48}"/>
              </a:ext>
            </a:extLst>
          </p:cNvPr>
          <p:cNvGrpSpPr>
            <a:grpSpLocks/>
          </p:cNvGrpSpPr>
          <p:nvPr/>
        </p:nvGrpSpPr>
        <p:grpSpPr bwMode="auto">
          <a:xfrm>
            <a:off x="5724525" y="4795838"/>
            <a:ext cx="2657475" cy="381000"/>
            <a:chOff x="3606" y="3021"/>
            <a:chExt cx="1674" cy="240"/>
          </a:xfrm>
        </p:grpSpPr>
        <p:sp>
          <p:nvSpPr>
            <p:cNvPr id="819229" name="Rectangle 51">
              <a:extLst>
                <a:ext uri="{FF2B5EF4-FFF2-40B4-BE49-F238E27FC236}">
                  <a16:creationId xmlns:a16="http://schemas.microsoft.com/office/drawing/2014/main" id="{F5656E72-AA2F-42EA-B7DA-AFC6B12C4D7B}"/>
                </a:ext>
              </a:extLst>
            </p:cNvPr>
            <p:cNvSpPr>
              <a:spLocks noChangeArrowheads="1"/>
            </p:cNvSpPr>
            <p:nvPr/>
          </p:nvSpPr>
          <p:spPr bwMode="auto">
            <a:xfrm>
              <a:off x="3606" y="3021"/>
              <a:ext cx="1674" cy="240"/>
            </a:xfrm>
            <a:prstGeom prst="rect">
              <a:avLst/>
            </a:prstGeom>
            <a:solidFill>
              <a:srgbClr val="CCCC66"/>
            </a:solidFill>
            <a:ln w="9525" algn="ctr">
              <a:solidFill>
                <a:srgbClr val="A8A537"/>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30" name="Text Box 52">
              <a:extLst>
                <a:ext uri="{FF2B5EF4-FFF2-40B4-BE49-F238E27FC236}">
                  <a16:creationId xmlns:a16="http://schemas.microsoft.com/office/drawing/2014/main" id="{839ECDE7-751F-4F0B-BCB3-42F772FE4770}"/>
                </a:ext>
              </a:extLst>
            </p:cNvPr>
            <p:cNvSpPr txBox="1">
              <a:spLocks noChangeArrowheads="1"/>
            </p:cNvSpPr>
            <p:nvPr/>
          </p:nvSpPr>
          <p:spPr bwMode="auto">
            <a:xfrm>
              <a:off x="3797" y="3031"/>
              <a:ext cx="129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Standards-based</a:t>
              </a:r>
            </a:p>
          </p:txBody>
        </p:sp>
      </p:grpSp>
      <p:grpSp>
        <p:nvGrpSpPr>
          <p:cNvPr id="9" name="Group 53">
            <a:extLst>
              <a:ext uri="{FF2B5EF4-FFF2-40B4-BE49-F238E27FC236}">
                <a16:creationId xmlns:a16="http://schemas.microsoft.com/office/drawing/2014/main" id="{D5D5E53E-6D34-4AC1-B50E-ABBEBA9FED51}"/>
              </a:ext>
            </a:extLst>
          </p:cNvPr>
          <p:cNvGrpSpPr>
            <a:grpSpLocks/>
          </p:cNvGrpSpPr>
          <p:nvPr/>
        </p:nvGrpSpPr>
        <p:grpSpPr bwMode="auto">
          <a:xfrm>
            <a:off x="7391400" y="5181600"/>
            <a:ext cx="990600" cy="347663"/>
            <a:chOff x="4656" y="3285"/>
            <a:chExt cx="624" cy="219"/>
          </a:xfrm>
        </p:grpSpPr>
        <p:sp>
          <p:nvSpPr>
            <p:cNvPr id="819227" name="Rectangle 54">
              <a:extLst>
                <a:ext uri="{FF2B5EF4-FFF2-40B4-BE49-F238E27FC236}">
                  <a16:creationId xmlns:a16="http://schemas.microsoft.com/office/drawing/2014/main" id="{24501358-8516-4BFF-942F-6998E5BE9DFA}"/>
                </a:ext>
              </a:extLst>
            </p:cNvPr>
            <p:cNvSpPr>
              <a:spLocks noChangeArrowheads="1"/>
            </p:cNvSpPr>
            <p:nvPr/>
          </p:nvSpPr>
          <p:spPr bwMode="auto">
            <a:xfrm>
              <a:off x="4656" y="3311"/>
              <a:ext cx="624" cy="168"/>
            </a:xfrm>
            <a:prstGeom prst="rect">
              <a:avLst/>
            </a:prstGeom>
            <a:solidFill>
              <a:srgbClr val="FF9900"/>
            </a:solidFill>
            <a:ln w="9525" algn="ctr">
              <a:solidFill>
                <a:srgbClr val="B26A00"/>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19228" name="Text Box 55">
              <a:extLst>
                <a:ext uri="{FF2B5EF4-FFF2-40B4-BE49-F238E27FC236}">
                  <a16:creationId xmlns:a16="http://schemas.microsoft.com/office/drawing/2014/main" id="{DF9DB431-4696-4134-BEF9-43437559F813}"/>
                </a:ext>
              </a:extLst>
            </p:cNvPr>
            <p:cNvSpPr txBox="1">
              <a:spLocks noChangeArrowheads="1"/>
            </p:cNvSpPr>
            <p:nvPr/>
          </p:nvSpPr>
          <p:spPr bwMode="auto">
            <a:xfrm>
              <a:off x="4706" y="3285"/>
              <a:ext cx="52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5 GHz</a:t>
              </a:r>
            </a:p>
          </p:txBody>
        </p:sp>
      </p:grpSp>
      <p:sp>
        <p:nvSpPr>
          <p:cNvPr id="227384" name="Line 56">
            <a:extLst>
              <a:ext uri="{FF2B5EF4-FFF2-40B4-BE49-F238E27FC236}">
                <a16:creationId xmlns:a16="http://schemas.microsoft.com/office/drawing/2014/main" id="{9803F96D-93F8-4EB2-A173-A37A1AF8E05D}"/>
              </a:ext>
            </a:extLst>
          </p:cNvPr>
          <p:cNvSpPr>
            <a:spLocks noChangeShapeType="1"/>
          </p:cNvSpPr>
          <p:nvPr/>
        </p:nvSpPr>
        <p:spPr bwMode="auto">
          <a:xfrm flipH="1" flipV="1">
            <a:off x="7772400" y="5768975"/>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27385" name="Line 57">
            <a:extLst>
              <a:ext uri="{FF2B5EF4-FFF2-40B4-BE49-F238E27FC236}">
                <a16:creationId xmlns:a16="http://schemas.microsoft.com/office/drawing/2014/main" id="{C536BBB4-CA54-4962-BB40-7A9F3BEBD9FC}"/>
              </a:ext>
            </a:extLst>
          </p:cNvPr>
          <p:cNvSpPr>
            <a:spLocks noChangeShapeType="1"/>
          </p:cNvSpPr>
          <p:nvPr/>
        </p:nvSpPr>
        <p:spPr bwMode="auto">
          <a:xfrm flipH="1" flipV="1">
            <a:off x="6838950" y="5768975"/>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27386" name="Line 58">
            <a:extLst>
              <a:ext uri="{FF2B5EF4-FFF2-40B4-BE49-F238E27FC236}">
                <a16:creationId xmlns:a16="http://schemas.microsoft.com/office/drawing/2014/main" id="{C11C1377-44F9-4EAC-AB09-34D024274DED}"/>
              </a:ext>
            </a:extLst>
          </p:cNvPr>
          <p:cNvSpPr>
            <a:spLocks noChangeShapeType="1"/>
          </p:cNvSpPr>
          <p:nvPr/>
        </p:nvSpPr>
        <p:spPr bwMode="auto">
          <a:xfrm flipH="1" flipV="1">
            <a:off x="5913438" y="5768975"/>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grpSp>
        <p:nvGrpSpPr>
          <p:cNvPr id="819219" name="Group 59">
            <a:extLst>
              <a:ext uri="{FF2B5EF4-FFF2-40B4-BE49-F238E27FC236}">
                <a16:creationId xmlns:a16="http://schemas.microsoft.com/office/drawing/2014/main" id="{A5731380-CA70-47CD-889D-5941CBDC800C}"/>
              </a:ext>
            </a:extLst>
          </p:cNvPr>
          <p:cNvGrpSpPr>
            <a:grpSpLocks/>
          </p:cNvGrpSpPr>
          <p:nvPr/>
        </p:nvGrpSpPr>
        <p:grpSpPr bwMode="auto">
          <a:xfrm>
            <a:off x="207963" y="4392613"/>
            <a:ext cx="1195387" cy="1190625"/>
            <a:chOff x="131" y="2767"/>
            <a:chExt cx="753" cy="750"/>
          </a:xfrm>
        </p:grpSpPr>
        <p:sp>
          <p:nvSpPr>
            <p:cNvPr id="819224" name="Text Box 60">
              <a:extLst>
                <a:ext uri="{FF2B5EF4-FFF2-40B4-BE49-F238E27FC236}">
                  <a16:creationId xmlns:a16="http://schemas.microsoft.com/office/drawing/2014/main" id="{39E9FF2F-886D-401D-A05A-651DFFB45672}"/>
                </a:ext>
              </a:extLst>
            </p:cNvPr>
            <p:cNvSpPr txBox="1">
              <a:spLocks noChangeArrowheads="1"/>
            </p:cNvSpPr>
            <p:nvPr/>
          </p:nvSpPr>
          <p:spPr bwMode="auto">
            <a:xfrm>
              <a:off x="170" y="3298"/>
              <a:ext cx="71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71529" tIns="35764" rIns="71529" bIns="35764" anchor="ctr">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50000"/>
                </a:spcBef>
                <a:buClrTx/>
                <a:buSzTx/>
                <a:buFontTx/>
                <a:buNone/>
              </a:pPr>
              <a:r>
                <a:rPr lang="en-US" altLang="en-US" sz="1800" b="1">
                  <a:latin typeface="Arial" panose="020B0604020202020204" pitchFamily="34" charset="0"/>
                </a:rPr>
                <a:t>Radio</a:t>
              </a:r>
            </a:p>
          </p:txBody>
        </p:sp>
        <p:sp>
          <p:nvSpPr>
            <p:cNvPr id="819225" name="Text Box 61">
              <a:extLst>
                <a:ext uri="{FF2B5EF4-FFF2-40B4-BE49-F238E27FC236}">
                  <a16:creationId xmlns:a16="http://schemas.microsoft.com/office/drawing/2014/main" id="{81B244DD-025E-4197-A1CF-333C7F175B22}"/>
                </a:ext>
              </a:extLst>
            </p:cNvPr>
            <p:cNvSpPr txBox="1">
              <a:spLocks noChangeArrowheads="1"/>
            </p:cNvSpPr>
            <p:nvPr/>
          </p:nvSpPr>
          <p:spPr bwMode="auto">
            <a:xfrm>
              <a:off x="131" y="3032"/>
              <a:ext cx="75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71529" tIns="35764" rIns="71529" bIns="35764" anchor="ctr">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50000"/>
                </a:spcBef>
                <a:buClrTx/>
                <a:buSzTx/>
                <a:buFontTx/>
                <a:buNone/>
              </a:pPr>
              <a:r>
                <a:rPr lang="en-US" altLang="en-US" sz="1800" b="1">
                  <a:latin typeface="Arial" panose="020B0604020202020204" pitchFamily="34" charset="0"/>
                </a:rPr>
                <a:t>Network</a:t>
              </a:r>
              <a:endParaRPr lang="en-US" altLang="en-US" sz="1800">
                <a:latin typeface="Arial" panose="020B0604020202020204" pitchFamily="34" charset="0"/>
              </a:endParaRPr>
            </a:p>
          </p:txBody>
        </p:sp>
        <p:sp>
          <p:nvSpPr>
            <p:cNvPr id="819226" name="Rectangle 62">
              <a:extLst>
                <a:ext uri="{FF2B5EF4-FFF2-40B4-BE49-F238E27FC236}">
                  <a16:creationId xmlns:a16="http://schemas.microsoft.com/office/drawing/2014/main" id="{5A8302F5-6EEC-41F3-865F-17E1888B9F26}"/>
                </a:ext>
              </a:extLst>
            </p:cNvPr>
            <p:cNvSpPr>
              <a:spLocks noChangeArrowheads="1"/>
            </p:cNvSpPr>
            <p:nvPr/>
          </p:nvSpPr>
          <p:spPr bwMode="auto">
            <a:xfrm>
              <a:off x="281" y="2767"/>
              <a:ext cx="60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71529" tIns="35764" rIns="71529" bIns="35764" anchor="ctr">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1800" b="1">
                  <a:latin typeface="Arial" panose="020B0604020202020204" pitchFamily="34" charset="0"/>
                </a:rPr>
                <a:t>Speed</a:t>
              </a:r>
            </a:p>
          </p:txBody>
        </p:sp>
      </p:grpSp>
      <p:sp>
        <p:nvSpPr>
          <p:cNvPr id="227391" name="Rectangle 63">
            <a:extLst>
              <a:ext uri="{FF2B5EF4-FFF2-40B4-BE49-F238E27FC236}">
                <a16:creationId xmlns:a16="http://schemas.microsoft.com/office/drawing/2014/main" id="{95517B13-E82B-412E-B978-6D1A93DD3089}"/>
              </a:ext>
            </a:extLst>
          </p:cNvPr>
          <p:cNvSpPr>
            <a:spLocks noChangeArrowheads="1"/>
          </p:cNvSpPr>
          <p:nvPr/>
        </p:nvSpPr>
        <p:spPr bwMode="auto">
          <a:xfrm>
            <a:off x="3609975" y="5689600"/>
            <a:ext cx="21050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marL="177800" indent="-177800"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B2B2B2"/>
              </a:buClr>
              <a:buSzPct val="75000"/>
              <a:buFont typeface="Wingdings 3" panose="05040102010807070707" pitchFamily="18" charset="2"/>
              <a:buChar char=""/>
            </a:pPr>
            <a:r>
              <a:rPr lang="en-US" altLang="en-US" sz="1400" b="1">
                <a:latin typeface="Arial" panose="020B0604020202020204" pitchFamily="34" charset="0"/>
              </a:rPr>
              <a:t>IEEE 802.11Begins Drafting</a:t>
            </a:r>
          </a:p>
        </p:txBody>
      </p:sp>
      <p:sp>
        <p:nvSpPr>
          <p:cNvPr id="227392" name="Line 64">
            <a:extLst>
              <a:ext uri="{FF2B5EF4-FFF2-40B4-BE49-F238E27FC236}">
                <a16:creationId xmlns:a16="http://schemas.microsoft.com/office/drawing/2014/main" id="{1E71716E-8FF6-4336-9BD5-64D9B4A5257C}"/>
              </a:ext>
            </a:extLst>
          </p:cNvPr>
          <p:cNvSpPr>
            <a:spLocks noChangeShapeType="1"/>
          </p:cNvSpPr>
          <p:nvPr/>
        </p:nvSpPr>
        <p:spPr bwMode="auto">
          <a:xfrm flipH="1" flipV="1">
            <a:off x="3752850" y="5765800"/>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pic>
        <p:nvPicPr>
          <p:cNvPr id="227393" name="Picture 65" descr="sm_off1">
            <a:extLst>
              <a:ext uri="{FF2B5EF4-FFF2-40B4-BE49-F238E27FC236}">
                <a16:creationId xmlns:a16="http://schemas.microsoft.com/office/drawing/2014/main" id="{155A1008-0F7D-4B9C-BEAC-2BF3506CFD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1371600"/>
            <a:ext cx="1611313" cy="2728913"/>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227394" name="Picture 66" descr="sohoblu">
            <a:extLst>
              <a:ext uri="{FF2B5EF4-FFF2-40B4-BE49-F238E27FC236}">
                <a16:creationId xmlns:a16="http://schemas.microsoft.com/office/drawing/2014/main" id="{71B3FF93-B995-48F9-B89E-115FCE327A2F}"/>
              </a:ext>
            </a:extLst>
          </p:cNvPr>
          <p:cNvPicPr>
            <a:picLocks noChangeArrowheads="1"/>
          </p:cNvPicPr>
          <p:nvPr/>
        </p:nvPicPr>
        <p:blipFill>
          <a:blip r:embed="rId5">
            <a:extLst>
              <a:ext uri="{28A0092B-C50C-407E-A947-70E740481C1C}">
                <a14:useLocalDpi xmlns:a14="http://schemas.microsoft.com/office/drawing/2010/main" val="0"/>
              </a:ext>
            </a:extLst>
          </a:blip>
          <a:srcRect l="21312"/>
          <a:stretch>
            <a:fillRect/>
          </a:stretch>
        </p:blipFill>
        <p:spPr bwMode="auto">
          <a:xfrm>
            <a:off x="4343400" y="1885950"/>
            <a:ext cx="2209800" cy="2000250"/>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27392"/>
                                        </p:tgtEl>
                                        <p:attrNameLst>
                                          <p:attrName>style.visibility</p:attrName>
                                        </p:attrNameLst>
                                      </p:cBhvr>
                                      <p:to>
                                        <p:strVal val="visible"/>
                                      </p:to>
                                    </p:set>
                                    <p:animEffect transition="in" filter="wipe(up)">
                                      <p:cBhvr>
                                        <p:cTn id="7" dur="500"/>
                                        <p:tgtEl>
                                          <p:spTgt spid="227392"/>
                                        </p:tgtEl>
                                      </p:cBhvr>
                                    </p:animEffect>
                                  </p:childTnLst>
                                </p:cTn>
                              </p:par>
                            </p:childTnLst>
                          </p:cTn>
                        </p:par>
                        <p:par>
                          <p:cTn id="8" fill="hold" nodeType="afterGroup">
                            <p:stCondLst>
                              <p:cond delay="500"/>
                            </p:stCondLst>
                            <p:childTnLst>
                              <p:par>
                                <p:cTn id="9" presetID="2" presetClass="entr" presetSubtype="8" fill="hold" nodeType="afterEffect">
                                  <p:stCondLst>
                                    <p:cond delay="0"/>
                                  </p:stCondLst>
                                  <p:childTnLst>
                                    <p:set>
                                      <p:cBhvr>
                                        <p:cTn id="10" dur="1" fill="hold">
                                          <p:stCondLst>
                                            <p:cond delay="0"/>
                                          </p:stCondLst>
                                        </p:cTn>
                                        <p:tgtEl>
                                          <p:spTgt spid="227386"/>
                                        </p:tgtEl>
                                        <p:attrNameLst>
                                          <p:attrName>style.visibility</p:attrName>
                                        </p:attrNameLst>
                                      </p:cBhvr>
                                      <p:to>
                                        <p:strVal val="visible"/>
                                      </p:to>
                                    </p:set>
                                    <p:anim calcmode="lin" valueType="num">
                                      <p:cBhvr additive="base">
                                        <p:cTn id="11" dur="500" fill="hold"/>
                                        <p:tgtEl>
                                          <p:spTgt spid="227386"/>
                                        </p:tgtEl>
                                        <p:attrNameLst>
                                          <p:attrName>ppt_x</p:attrName>
                                        </p:attrNameLst>
                                      </p:cBhvr>
                                      <p:tavLst>
                                        <p:tav tm="0">
                                          <p:val>
                                            <p:strVal val="0-#ppt_w/2"/>
                                          </p:val>
                                        </p:tav>
                                        <p:tav tm="100000">
                                          <p:val>
                                            <p:strVal val="#ppt_x"/>
                                          </p:val>
                                        </p:tav>
                                      </p:tavLst>
                                    </p:anim>
                                    <p:anim calcmode="lin" valueType="num">
                                      <p:cBhvr additive="base">
                                        <p:cTn id="12" dur="500" fill="hold"/>
                                        <p:tgtEl>
                                          <p:spTgt spid="227386"/>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27391"/>
                                        </p:tgtEl>
                                        <p:attrNameLst>
                                          <p:attrName>style.visibility</p:attrName>
                                        </p:attrNameLst>
                                      </p:cBhvr>
                                      <p:to>
                                        <p:strVal val="visible"/>
                                      </p:to>
                                    </p:set>
                                    <p:animEffect transition="in" filter="wipe(left)">
                                      <p:cBhvr>
                                        <p:cTn id="16" dur="500"/>
                                        <p:tgtEl>
                                          <p:spTgt spid="227391"/>
                                        </p:tgtEl>
                                      </p:cBhvr>
                                    </p:animEffect>
                                  </p:childTnLst>
                                </p:cTn>
                              </p:par>
                            </p:childTnLst>
                          </p:cTn>
                        </p:par>
                        <p:par>
                          <p:cTn id="17" fill="hold" nodeType="afterGroup">
                            <p:stCondLst>
                              <p:cond delay="1500"/>
                            </p:stCondLst>
                            <p:childTnLst>
                              <p:par>
                                <p:cTn id="18" presetID="2" presetClass="entr" presetSubtype="8" fill="hold" nodeType="afterEffect">
                                  <p:stCondLst>
                                    <p:cond delay="0"/>
                                  </p:stCondLst>
                                  <p:childTnLst>
                                    <p:set>
                                      <p:cBhvr>
                                        <p:cTn id="19" dur="1" fill="hold">
                                          <p:stCondLst>
                                            <p:cond delay="0"/>
                                          </p:stCondLst>
                                        </p:cTn>
                                        <p:tgtEl>
                                          <p:spTgt spid="227385"/>
                                        </p:tgtEl>
                                        <p:attrNameLst>
                                          <p:attrName>style.visibility</p:attrName>
                                        </p:attrNameLst>
                                      </p:cBhvr>
                                      <p:to>
                                        <p:strVal val="visible"/>
                                      </p:to>
                                    </p:set>
                                    <p:anim calcmode="lin" valueType="num">
                                      <p:cBhvr additive="base">
                                        <p:cTn id="20" dur="500" fill="hold"/>
                                        <p:tgtEl>
                                          <p:spTgt spid="227385"/>
                                        </p:tgtEl>
                                        <p:attrNameLst>
                                          <p:attrName>ppt_x</p:attrName>
                                        </p:attrNameLst>
                                      </p:cBhvr>
                                      <p:tavLst>
                                        <p:tav tm="0">
                                          <p:val>
                                            <p:strVal val="0-#ppt_w/2"/>
                                          </p:val>
                                        </p:tav>
                                        <p:tav tm="100000">
                                          <p:val>
                                            <p:strVal val="#ppt_x"/>
                                          </p:val>
                                        </p:tav>
                                      </p:tavLst>
                                    </p:anim>
                                    <p:anim calcmode="lin" valueType="num">
                                      <p:cBhvr additive="base">
                                        <p:cTn id="21" dur="500" fill="hold"/>
                                        <p:tgtEl>
                                          <p:spTgt spid="227385"/>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2000"/>
                            </p:stCondLst>
                            <p:childTnLst>
                              <p:par>
                                <p:cTn id="23" presetID="2" presetClass="entr" presetSubtype="8" fill="hold" nodeType="afterEffect">
                                  <p:stCondLst>
                                    <p:cond delay="0"/>
                                  </p:stCondLst>
                                  <p:childTnLst>
                                    <p:set>
                                      <p:cBhvr>
                                        <p:cTn id="24" dur="1" fill="hold">
                                          <p:stCondLst>
                                            <p:cond delay="0"/>
                                          </p:stCondLst>
                                        </p:cTn>
                                        <p:tgtEl>
                                          <p:spTgt spid="227384"/>
                                        </p:tgtEl>
                                        <p:attrNameLst>
                                          <p:attrName>style.visibility</p:attrName>
                                        </p:attrNameLst>
                                      </p:cBhvr>
                                      <p:to>
                                        <p:strVal val="visible"/>
                                      </p:to>
                                    </p:set>
                                    <p:anim calcmode="lin" valueType="num">
                                      <p:cBhvr additive="base">
                                        <p:cTn id="25" dur="500" fill="hold"/>
                                        <p:tgtEl>
                                          <p:spTgt spid="227384"/>
                                        </p:tgtEl>
                                        <p:attrNameLst>
                                          <p:attrName>ppt_x</p:attrName>
                                        </p:attrNameLst>
                                      </p:cBhvr>
                                      <p:tavLst>
                                        <p:tav tm="0">
                                          <p:val>
                                            <p:strVal val="0-#ppt_w/2"/>
                                          </p:val>
                                        </p:tav>
                                        <p:tav tm="100000">
                                          <p:val>
                                            <p:strVal val="#ppt_x"/>
                                          </p:val>
                                        </p:tav>
                                      </p:tavLst>
                                    </p:anim>
                                    <p:anim calcmode="lin" valueType="num">
                                      <p:cBhvr additive="base">
                                        <p:cTn id="26" dur="500" fill="hold"/>
                                        <p:tgtEl>
                                          <p:spTgt spid="227384"/>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227343"/>
                                        </p:tgtEl>
                                        <p:attrNameLst>
                                          <p:attrName>style.visibility</p:attrName>
                                        </p:attrNameLst>
                                      </p:cBhvr>
                                      <p:to>
                                        <p:strVal val="visible"/>
                                      </p:to>
                                    </p:set>
                                    <p:animEffect transition="in" filter="wipe(left)">
                                      <p:cBhvr>
                                        <p:cTn id="30" dur="500"/>
                                        <p:tgtEl>
                                          <p:spTgt spid="227343"/>
                                        </p:tgtEl>
                                      </p:cBhvr>
                                    </p:animEffect>
                                  </p:childTnLst>
                                </p:cTn>
                              </p:par>
                            </p:childTnLst>
                          </p:cTn>
                        </p:par>
                        <p:par>
                          <p:cTn id="31" fill="hold" nodeType="afterGroup">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227344"/>
                                        </p:tgtEl>
                                        <p:attrNameLst>
                                          <p:attrName>style.visibility</p:attrName>
                                        </p:attrNameLst>
                                      </p:cBhvr>
                                      <p:to>
                                        <p:strVal val="visible"/>
                                      </p:to>
                                    </p:set>
                                    <p:animEffect transition="in" filter="wipe(left)">
                                      <p:cBhvr>
                                        <p:cTn id="34" dur="500"/>
                                        <p:tgtEl>
                                          <p:spTgt spid="227344"/>
                                        </p:tgtEl>
                                      </p:cBhvr>
                                    </p:animEffect>
                                  </p:childTnLst>
                                </p:cTn>
                              </p:par>
                            </p:childTnLst>
                          </p:cTn>
                        </p:par>
                        <p:par>
                          <p:cTn id="35" fill="hold" nodeType="afterGroup">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227345"/>
                                        </p:tgtEl>
                                        <p:attrNameLst>
                                          <p:attrName>style.visibility</p:attrName>
                                        </p:attrNameLst>
                                      </p:cBhvr>
                                      <p:to>
                                        <p:strVal val="visible"/>
                                      </p:to>
                                    </p:set>
                                    <p:animEffect transition="in" filter="wipe(left)">
                                      <p:cBhvr>
                                        <p:cTn id="38" dur="500"/>
                                        <p:tgtEl>
                                          <p:spTgt spid="227345"/>
                                        </p:tgtEl>
                                      </p:cBhvr>
                                    </p:animEffect>
                                  </p:childTnLst>
                                </p:cTn>
                              </p:par>
                            </p:childTnLst>
                          </p:cTn>
                        </p:par>
                        <p:par>
                          <p:cTn id="39" fill="hold" nodeType="afterGroup">
                            <p:stCondLst>
                              <p:cond delay="4000"/>
                            </p:stCondLst>
                            <p:childTnLst>
                              <p:par>
                                <p:cTn id="40" presetID="22" presetClass="entr" presetSubtype="8"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par>
                          <p:cTn id="43" fill="hold" nodeType="afterGroup">
                            <p:stCondLst>
                              <p:cond delay="4500"/>
                            </p:stCondLst>
                            <p:childTnLst>
                              <p:par>
                                <p:cTn id="44" presetID="22" presetClass="entr" presetSubtype="8"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500"/>
                                        <p:tgtEl>
                                          <p:spTgt spid="8"/>
                                        </p:tgtEl>
                                      </p:cBhvr>
                                    </p:animEffect>
                                  </p:childTnLst>
                                </p:cTn>
                              </p:par>
                            </p:childTnLst>
                          </p:cTn>
                        </p:par>
                        <p:par>
                          <p:cTn id="47" fill="hold" nodeType="afterGroup">
                            <p:stCondLst>
                              <p:cond delay="5000"/>
                            </p:stCondLst>
                            <p:childTnLst>
                              <p:par>
                                <p:cTn id="48" presetID="22" presetClass="entr" presetSubtype="8" fill="hold" nodeType="after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500"/>
                                        <p:tgtEl>
                                          <p:spTgt spid="4"/>
                                        </p:tgtEl>
                                      </p:cBhvr>
                                    </p:animEffect>
                                  </p:childTnLst>
                                </p:cTn>
                              </p:par>
                            </p:childTnLst>
                          </p:cTn>
                        </p:par>
                        <p:par>
                          <p:cTn id="51" fill="hold" nodeType="afterGroup">
                            <p:stCondLst>
                              <p:cond delay="5500"/>
                            </p:stCondLst>
                            <p:childTnLst>
                              <p:par>
                                <p:cTn id="52" presetID="22" presetClass="entr" presetSubtype="8" fill="hold" nodeType="after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500"/>
                                        <p:tgtEl>
                                          <p:spTgt spid="6"/>
                                        </p:tgtEl>
                                      </p:cBhvr>
                                    </p:animEffect>
                                  </p:childTnLst>
                                </p:cTn>
                              </p:par>
                            </p:childTnLst>
                          </p:cTn>
                        </p:par>
                        <p:par>
                          <p:cTn id="55" fill="hold" nodeType="afterGroup">
                            <p:stCondLst>
                              <p:cond delay="6000"/>
                            </p:stCondLst>
                            <p:childTnLst>
                              <p:par>
                                <p:cTn id="56" presetID="22" presetClass="entr" presetSubtype="8" fill="hold" nodeType="after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left)">
                                      <p:cBhvr>
                                        <p:cTn id="58" dur="500"/>
                                        <p:tgtEl>
                                          <p:spTgt spid="9"/>
                                        </p:tgtEl>
                                      </p:cBhvr>
                                    </p:animEffect>
                                  </p:childTnLst>
                                </p:cTn>
                              </p:par>
                            </p:childTnLst>
                          </p:cTn>
                        </p:par>
                        <p:par>
                          <p:cTn id="59" fill="hold" nodeType="afterGroup">
                            <p:stCondLst>
                              <p:cond delay="6500"/>
                            </p:stCondLst>
                            <p:childTnLst>
                              <p:par>
                                <p:cTn id="60" presetID="22" presetClass="entr" presetSubtype="8" fill="hold" nodeType="after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par>
                          <p:cTn id="63" fill="hold" nodeType="afterGroup">
                            <p:stCondLst>
                              <p:cond delay="7000"/>
                            </p:stCondLst>
                            <p:childTnLst>
                              <p:par>
                                <p:cTn id="64" presetID="23" presetClass="entr" presetSubtype="16" fill="hold" nodeType="afterEffect">
                                  <p:stCondLst>
                                    <p:cond delay="0"/>
                                  </p:stCondLst>
                                  <p:childTnLst>
                                    <p:set>
                                      <p:cBhvr>
                                        <p:cTn id="65" dur="1" fill="hold">
                                          <p:stCondLst>
                                            <p:cond delay="0"/>
                                          </p:stCondLst>
                                        </p:cTn>
                                        <p:tgtEl>
                                          <p:spTgt spid="227393"/>
                                        </p:tgtEl>
                                        <p:attrNameLst>
                                          <p:attrName>style.visibility</p:attrName>
                                        </p:attrNameLst>
                                      </p:cBhvr>
                                      <p:to>
                                        <p:strVal val="visible"/>
                                      </p:to>
                                    </p:set>
                                    <p:anim calcmode="lin" valueType="num">
                                      <p:cBhvr>
                                        <p:cTn id="66" dur="500" fill="hold"/>
                                        <p:tgtEl>
                                          <p:spTgt spid="227393"/>
                                        </p:tgtEl>
                                        <p:attrNameLst>
                                          <p:attrName>ppt_w</p:attrName>
                                        </p:attrNameLst>
                                      </p:cBhvr>
                                      <p:tavLst>
                                        <p:tav tm="0">
                                          <p:val>
                                            <p:fltVal val="0"/>
                                          </p:val>
                                        </p:tav>
                                        <p:tav tm="100000">
                                          <p:val>
                                            <p:strVal val="#ppt_w"/>
                                          </p:val>
                                        </p:tav>
                                      </p:tavLst>
                                    </p:anim>
                                    <p:anim calcmode="lin" valueType="num">
                                      <p:cBhvr>
                                        <p:cTn id="67" dur="500" fill="hold"/>
                                        <p:tgtEl>
                                          <p:spTgt spid="227393"/>
                                        </p:tgtEl>
                                        <p:attrNameLst>
                                          <p:attrName>ppt_h</p:attrName>
                                        </p:attrNameLst>
                                      </p:cBhvr>
                                      <p:tavLst>
                                        <p:tav tm="0">
                                          <p:val>
                                            <p:fltVal val="0"/>
                                          </p:val>
                                        </p:tav>
                                        <p:tav tm="100000">
                                          <p:val>
                                            <p:strVal val="#ppt_h"/>
                                          </p:val>
                                        </p:tav>
                                      </p:tavLst>
                                    </p:anim>
                                  </p:childTnLst>
                                </p:cTn>
                              </p:par>
                            </p:childTnLst>
                          </p:cTn>
                        </p:par>
                        <p:par>
                          <p:cTn id="68" fill="hold" nodeType="afterGroup">
                            <p:stCondLst>
                              <p:cond delay="7500"/>
                            </p:stCondLst>
                            <p:childTnLst>
                              <p:par>
                                <p:cTn id="69" presetID="23" presetClass="entr" presetSubtype="16" fill="hold" nodeType="afterEffect">
                                  <p:stCondLst>
                                    <p:cond delay="0"/>
                                  </p:stCondLst>
                                  <p:childTnLst>
                                    <p:set>
                                      <p:cBhvr>
                                        <p:cTn id="70" dur="1" fill="hold">
                                          <p:stCondLst>
                                            <p:cond delay="0"/>
                                          </p:stCondLst>
                                        </p:cTn>
                                        <p:tgtEl>
                                          <p:spTgt spid="227394"/>
                                        </p:tgtEl>
                                        <p:attrNameLst>
                                          <p:attrName>style.visibility</p:attrName>
                                        </p:attrNameLst>
                                      </p:cBhvr>
                                      <p:to>
                                        <p:strVal val="visible"/>
                                      </p:to>
                                    </p:set>
                                    <p:anim calcmode="lin" valueType="num">
                                      <p:cBhvr>
                                        <p:cTn id="71" dur="500" fill="hold"/>
                                        <p:tgtEl>
                                          <p:spTgt spid="227394"/>
                                        </p:tgtEl>
                                        <p:attrNameLst>
                                          <p:attrName>ppt_w</p:attrName>
                                        </p:attrNameLst>
                                      </p:cBhvr>
                                      <p:tavLst>
                                        <p:tav tm="0">
                                          <p:val>
                                            <p:fltVal val="0"/>
                                          </p:val>
                                        </p:tav>
                                        <p:tav tm="100000">
                                          <p:val>
                                            <p:strVal val="#ppt_w"/>
                                          </p:val>
                                        </p:tav>
                                      </p:tavLst>
                                    </p:anim>
                                    <p:anim calcmode="lin" valueType="num">
                                      <p:cBhvr>
                                        <p:cTn id="72" dur="500" fill="hold"/>
                                        <p:tgtEl>
                                          <p:spTgt spid="2273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43" grpId="0" autoUpdateAnimBg="0"/>
      <p:bldP spid="227344" grpId="0" autoUpdateAnimBg="0"/>
      <p:bldP spid="227345" grpId="0" autoUpdateAnimBg="0"/>
      <p:bldP spid="227391"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2" name="Rectangle 2">
            <a:extLst>
              <a:ext uri="{FF2B5EF4-FFF2-40B4-BE49-F238E27FC236}">
                <a16:creationId xmlns:a16="http://schemas.microsoft.com/office/drawing/2014/main" id="{B1FC74EB-7BA0-45DC-8F2C-A6F93417C10F}"/>
              </a:ext>
            </a:extLst>
          </p:cNvPr>
          <p:cNvSpPr>
            <a:spLocks noGrp="1" noChangeArrowheads="1"/>
          </p:cNvSpPr>
          <p:nvPr>
            <p:ph type="title"/>
          </p:nvPr>
        </p:nvSpPr>
        <p:spPr>
          <a:xfrm>
            <a:off x="533400" y="-114300"/>
            <a:ext cx="7772400" cy="1143000"/>
          </a:xfrm>
        </p:spPr>
        <p:txBody>
          <a:bodyPr/>
          <a:lstStyle/>
          <a:p>
            <a:r>
              <a:rPr lang="en-US" altLang="en-US"/>
              <a:t>Các chuẩn hiện tại – a, b, g</a:t>
            </a:r>
          </a:p>
        </p:txBody>
      </p:sp>
      <p:sp>
        <p:nvSpPr>
          <p:cNvPr id="821253" name="Rectangle 3">
            <a:extLst>
              <a:ext uri="{FF2B5EF4-FFF2-40B4-BE49-F238E27FC236}">
                <a16:creationId xmlns:a16="http://schemas.microsoft.com/office/drawing/2014/main" id="{D20C2D7B-381A-49F2-8E7D-16C5BA73BEB8}"/>
              </a:ext>
            </a:extLst>
          </p:cNvPr>
          <p:cNvSpPr>
            <a:spLocks noGrp="1" noChangeArrowheads="1"/>
          </p:cNvSpPr>
          <p:nvPr>
            <p:ph type="body" idx="1"/>
          </p:nvPr>
        </p:nvSpPr>
        <p:spPr>
          <a:xfrm>
            <a:off x="381000" y="3352800"/>
            <a:ext cx="8534400" cy="3352800"/>
          </a:xfrm>
        </p:spPr>
        <p:txBody>
          <a:bodyPr/>
          <a:lstStyle/>
          <a:p>
            <a:pPr>
              <a:lnSpc>
                <a:spcPct val="90000"/>
              </a:lnSpc>
            </a:pPr>
            <a:r>
              <a:rPr lang="en-US" altLang="en-US" sz="2400" b="1">
                <a:cs typeface="Arial" panose="020B0604020202020204" pitchFamily="34" charset="0"/>
              </a:rPr>
              <a:t>802.11a</a:t>
            </a:r>
          </a:p>
          <a:p>
            <a:pPr lvl="1">
              <a:lnSpc>
                <a:spcPct val="90000"/>
              </a:lnSpc>
            </a:pPr>
            <a:r>
              <a:rPr lang="en-US" altLang="en-US" sz="2000">
                <a:cs typeface="Arial" panose="020B0604020202020204" pitchFamily="34" charset="0"/>
              </a:rPr>
              <a:t>Tốc độ lên đến 54 Mbps</a:t>
            </a:r>
          </a:p>
          <a:p>
            <a:pPr lvl="1">
              <a:lnSpc>
                <a:spcPct val="90000"/>
              </a:lnSpc>
            </a:pPr>
            <a:r>
              <a:rPr lang="en-US" altLang="en-US" sz="2000">
                <a:cs typeface="Arial" panose="020B0604020202020204" pitchFamily="34" charset="0"/>
              </a:rPr>
              <a:t>Dải tần số 5 GHz</a:t>
            </a:r>
          </a:p>
          <a:p>
            <a:pPr lvl="1">
              <a:lnSpc>
                <a:spcPct val="90000"/>
              </a:lnSpc>
            </a:pPr>
            <a:r>
              <a:rPr lang="en-US" altLang="en-US" sz="2000">
                <a:cs typeface="Arial" panose="020B0604020202020204" pitchFamily="34" charset="0"/>
              </a:rPr>
              <a:t>Không tương thích với cả 802.11b và 802.11g</a:t>
            </a:r>
          </a:p>
          <a:p>
            <a:pPr>
              <a:lnSpc>
                <a:spcPct val="90000"/>
              </a:lnSpc>
            </a:pPr>
            <a:r>
              <a:rPr lang="en-US" altLang="en-US" sz="2400" b="1">
                <a:cs typeface="Arial" panose="020B0604020202020204" pitchFamily="34" charset="0"/>
              </a:rPr>
              <a:t>802.11b</a:t>
            </a:r>
          </a:p>
          <a:p>
            <a:pPr lvl="1">
              <a:lnSpc>
                <a:spcPct val="90000"/>
              </a:lnSpc>
            </a:pPr>
            <a:r>
              <a:rPr lang="en-US" altLang="en-US" sz="2000">
                <a:cs typeface="Arial" panose="020B0604020202020204" pitchFamily="34" charset="0"/>
              </a:rPr>
              <a:t>Tốc độ lên đến 11 Mbps</a:t>
            </a:r>
          </a:p>
          <a:p>
            <a:pPr lvl="1">
              <a:lnSpc>
                <a:spcPct val="90000"/>
              </a:lnSpc>
            </a:pPr>
            <a:r>
              <a:rPr lang="en-US" altLang="en-US" sz="2000">
                <a:cs typeface="Arial" panose="020B0604020202020204" pitchFamily="34" charset="0"/>
              </a:rPr>
              <a:t>Dải tần số 2.4 GHz</a:t>
            </a:r>
          </a:p>
          <a:p>
            <a:pPr>
              <a:lnSpc>
                <a:spcPct val="90000"/>
              </a:lnSpc>
            </a:pPr>
            <a:r>
              <a:rPr lang="en-US" altLang="en-US" sz="2400" b="1">
                <a:cs typeface="Arial" panose="020B0604020202020204" pitchFamily="34" charset="0"/>
              </a:rPr>
              <a:t>802.11g</a:t>
            </a:r>
          </a:p>
          <a:p>
            <a:pPr lvl="1">
              <a:lnSpc>
                <a:spcPct val="90000"/>
              </a:lnSpc>
            </a:pPr>
            <a:r>
              <a:rPr lang="en-US" altLang="en-US" sz="2000">
                <a:cs typeface="Arial" panose="020B0604020202020204" pitchFamily="34" charset="0"/>
              </a:rPr>
              <a:t>Tốc độ lên đến 54 Mbps</a:t>
            </a:r>
          </a:p>
          <a:p>
            <a:pPr lvl="1">
              <a:lnSpc>
                <a:spcPct val="90000"/>
              </a:lnSpc>
            </a:pPr>
            <a:r>
              <a:rPr lang="en-US" altLang="en-US" sz="2000">
                <a:cs typeface="Arial" panose="020B0604020202020204" pitchFamily="34" charset="0"/>
              </a:rPr>
              <a:t>Dải tần số 2.4 GHz</a:t>
            </a:r>
          </a:p>
        </p:txBody>
      </p:sp>
      <p:grpSp>
        <p:nvGrpSpPr>
          <p:cNvPr id="821254" name="Group 4">
            <a:extLst>
              <a:ext uri="{FF2B5EF4-FFF2-40B4-BE49-F238E27FC236}">
                <a16:creationId xmlns:a16="http://schemas.microsoft.com/office/drawing/2014/main" id="{E66A50A2-8F7B-49BA-B9D9-EAB2E3771580}"/>
              </a:ext>
            </a:extLst>
          </p:cNvPr>
          <p:cNvGrpSpPr>
            <a:grpSpLocks/>
          </p:cNvGrpSpPr>
          <p:nvPr/>
        </p:nvGrpSpPr>
        <p:grpSpPr bwMode="auto">
          <a:xfrm>
            <a:off x="1447800" y="1177925"/>
            <a:ext cx="4267200" cy="1225550"/>
            <a:chOff x="912" y="2756"/>
            <a:chExt cx="2688" cy="772"/>
          </a:xfrm>
        </p:grpSpPr>
        <p:sp>
          <p:nvSpPr>
            <p:cNvPr id="821307" name="Rectangle 5">
              <a:extLst>
                <a:ext uri="{FF2B5EF4-FFF2-40B4-BE49-F238E27FC236}">
                  <a16:creationId xmlns:a16="http://schemas.microsoft.com/office/drawing/2014/main" id="{46D6AF1A-0E66-4112-8597-77AECBD88788}"/>
                </a:ext>
              </a:extLst>
            </p:cNvPr>
            <p:cNvSpPr>
              <a:spLocks noChangeArrowheads="1"/>
            </p:cNvSpPr>
            <p:nvPr/>
          </p:nvSpPr>
          <p:spPr bwMode="auto">
            <a:xfrm>
              <a:off x="912" y="2756"/>
              <a:ext cx="1056" cy="240"/>
            </a:xfrm>
            <a:prstGeom prst="rect">
              <a:avLst/>
            </a:prstGeom>
            <a:solidFill>
              <a:srgbClr val="339999"/>
            </a:solidFill>
            <a:ln w="9525" algn="ctr">
              <a:solidFill>
                <a:srgbClr val="246E6C"/>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308" name="Rectangle 6">
              <a:extLst>
                <a:ext uri="{FF2B5EF4-FFF2-40B4-BE49-F238E27FC236}">
                  <a16:creationId xmlns:a16="http://schemas.microsoft.com/office/drawing/2014/main" id="{B61EC206-7CA9-422D-B417-8DDBB913103D}"/>
                </a:ext>
              </a:extLst>
            </p:cNvPr>
            <p:cNvSpPr>
              <a:spLocks noChangeArrowheads="1"/>
            </p:cNvSpPr>
            <p:nvPr/>
          </p:nvSpPr>
          <p:spPr bwMode="auto">
            <a:xfrm>
              <a:off x="912" y="3288"/>
              <a:ext cx="1056" cy="240"/>
            </a:xfrm>
            <a:prstGeom prst="rect">
              <a:avLst/>
            </a:prstGeom>
            <a:solidFill>
              <a:srgbClr val="339999"/>
            </a:solidFill>
            <a:ln w="9525" algn="ctr">
              <a:solidFill>
                <a:srgbClr val="246E6C"/>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309" name="Text Box 7">
              <a:extLst>
                <a:ext uri="{FF2B5EF4-FFF2-40B4-BE49-F238E27FC236}">
                  <a16:creationId xmlns:a16="http://schemas.microsoft.com/office/drawing/2014/main" id="{FE9913E0-BF8F-4DDC-950F-7C7F74C1615C}"/>
                </a:ext>
              </a:extLst>
            </p:cNvPr>
            <p:cNvSpPr txBox="1">
              <a:spLocks noChangeArrowheads="1"/>
            </p:cNvSpPr>
            <p:nvPr/>
          </p:nvSpPr>
          <p:spPr bwMode="auto">
            <a:xfrm>
              <a:off x="1008" y="2767"/>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tx2"/>
                  </a:solidFill>
                  <a:latin typeface="Arial" panose="020B0604020202020204" pitchFamily="34" charset="0"/>
                </a:rPr>
                <a:t>860 Kbps</a:t>
              </a:r>
            </a:p>
          </p:txBody>
        </p:sp>
        <p:sp>
          <p:nvSpPr>
            <p:cNvPr id="821310" name="Text Box 8">
              <a:extLst>
                <a:ext uri="{FF2B5EF4-FFF2-40B4-BE49-F238E27FC236}">
                  <a16:creationId xmlns:a16="http://schemas.microsoft.com/office/drawing/2014/main" id="{3CDDA259-C046-4214-A4A9-C62CC183BC1F}"/>
                </a:ext>
              </a:extLst>
            </p:cNvPr>
            <p:cNvSpPr txBox="1">
              <a:spLocks noChangeArrowheads="1"/>
            </p:cNvSpPr>
            <p:nvPr/>
          </p:nvSpPr>
          <p:spPr bwMode="auto">
            <a:xfrm>
              <a:off x="1008" y="3299"/>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tx2"/>
                  </a:solidFill>
                  <a:latin typeface="Arial" panose="020B0604020202020204" pitchFamily="34" charset="0"/>
                </a:rPr>
                <a:t>900 MHz</a:t>
              </a:r>
            </a:p>
          </p:txBody>
        </p:sp>
        <p:sp>
          <p:nvSpPr>
            <p:cNvPr id="821311" name="Rectangle 9">
              <a:extLst>
                <a:ext uri="{FF2B5EF4-FFF2-40B4-BE49-F238E27FC236}">
                  <a16:creationId xmlns:a16="http://schemas.microsoft.com/office/drawing/2014/main" id="{112F2FBB-0D61-4B31-9E95-7E067D43A1DC}"/>
                </a:ext>
              </a:extLst>
            </p:cNvPr>
            <p:cNvSpPr>
              <a:spLocks noChangeArrowheads="1"/>
            </p:cNvSpPr>
            <p:nvPr/>
          </p:nvSpPr>
          <p:spPr bwMode="auto">
            <a:xfrm>
              <a:off x="1972" y="2756"/>
              <a:ext cx="1628"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312" name="Rectangle 10">
              <a:extLst>
                <a:ext uri="{FF2B5EF4-FFF2-40B4-BE49-F238E27FC236}">
                  <a16:creationId xmlns:a16="http://schemas.microsoft.com/office/drawing/2014/main" id="{95E38A85-6149-43A1-852E-54ED6F1F0E16}"/>
                </a:ext>
              </a:extLst>
            </p:cNvPr>
            <p:cNvSpPr>
              <a:spLocks noChangeArrowheads="1"/>
            </p:cNvSpPr>
            <p:nvPr/>
          </p:nvSpPr>
          <p:spPr bwMode="auto">
            <a:xfrm>
              <a:off x="1972" y="3288"/>
              <a:ext cx="1628"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313" name="Text Box 11">
              <a:extLst>
                <a:ext uri="{FF2B5EF4-FFF2-40B4-BE49-F238E27FC236}">
                  <a16:creationId xmlns:a16="http://schemas.microsoft.com/office/drawing/2014/main" id="{642B69FA-7C66-409F-ACA7-BB1C6537C556}"/>
                </a:ext>
              </a:extLst>
            </p:cNvPr>
            <p:cNvSpPr txBox="1">
              <a:spLocks noChangeArrowheads="1"/>
            </p:cNvSpPr>
            <p:nvPr/>
          </p:nvSpPr>
          <p:spPr bwMode="auto">
            <a:xfrm>
              <a:off x="2235" y="2767"/>
              <a:ext cx="110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bg2"/>
                  </a:solidFill>
                  <a:latin typeface="Arial" panose="020B0604020202020204" pitchFamily="34" charset="0"/>
                </a:rPr>
                <a:t>1 and 2 Mbps</a:t>
              </a:r>
            </a:p>
          </p:txBody>
        </p:sp>
        <p:sp>
          <p:nvSpPr>
            <p:cNvPr id="821314" name="Text Box 12">
              <a:extLst>
                <a:ext uri="{FF2B5EF4-FFF2-40B4-BE49-F238E27FC236}">
                  <a16:creationId xmlns:a16="http://schemas.microsoft.com/office/drawing/2014/main" id="{59100629-F68F-4FEC-985C-03374C0969CC}"/>
                </a:ext>
              </a:extLst>
            </p:cNvPr>
            <p:cNvSpPr txBox="1">
              <a:spLocks noChangeArrowheads="1"/>
            </p:cNvSpPr>
            <p:nvPr/>
          </p:nvSpPr>
          <p:spPr bwMode="auto">
            <a:xfrm>
              <a:off x="2354" y="3299"/>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bg2"/>
                  </a:solidFill>
                  <a:latin typeface="Arial" panose="020B0604020202020204" pitchFamily="34" charset="0"/>
                </a:rPr>
                <a:t>2.4 GHz</a:t>
              </a:r>
            </a:p>
          </p:txBody>
        </p:sp>
        <p:sp>
          <p:nvSpPr>
            <p:cNvPr id="821315" name="Rectangle 13">
              <a:extLst>
                <a:ext uri="{FF2B5EF4-FFF2-40B4-BE49-F238E27FC236}">
                  <a16:creationId xmlns:a16="http://schemas.microsoft.com/office/drawing/2014/main" id="{CF854E49-14A9-47C3-A619-C03ECA389AA0}"/>
                </a:ext>
              </a:extLst>
            </p:cNvPr>
            <p:cNvSpPr>
              <a:spLocks noChangeArrowheads="1"/>
            </p:cNvSpPr>
            <p:nvPr/>
          </p:nvSpPr>
          <p:spPr bwMode="auto">
            <a:xfrm>
              <a:off x="912" y="3022"/>
              <a:ext cx="2688" cy="240"/>
            </a:xfrm>
            <a:prstGeom prst="rect">
              <a:avLst/>
            </a:prstGeom>
            <a:solidFill>
              <a:srgbClr val="339999"/>
            </a:solidFill>
            <a:ln w="9525" algn="ctr">
              <a:solidFill>
                <a:srgbClr val="246E6C"/>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316" name="Text Box 14">
              <a:extLst>
                <a:ext uri="{FF2B5EF4-FFF2-40B4-BE49-F238E27FC236}">
                  <a16:creationId xmlns:a16="http://schemas.microsoft.com/office/drawing/2014/main" id="{C5974E4E-2F95-4208-B4E1-8B3E9C82BE10}"/>
                </a:ext>
              </a:extLst>
            </p:cNvPr>
            <p:cNvSpPr txBox="1">
              <a:spLocks noChangeArrowheads="1"/>
            </p:cNvSpPr>
            <p:nvPr/>
          </p:nvSpPr>
          <p:spPr bwMode="auto">
            <a:xfrm>
              <a:off x="1824" y="3032"/>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tx2"/>
                  </a:solidFill>
                  <a:latin typeface="Arial" panose="020B0604020202020204" pitchFamily="34" charset="0"/>
                </a:rPr>
                <a:t>Proprietary</a:t>
              </a:r>
            </a:p>
          </p:txBody>
        </p:sp>
      </p:grpSp>
      <p:sp>
        <p:nvSpPr>
          <p:cNvPr id="229391" name="Rectangle 15">
            <a:extLst>
              <a:ext uri="{FF2B5EF4-FFF2-40B4-BE49-F238E27FC236}">
                <a16:creationId xmlns:a16="http://schemas.microsoft.com/office/drawing/2014/main" id="{28424AF8-FE8D-45F0-8061-7A1044056DBC}"/>
              </a:ext>
            </a:extLst>
          </p:cNvPr>
          <p:cNvSpPr>
            <a:spLocks noChangeArrowheads="1"/>
          </p:cNvSpPr>
          <p:nvPr/>
        </p:nvSpPr>
        <p:spPr bwMode="auto">
          <a:xfrm>
            <a:off x="5905500" y="2479675"/>
            <a:ext cx="987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FE9D00"/>
              </a:buClr>
              <a:buSzPct val="75000"/>
              <a:buFont typeface="Wingdings 3" panose="05040102010807070707" pitchFamily="18" charset="2"/>
              <a:buNone/>
            </a:pPr>
            <a:r>
              <a:rPr lang="en-US" altLang="en-US" sz="1400" b="1">
                <a:latin typeface="Arial" panose="020B0604020202020204" pitchFamily="34" charset="0"/>
              </a:rPr>
              <a:t>802.11    </a:t>
            </a:r>
            <a:br>
              <a:rPr lang="en-US" altLang="en-US" sz="1400" b="1">
                <a:latin typeface="Arial" panose="020B0604020202020204" pitchFamily="34" charset="0"/>
              </a:rPr>
            </a:br>
            <a:r>
              <a:rPr lang="en-US" altLang="en-US" sz="1400" b="1">
                <a:latin typeface="Arial" panose="020B0604020202020204" pitchFamily="34" charset="0"/>
              </a:rPr>
              <a:t>Ratified</a:t>
            </a:r>
          </a:p>
        </p:txBody>
      </p:sp>
      <p:sp>
        <p:nvSpPr>
          <p:cNvPr id="229392" name="Rectangle 16">
            <a:extLst>
              <a:ext uri="{FF2B5EF4-FFF2-40B4-BE49-F238E27FC236}">
                <a16:creationId xmlns:a16="http://schemas.microsoft.com/office/drawing/2014/main" id="{5DA37C94-A519-4B60-80F4-5F1B937658AE}"/>
              </a:ext>
            </a:extLst>
          </p:cNvPr>
          <p:cNvSpPr>
            <a:spLocks noChangeArrowheads="1"/>
          </p:cNvSpPr>
          <p:nvPr/>
        </p:nvSpPr>
        <p:spPr bwMode="auto">
          <a:xfrm>
            <a:off x="6818313" y="2479675"/>
            <a:ext cx="108743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FE9D00"/>
              </a:buClr>
              <a:buSzPct val="75000"/>
              <a:buFont typeface="Wingdings 3" panose="05040102010807070707" pitchFamily="18" charset="2"/>
              <a:buNone/>
            </a:pPr>
            <a:r>
              <a:rPr lang="en-US" altLang="en-US" sz="1400" b="1">
                <a:latin typeface="Arial" panose="020B0604020202020204" pitchFamily="34" charset="0"/>
              </a:rPr>
              <a:t>802.11a,b    </a:t>
            </a:r>
            <a:br>
              <a:rPr lang="en-US" altLang="en-US" sz="1400" b="1">
                <a:latin typeface="Arial" panose="020B0604020202020204" pitchFamily="34" charset="0"/>
              </a:rPr>
            </a:br>
            <a:r>
              <a:rPr lang="en-US" altLang="en-US" sz="1400" b="1">
                <a:latin typeface="Arial" panose="020B0604020202020204" pitchFamily="34" charset="0"/>
              </a:rPr>
              <a:t>Ratified</a:t>
            </a:r>
          </a:p>
        </p:txBody>
      </p:sp>
      <p:grpSp>
        <p:nvGrpSpPr>
          <p:cNvPr id="821257" name="Group 17">
            <a:extLst>
              <a:ext uri="{FF2B5EF4-FFF2-40B4-BE49-F238E27FC236}">
                <a16:creationId xmlns:a16="http://schemas.microsoft.com/office/drawing/2014/main" id="{DB0F0CA1-EFEE-418E-ADBF-5F92108ADB9D}"/>
              </a:ext>
            </a:extLst>
          </p:cNvPr>
          <p:cNvGrpSpPr>
            <a:grpSpLocks/>
          </p:cNvGrpSpPr>
          <p:nvPr/>
        </p:nvGrpSpPr>
        <p:grpSpPr bwMode="auto">
          <a:xfrm>
            <a:off x="933450" y="2943225"/>
            <a:ext cx="7273925" cy="336550"/>
            <a:chOff x="672" y="3792"/>
            <a:chExt cx="4582" cy="212"/>
          </a:xfrm>
        </p:grpSpPr>
        <p:sp>
          <p:nvSpPr>
            <p:cNvPr id="821288" name="AutoShape 18">
              <a:extLst>
                <a:ext uri="{FF2B5EF4-FFF2-40B4-BE49-F238E27FC236}">
                  <a16:creationId xmlns:a16="http://schemas.microsoft.com/office/drawing/2014/main" id="{642465C1-4D8B-4B17-8F5D-EE6C1EEC8E43}"/>
                </a:ext>
              </a:extLst>
            </p:cNvPr>
            <p:cNvSpPr>
              <a:spLocks noChangeArrowheads="1"/>
            </p:cNvSpPr>
            <p:nvPr/>
          </p:nvSpPr>
          <p:spPr bwMode="auto">
            <a:xfrm flipV="1">
              <a:off x="3964"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289" name="AutoShape 19">
              <a:extLst>
                <a:ext uri="{FF2B5EF4-FFF2-40B4-BE49-F238E27FC236}">
                  <a16:creationId xmlns:a16="http://schemas.microsoft.com/office/drawing/2014/main" id="{FB516D49-65C0-47D6-B6D6-3C9E37AF303E}"/>
                </a:ext>
              </a:extLst>
            </p:cNvPr>
            <p:cNvSpPr>
              <a:spLocks noChangeArrowheads="1"/>
            </p:cNvSpPr>
            <p:nvPr/>
          </p:nvSpPr>
          <p:spPr bwMode="auto">
            <a:xfrm flipV="1">
              <a:off x="4486"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290" name="AutoShape 20">
              <a:extLst>
                <a:ext uri="{FF2B5EF4-FFF2-40B4-BE49-F238E27FC236}">
                  <a16:creationId xmlns:a16="http://schemas.microsoft.com/office/drawing/2014/main" id="{EA300C09-9525-4FC0-A230-CC3D46B6D7ED}"/>
                </a:ext>
              </a:extLst>
            </p:cNvPr>
            <p:cNvSpPr>
              <a:spLocks noChangeArrowheads="1"/>
            </p:cNvSpPr>
            <p:nvPr/>
          </p:nvSpPr>
          <p:spPr bwMode="auto">
            <a:xfrm flipV="1">
              <a:off x="5019"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291" name="Rectangle 21">
              <a:extLst>
                <a:ext uri="{FF2B5EF4-FFF2-40B4-BE49-F238E27FC236}">
                  <a16:creationId xmlns:a16="http://schemas.microsoft.com/office/drawing/2014/main" id="{65C7F153-A575-4692-B5DF-9BC3B131A742}"/>
                </a:ext>
              </a:extLst>
            </p:cNvPr>
            <p:cNvSpPr>
              <a:spLocks noChangeArrowheads="1"/>
            </p:cNvSpPr>
            <p:nvPr/>
          </p:nvSpPr>
          <p:spPr bwMode="auto">
            <a:xfrm>
              <a:off x="698"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1986</a:t>
              </a:r>
            </a:p>
          </p:txBody>
        </p:sp>
        <p:sp>
          <p:nvSpPr>
            <p:cNvPr id="821292" name="Rectangle 22">
              <a:extLst>
                <a:ext uri="{FF2B5EF4-FFF2-40B4-BE49-F238E27FC236}">
                  <a16:creationId xmlns:a16="http://schemas.microsoft.com/office/drawing/2014/main" id="{4742929B-A9B3-4BCA-97A3-41F2A292D366}"/>
                </a:ext>
              </a:extLst>
            </p:cNvPr>
            <p:cNvSpPr>
              <a:spLocks noChangeArrowheads="1"/>
            </p:cNvSpPr>
            <p:nvPr/>
          </p:nvSpPr>
          <p:spPr bwMode="auto">
            <a:xfrm>
              <a:off x="1222"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1988</a:t>
              </a:r>
            </a:p>
          </p:txBody>
        </p:sp>
        <p:sp>
          <p:nvSpPr>
            <p:cNvPr id="821293" name="Rectangle 23">
              <a:extLst>
                <a:ext uri="{FF2B5EF4-FFF2-40B4-BE49-F238E27FC236}">
                  <a16:creationId xmlns:a16="http://schemas.microsoft.com/office/drawing/2014/main" id="{B382A765-8E93-4833-9E6C-9C8ADC50A2E5}"/>
                </a:ext>
              </a:extLst>
            </p:cNvPr>
            <p:cNvSpPr>
              <a:spLocks noChangeArrowheads="1"/>
            </p:cNvSpPr>
            <p:nvPr/>
          </p:nvSpPr>
          <p:spPr bwMode="auto">
            <a:xfrm>
              <a:off x="1745"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1990</a:t>
              </a:r>
            </a:p>
          </p:txBody>
        </p:sp>
        <p:sp>
          <p:nvSpPr>
            <p:cNvPr id="821294" name="Rectangle 24">
              <a:extLst>
                <a:ext uri="{FF2B5EF4-FFF2-40B4-BE49-F238E27FC236}">
                  <a16:creationId xmlns:a16="http://schemas.microsoft.com/office/drawing/2014/main" id="{42EC3CEB-11CF-46AE-A2DF-3EEABFB2E8F5}"/>
                </a:ext>
              </a:extLst>
            </p:cNvPr>
            <p:cNvSpPr>
              <a:spLocks noChangeArrowheads="1"/>
            </p:cNvSpPr>
            <p:nvPr/>
          </p:nvSpPr>
          <p:spPr bwMode="auto">
            <a:xfrm>
              <a:off x="2275"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1992</a:t>
              </a:r>
            </a:p>
          </p:txBody>
        </p:sp>
        <p:sp>
          <p:nvSpPr>
            <p:cNvPr id="821295" name="Rectangle 25">
              <a:extLst>
                <a:ext uri="{FF2B5EF4-FFF2-40B4-BE49-F238E27FC236}">
                  <a16:creationId xmlns:a16="http://schemas.microsoft.com/office/drawing/2014/main" id="{AA761C6A-9D2B-4928-9234-BA0BDBA063EA}"/>
                </a:ext>
              </a:extLst>
            </p:cNvPr>
            <p:cNvSpPr>
              <a:spLocks noChangeArrowheads="1"/>
            </p:cNvSpPr>
            <p:nvPr/>
          </p:nvSpPr>
          <p:spPr bwMode="auto">
            <a:xfrm>
              <a:off x="2789"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1994</a:t>
              </a:r>
            </a:p>
          </p:txBody>
        </p:sp>
        <p:sp>
          <p:nvSpPr>
            <p:cNvPr id="821296" name="Rectangle 26">
              <a:extLst>
                <a:ext uri="{FF2B5EF4-FFF2-40B4-BE49-F238E27FC236}">
                  <a16:creationId xmlns:a16="http://schemas.microsoft.com/office/drawing/2014/main" id="{B8733419-DD96-4700-B498-18F061DE8CDE}"/>
                </a:ext>
              </a:extLst>
            </p:cNvPr>
            <p:cNvSpPr>
              <a:spLocks noChangeArrowheads="1"/>
            </p:cNvSpPr>
            <p:nvPr/>
          </p:nvSpPr>
          <p:spPr bwMode="auto">
            <a:xfrm>
              <a:off x="3317"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1996</a:t>
              </a:r>
            </a:p>
          </p:txBody>
        </p:sp>
        <p:sp>
          <p:nvSpPr>
            <p:cNvPr id="821297" name="Rectangle 27">
              <a:extLst>
                <a:ext uri="{FF2B5EF4-FFF2-40B4-BE49-F238E27FC236}">
                  <a16:creationId xmlns:a16="http://schemas.microsoft.com/office/drawing/2014/main" id="{2A9AA2F0-69D1-49B5-928C-9DAFA3D3E1C6}"/>
                </a:ext>
              </a:extLst>
            </p:cNvPr>
            <p:cNvSpPr>
              <a:spLocks noChangeArrowheads="1"/>
            </p:cNvSpPr>
            <p:nvPr/>
          </p:nvSpPr>
          <p:spPr bwMode="auto">
            <a:xfrm>
              <a:off x="3853"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1998</a:t>
              </a:r>
            </a:p>
          </p:txBody>
        </p:sp>
        <p:sp>
          <p:nvSpPr>
            <p:cNvPr id="821298" name="Rectangle 28">
              <a:extLst>
                <a:ext uri="{FF2B5EF4-FFF2-40B4-BE49-F238E27FC236}">
                  <a16:creationId xmlns:a16="http://schemas.microsoft.com/office/drawing/2014/main" id="{4DB39CB1-98A8-4709-97D2-634D7C80C95D}"/>
                </a:ext>
              </a:extLst>
            </p:cNvPr>
            <p:cNvSpPr>
              <a:spLocks noChangeArrowheads="1"/>
            </p:cNvSpPr>
            <p:nvPr/>
          </p:nvSpPr>
          <p:spPr bwMode="auto">
            <a:xfrm>
              <a:off x="4375"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2000</a:t>
              </a:r>
            </a:p>
          </p:txBody>
        </p:sp>
        <p:sp>
          <p:nvSpPr>
            <p:cNvPr id="821299" name="Rectangle 29">
              <a:extLst>
                <a:ext uri="{FF2B5EF4-FFF2-40B4-BE49-F238E27FC236}">
                  <a16:creationId xmlns:a16="http://schemas.microsoft.com/office/drawing/2014/main" id="{C6FC44F0-5334-4650-BBDC-13A2C00FF583}"/>
                </a:ext>
              </a:extLst>
            </p:cNvPr>
            <p:cNvSpPr>
              <a:spLocks noChangeArrowheads="1"/>
            </p:cNvSpPr>
            <p:nvPr/>
          </p:nvSpPr>
          <p:spPr bwMode="auto">
            <a:xfrm>
              <a:off x="4895"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2003</a:t>
              </a:r>
            </a:p>
          </p:txBody>
        </p:sp>
        <p:sp>
          <p:nvSpPr>
            <p:cNvPr id="821300" name="AutoShape 30">
              <a:extLst>
                <a:ext uri="{FF2B5EF4-FFF2-40B4-BE49-F238E27FC236}">
                  <a16:creationId xmlns:a16="http://schemas.microsoft.com/office/drawing/2014/main" id="{4E86971B-578A-473E-8CFD-88F503311977}"/>
                </a:ext>
              </a:extLst>
            </p:cNvPr>
            <p:cNvSpPr>
              <a:spLocks noChangeArrowheads="1"/>
            </p:cNvSpPr>
            <p:nvPr/>
          </p:nvSpPr>
          <p:spPr bwMode="auto">
            <a:xfrm flipV="1">
              <a:off x="816"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301" name="AutoShape 31">
              <a:extLst>
                <a:ext uri="{FF2B5EF4-FFF2-40B4-BE49-F238E27FC236}">
                  <a16:creationId xmlns:a16="http://schemas.microsoft.com/office/drawing/2014/main" id="{40C1AC88-AB1E-4B8C-8432-4505E7B7A756}"/>
                </a:ext>
              </a:extLst>
            </p:cNvPr>
            <p:cNvSpPr>
              <a:spLocks noChangeArrowheads="1"/>
            </p:cNvSpPr>
            <p:nvPr/>
          </p:nvSpPr>
          <p:spPr bwMode="auto">
            <a:xfrm flipV="1">
              <a:off x="1352" y="3792"/>
              <a:ext cx="88"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302" name="AutoShape 32">
              <a:extLst>
                <a:ext uri="{FF2B5EF4-FFF2-40B4-BE49-F238E27FC236}">
                  <a16:creationId xmlns:a16="http://schemas.microsoft.com/office/drawing/2014/main" id="{EB5548CF-1F24-4811-85E4-BA2AC4345A63}"/>
                </a:ext>
              </a:extLst>
            </p:cNvPr>
            <p:cNvSpPr>
              <a:spLocks noChangeArrowheads="1"/>
            </p:cNvSpPr>
            <p:nvPr/>
          </p:nvSpPr>
          <p:spPr bwMode="auto">
            <a:xfrm flipV="1">
              <a:off x="2400"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303" name="AutoShape 33">
              <a:extLst>
                <a:ext uri="{FF2B5EF4-FFF2-40B4-BE49-F238E27FC236}">
                  <a16:creationId xmlns:a16="http://schemas.microsoft.com/office/drawing/2014/main" id="{010AF014-47A2-4C25-94D8-8B77912B694B}"/>
                </a:ext>
              </a:extLst>
            </p:cNvPr>
            <p:cNvSpPr>
              <a:spLocks noChangeArrowheads="1"/>
            </p:cNvSpPr>
            <p:nvPr/>
          </p:nvSpPr>
          <p:spPr bwMode="auto">
            <a:xfrm flipV="1">
              <a:off x="1880" y="3792"/>
              <a:ext cx="88"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304" name="AutoShape 34">
              <a:extLst>
                <a:ext uri="{FF2B5EF4-FFF2-40B4-BE49-F238E27FC236}">
                  <a16:creationId xmlns:a16="http://schemas.microsoft.com/office/drawing/2014/main" id="{BCD92AF5-9C55-4AA6-A568-B5717F5FC014}"/>
                </a:ext>
              </a:extLst>
            </p:cNvPr>
            <p:cNvSpPr>
              <a:spLocks noChangeArrowheads="1"/>
            </p:cNvSpPr>
            <p:nvPr/>
          </p:nvSpPr>
          <p:spPr bwMode="auto">
            <a:xfrm flipV="1">
              <a:off x="2921"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305" name="AutoShape 35">
              <a:extLst>
                <a:ext uri="{FF2B5EF4-FFF2-40B4-BE49-F238E27FC236}">
                  <a16:creationId xmlns:a16="http://schemas.microsoft.com/office/drawing/2014/main" id="{75E3CD6C-997A-47CD-AFB6-72BB7C15FD56}"/>
                </a:ext>
              </a:extLst>
            </p:cNvPr>
            <p:cNvSpPr>
              <a:spLocks noChangeArrowheads="1"/>
            </p:cNvSpPr>
            <p:nvPr/>
          </p:nvSpPr>
          <p:spPr bwMode="auto">
            <a:xfrm flipV="1">
              <a:off x="3449"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306" name="Line 36">
              <a:extLst>
                <a:ext uri="{FF2B5EF4-FFF2-40B4-BE49-F238E27FC236}">
                  <a16:creationId xmlns:a16="http://schemas.microsoft.com/office/drawing/2014/main" id="{E6A9EBB2-9A05-4E72-BDAE-ED83160CDE54}"/>
                </a:ext>
              </a:extLst>
            </p:cNvPr>
            <p:cNvSpPr>
              <a:spLocks noChangeShapeType="1"/>
            </p:cNvSpPr>
            <p:nvPr/>
          </p:nvSpPr>
          <p:spPr bwMode="auto">
            <a:xfrm>
              <a:off x="672" y="3792"/>
              <a:ext cx="4582" cy="0"/>
            </a:xfrm>
            <a:prstGeom prst="line">
              <a:avLst/>
            </a:prstGeom>
            <a:noFill/>
            <a:ln w="28575">
              <a:solidFill>
                <a:srgbClr val="B2B2B2"/>
              </a:solidFill>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37">
            <a:extLst>
              <a:ext uri="{FF2B5EF4-FFF2-40B4-BE49-F238E27FC236}">
                <a16:creationId xmlns:a16="http://schemas.microsoft.com/office/drawing/2014/main" id="{1BA7344B-4DC4-469B-A19C-3EA73332DB0C}"/>
              </a:ext>
            </a:extLst>
          </p:cNvPr>
          <p:cNvGrpSpPr>
            <a:grpSpLocks/>
          </p:cNvGrpSpPr>
          <p:nvPr/>
        </p:nvGrpSpPr>
        <p:grpSpPr bwMode="auto">
          <a:xfrm>
            <a:off x="3130550" y="1177925"/>
            <a:ext cx="3194050" cy="381000"/>
            <a:chOff x="1972" y="2756"/>
            <a:chExt cx="2012" cy="240"/>
          </a:xfrm>
        </p:grpSpPr>
        <p:sp>
          <p:nvSpPr>
            <p:cNvPr id="821286" name="Rectangle 38">
              <a:extLst>
                <a:ext uri="{FF2B5EF4-FFF2-40B4-BE49-F238E27FC236}">
                  <a16:creationId xmlns:a16="http://schemas.microsoft.com/office/drawing/2014/main" id="{4FE3CF42-2684-4AB0-84D6-196E618A38A6}"/>
                </a:ext>
              </a:extLst>
            </p:cNvPr>
            <p:cNvSpPr>
              <a:spLocks noChangeArrowheads="1"/>
            </p:cNvSpPr>
            <p:nvPr/>
          </p:nvSpPr>
          <p:spPr bwMode="auto">
            <a:xfrm>
              <a:off x="1972" y="2756"/>
              <a:ext cx="2012"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287" name="Text Box 39">
              <a:extLst>
                <a:ext uri="{FF2B5EF4-FFF2-40B4-BE49-F238E27FC236}">
                  <a16:creationId xmlns:a16="http://schemas.microsoft.com/office/drawing/2014/main" id="{0C80F4F5-785A-4F16-8ADF-8F83039F9609}"/>
                </a:ext>
              </a:extLst>
            </p:cNvPr>
            <p:cNvSpPr txBox="1">
              <a:spLocks noChangeArrowheads="1"/>
            </p:cNvSpPr>
            <p:nvPr/>
          </p:nvSpPr>
          <p:spPr bwMode="auto">
            <a:xfrm>
              <a:off x="2427" y="2767"/>
              <a:ext cx="110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1 and 2 Mbps</a:t>
              </a:r>
            </a:p>
          </p:txBody>
        </p:sp>
      </p:grpSp>
      <p:grpSp>
        <p:nvGrpSpPr>
          <p:cNvPr id="5" name="Group 40">
            <a:extLst>
              <a:ext uri="{FF2B5EF4-FFF2-40B4-BE49-F238E27FC236}">
                <a16:creationId xmlns:a16="http://schemas.microsoft.com/office/drawing/2014/main" id="{75795FDA-8332-44B8-A170-D79E10FB8901}"/>
              </a:ext>
            </a:extLst>
          </p:cNvPr>
          <p:cNvGrpSpPr>
            <a:grpSpLocks/>
          </p:cNvGrpSpPr>
          <p:nvPr/>
        </p:nvGrpSpPr>
        <p:grpSpPr bwMode="auto">
          <a:xfrm>
            <a:off x="3130550" y="2022475"/>
            <a:ext cx="5251450" cy="381000"/>
            <a:chOff x="1972" y="3288"/>
            <a:chExt cx="3308" cy="240"/>
          </a:xfrm>
        </p:grpSpPr>
        <p:sp>
          <p:nvSpPr>
            <p:cNvPr id="821284" name="Rectangle 41">
              <a:extLst>
                <a:ext uri="{FF2B5EF4-FFF2-40B4-BE49-F238E27FC236}">
                  <a16:creationId xmlns:a16="http://schemas.microsoft.com/office/drawing/2014/main" id="{B9D861F1-D20C-4938-8E9E-B28BB427544B}"/>
                </a:ext>
              </a:extLst>
            </p:cNvPr>
            <p:cNvSpPr>
              <a:spLocks noChangeArrowheads="1"/>
            </p:cNvSpPr>
            <p:nvPr/>
          </p:nvSpPr>
          <p:spPr bwMode="auto">
            <a:xfrm>
              <a:off x="1972" y="3288"/>
              <a:ext cx="3308"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285" name="Text Box 42">
              <a:extLst>
                <a:ext uri="{FF2B5EF4-FFF2-40B4-BE49-F238E27FC236}">
                  <a16:creationId xmlns:a16="http://schemas.microsoft.com/office/drawing/2014/main" id="{E480C578-5680-44B3-815F-0C50DD551717}"/>
                </a:ext>
              </a:extLst>
            </p:cNvPr>
            <p:cNvSpPr txBox="1">
              <a:spLocks noChangeArrowheads="1"/>
            </p:cNvSpPr>
            <p:nvPr/>
          </p:nvSpPr>
          <p:spPr bwMode="auto">
            <a:xfrm>
              <a:off x="3194" y="3299"/>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2.4 GHz</a:t>
              </a:r>
            </a:p>
          </p:txBody>
        </p:sp>
      </p:grpSp>
      <p:grpSp>
        <p:nvGrpSpPr>
          <p:cNvPr id="6" name="Group 43">
            <a:extLst>
              <a:ext uri="{FF2B5EF4-FFF2-40B4-BE49-F238E27FC236}">
                <a16:creationId xmlns:a16="http://schemas.microsoft.com/office/drawing/2014/main" id="{B27D35B5-1CDD-4EFD-9D00-2DB23FBFCBDA}"/>
              </a:ext>
            </a:extLst>
          </p:cNvPr>
          <p:cNvGrpSpPr>
            <a:grpSpLocks/>
          </p:cNvGrpSpPr>
          <p:nvPr/>
        </p:nvGrpSpPr>
        <p:grpSpPr bwMode="auto">
          <a:xfrm>
            <a:off x="6019800" y="1179513"/>
            <a:ext cx="2362200" cy="381000"/>
            <a:chOff x="3792" y="2757"/>
            <a:chExt cx="1488" cy="240"/>
          </a:xfrm>
        </p:grpSpPr>
        <p:sp>
          <p:nvSpPr>
            <p:cNvPr id="821282" name="Rectangle 44">
              <a:extLst>
                <a:ext uri="{FF2B5EF4-FFF2-40B4-BE49-F238E27FC236}">
                  <a16:creationId xmlns:a16="http://schemas.microsoft.com/office/drawing/2014/main" id="{7AFD325D-ED64-44A5-AD1E-93BBCFD31ABA}"/>
                </a:ext>
              </a:extLst>
            </p:cNvPr>
            <p:cNvSpPr>
              <a:spLocks noChangeArrowheads="1"/>
            </p:cNvSpPr>
            <p:nvPr/>
          </p:nvSpPr>
          <p:spPr bwMode="auto">
            <a:xfrm>
              <a:off x="3984" y="2757"/>
              <a:ext cx="1296" cy="240"/>
            </a:xfrm>
            <a:prstGeom prst="rect">
              <a:avLst/>
            </a:prstGeom>
            <a:solidFill>
              <a:srgbClr val="CCCC66"/>
            </a:solidFill>
            <a:ln w="9525" algn="ctr">
              <a:solidFill>
                <a:srgbClr val="A8A537"/>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283" name="Text Box 45">
              <a:extLst>
                <a:ext uri="{FF2B5EF4-FFF2-40B4-BE49-F238E27FC236}">
                  <a16:creationId xmlns:a16="http://schemas.microsoft.com/office/drawing/2014/main" id="{DAEC61ED-8739-4290-AF95-3A5760206BF0}"/>
                </a:ext>
              </a:extLst>
            </p:cNvPr>
            <p:cNvSpPr txBox="1">
              <a:spLocks noChangeArrowheads="1"/>
            </p:cNvSpPr>
            <p:nvPr/>
          </p:nvSpPr>
          <p:spPr bwMode="auto">
            <a:xfrm>
              <a:off x="3792" y="2768"/>
              <a:ext cx="110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11 Mbps</a:t>
              </a:r>
            </a:p>
          </p:txBody>
        </p:sp>
      </p:grpSp>
      <p:grpSp>
        <p:nvGrpSpPr>
          <p:cNvPr id="7" name="Group 46">
            <a:extLst>
              <a:ext uri="{FF2B5EF4-FFF2-40B4-BE49-F238E27FC236}">
                <a16:creationId xmlns:a16="http://schemas.microsoft.com/office/drawing/2014/main" id="{063CFFF7-EB53-4824-8DC7-326CD1BBA64E}"/>
              </a:ext>
            </a:extLst>
          </p:cNvPr>
          <p:cNvGrpSpPr>
            <a:grpSpLocks/>
          </p:cNvGrpSpPr>
          <p:nvPr/>
        </p:nvGrpSpPr>
        <p:grpSpPr bwMode="auto">
          <a:xfrm>
            <a:off x="7315200" y="1143000"/>
            <a:ext cx="1135063" cy="347663"/>
            <a:chOff x="4637" y="2704"/>
            <a:chExt cx="715" cy="219"/>
          </a:xfrm>
        </p:grpSpPr>
        <p:sp>
          <p:nvSpPr>
            <p:cNvPr id="821280" name="Rectangle 47">
              <a:extLst>
                <a:ext uri="{FF2B5EF4-FFF2-40B4-BE49-F238E27FC236}">
                  <a16:creationId xmlns:a16="http://schemas.microsoft.com/office/drawing/2014/main" id="{8EFB991D-22D2-4854-8F62-355EDDA67BE7}"/>
                </a:ext>
              </a:extLst>
            </p:cNvPr>
            <p:cNvSpPr>
              <a:spLocks noChangeArrowheads="1"/>
            </p:cNvSpPr>
            <p:nvPr/>
          </p:nvSpPr>
          <p:spPr bwMode="auto">
            <a:xfrm>
              <a:off x="4683" y="2729"/>
              <a:ext cx="624" cy="168"/>
            </a:xfrm>
            <a:prstGeom prst="rect">
              <a:avLst/>
            </a:prstGeom>
            <a:solidFill>
              <a:srgbClr val="FF9900"/>
            </a:solidFill>
            <a:ln w="9525" algn="ctr">
              <a:solidFill>
                <a:srgbClr val="B26A00"/>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281" name="Text Box 48">
              <a:extLst>
                <a:ext uri="{FF2B5EF4-FFF2-40B4-BE49-F238E27FC236}">
                  <a16:creationId xmlns:a16="http://schemas.microsoft.com/office/drawing/2014/main" id="{E18A5EF5-7487-4399-8920-0910FF2CAEAE}"/>
                </a:ext>
              </a:extLst>
            </p:cNvPr>
            <p:cNvSpPr txBox="1">
              <a:spLocks noChangeArrowheads="1"/>
            </p:cNvSpPr>
            <p:nvPr/>
          </p:nvSpPr>
          <p:spPr bwMode="auto">
            <a:xfrm>
              <a:off x="4637" y="2704"/>
              <a:ext cx="71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54 Mbps</a:t>
              </a:r>
            </a:p>
          </p:txBody>
        </p:sp>
      </p:grpSp>
      <p:grpSp>
        <p:nvGrpSpPr>
          <p:cNvPr id="8" name="Group 49">
            <a:extLst>
              <a:ext uri="{FF2B5EF4-FFF2-40B4-BE49-F238E27FC236}">
                <a16:creationId xmlns:a16="http://schemas.microsoft.com/office/drawing/2014/main" id="{92E3EB04-4BA4-4064-B21D-DEEABF5F24D9}"/>
              </a:ext>
            </a:extLst>
          </p:cNvPr>
          <p:cNvGrpSpPr>
            <a:grpSpLocks/>
          </p:cNvGrpSpPr>
          <p:nvPr/>
        </p:nvGrpSpPr>
        <p:grpSpPr bwMode="auto">
          <a:xfrm>
            <a:off x="5724525" y="1598613"/>
            <a:ext cx="2657475" cy="381000"/>
            <a:chOff x="3606" y="3021"/>
            <a:chExt cx="1674" cy="240"/>
          </a:xfrm>
        </p:grpSpPr>
        <p:sp>
          <p:nvSpPr>
            <p:cNvPr id="821278" name="Rectangle 50">
              <a:extLst>
                <a:ext uri="{FF2B5EF4-FFF2-40B4-BE49-F238E27FC236}">
                  <a16:creationId xmlns:a16="http://schemas.microsoft.com/office/drawing/2014/main" id="{EF098DD7-A8BE-4EE4-896A-99B273D3E9F5}"/>
                </a:ext>
              </a:extLst>
            </p:cNvPr>
            <p:cNvSpPr>
              <a:spLocks noChangeArrowheads="1"/>
            </p:cNvSpPr>
            <p:nvPr/>
          </p:nvSpPr>
          <p:spPr bwMode="auto">
            <a:xfrm>
              <a:off x="3606" y="3021"/>
              <a:ext cx="1674" cy="240"/>
            </a:xfrm>
            <a:prstGeom prst="rect">
              <a:avLst/>
            </a:prstGeom>
            <a:solidFill>
              <a:srgbClr val="CCCC66"/>
            </a:solidFill>
            <a:ln w="9525" algn="ctr">
              <a:solidFill>
                <a:srgbClr val="A8A537"/>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279" name="Text Box 51">
              <a:extLst>
                <a:ext uri="{FF2B5EF4-FFF2-40B4-BE49-F238E27FC236}">
                  <a16:creationId xmlns:a16="http://schemas.microsoft.com/office/drawing/2014/main" id="{80A2D377-CED6-4808-B589-4B258B6D400C}"/>
                </a:ext>
              </a:extLst>
            </p:cNvPr>
            <p:cNvSpPr txBox="1">
              <a:spLocks noChangeArrowheads="1"/>
            </p:cNvSpPr>
            <p:nvPr/>
          </p:nvSpPr>
          <p:spPr bwMode="auto">
            <a:xfrm>
              <a:off x="3797" y="3031"/>
              <a:ext cx="129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Standards-based</a:t>
              </a:r>
            </a:p>
          </p:txBody>
        </p:sp>
      </p:grpSp>
      <p:grpSp>
        <p:nvGrpSpPr>
          <p:cNvPr id="9" name="Group 52">
            <a:extLst>
              <a:ext uri="{FF2B5EF4-FFF2-40B4-BE49-F238E27FC236}">
                <a16:creationId xmlns:a16="http://schemas.microsoft.com/office/drawing/2014/main" id="{914590A1-2838-4E60-A9D0-BF56FA3A9BD9}"/>
              </a:ext>
            </a:extLst>
          </p:cNvPr>
          <p:cNvGrpSpPr>
            <a:grpSpLocks/>
          </p:cNvGrpSpPr>
          <p:nvPr/>
        </p:nvGrpSpPr>
        <p:grpSpPr bwMode="auto">
          <a:xfrm>
            <a:off x="7391400" y="1984375"/>
            <a:ext cx="990600" cy="347663"/>
            <a:chOff x="4656" y="3285"/>
            <a:chExt cx="624" cy="219"/>
          </a:xfrm>
        </p:grpSpPr>
        <p:sp>
          <p:nvSpPr>
            <p:cNvPr id="821276" name="Rectangle 53">
              <a:extLst>
                <a:ext uri="{FF2B5EF4-FFF2-40B4-BE49-F238E27FC236}">
                  <a16:creationId xmlns:a16="http://schemas.microsoft.com/office/drawing/2014/main" id="{67053C9A-F746-4537-8814-61E72D6B0245}"/>
                </a:ext>
              </a:extLst>
            </p:cNvPr>
            <p:cNvSpPr>
              <a:spLocks noChangeArrowheads="1"/>
            </p:cNvSpPr>
            <p:nvPr/>
          </p:nvSpPr>
          <p:spPr bwMode="auto">
            <a:xfrm>
              <a:off x="4656" y="3311"/>
              <a:ext cx="624" cy="168"/>
            </a:xfrm>
            <a:prstGeom prst="rect">
              <a:avLst/>
            </a:prstGeom>
            <a:solidFill>
              <a:srgbClr val="FF9900"/>
            </a:solidFill>
            <a:ln w="9525" algn="ctr">
              <a:solidFill>
                <a:srgbClr val="B26A00"/>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277" name="Text Box 54">
              <a:extLst>
                <a:ext uri="{FF2B5EF4-FFF2-40B4-BE49-F238E27FC236}">
                  <a16:creationId xmlns:a16="http://schemas.microsoft.com/office/drawing/2014/main" id="{C15E2C3E-AF27-4CE9-9DEF-FB00098FCB11}"/>
                </a:ext>
              </a:extLst>
            </p:cNvPr>
            <p:cNvSpPr txBox="1">
              <a:spLocks noChangeArrowheads="1"/>
            </p:cNvSpPr>
            <p:nvPr/>
          </p:nvSpPr>
          <p:spPr bwMode="auto">
            <a:xfrm>
              <a:off x="4706" y="3285"/>
              <a:ext cx="52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5 GHz</a:t>
              </a:r>
            </a:p>
          </p:txBody>
        </p:sp>
      </p:grpSp>
      <p:sp>
        <p:nvSpPr>
          <p:cNvPr id="229431" name="Line 55">
            <a:extLst>
              <a:ext uri="{FF2B5EF4-FFF2-40B4-BE49-F238E27FC236}">
                <a16:creationId xmlns:a16="http://schemas.microsoft.com/office/drawing/2014/main" id="{BB014B6F-C9BA-495D-BC20-7F495D068009}"/>
              </a:ext>
            </a:extLst>
          </p:cNvPr>
          <p:cNvSpPr>
            <a:spLocks noChangeShapeType="1"/>
          </p:cNvSpPr>
          <p:nvPr/>
        </p:nvSpPr>
        <p:spPr bwMode="auto">
          <a:xfrm flipH="1" flipV="1">
            <a:off x="7772400" y="2571750"/>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29432" name="Line 56">
            <a:extLst>
              <a:ext uri="{FF2B5EF4-FFF2-40B4-BE49-F238E27FC236}">
                <a16:creationId xmlns:a16="http://schemas.microsoft.com/office/drawing/2014/main" id="{A6B2FCE3-3655-4F36-AB67-847E61A48A3C}"/>
              </a:ext>
            </a:extLst>
          </p:cNvPr>
          <p:cNvSpPr>
            <a:spLocks noChangeShapeType="1"/>
          </p:cNvSpPr>
          <p:nvPr/>
        </p:nvSpPr>
        <p:spPr bwMode="auto">
          <a:xfrm flipH="1" flipV="1">
            <a:off x="6838950" y="2571750"/>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29433" name="Line 57">
            <a:extLst>
              <a:ext uri="{FF2B5EF4-FFF2-40B4-BE49-F238E27FC236}">
                <a16:creationId xmlns:a16="http://schemas.microsoft.com/office/drawing/2014/main" id="{DB0B7F9B-FF8C-4F0B-85B8-57005D357D89}"/>
              </a:ext>
            </a:extLst>
          </p:cNvPr>
          <p:cNvSpPr>
            <a:spLocks noChangeShapeType="1"/>
          </p:cNvSpPr>
          <p:nvPr/>
        </p:nvSpPr>
        <p:spPr bwMode="auto">
          <a:xfrm flipH="1" flipV="1">
            <a:off x="5913438" y="2571750"/>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grpSp>
        <p:nvGrpSpPr>
          <p:cNvPr id="821267" name="Group 58">
            <a:extLst>
              <a:ext uri="{FF2B5EF4-FFF2-40B4-BE49-F238E27FC236}">
                <a16:creationId xmlns:a16="http://schemas.microsoft.com/office/drawing/2014/main" id="{2B06379F-63E2-4330-BEA9-3CB4597B76C6}"/>
              </a:ext>
            </a:extLst>
          </p:cNvPr>
          <p:cNvGrpSpPr>
            <a:grpSpLocks/>
          </p:cNvGrpSpPr>
          <p:nvPr/>
        </p:nvGrpSpPr>
        <p:grpSpPr bwMode="auto">
          <a:xfrm>
            <a:off x="207963" y="1195388"/>
            <a:ext cx="1195387" cy="1190625"/>
            <a:chOff x="131" y="2767"/>
            <a:chExt cx="753" cy="750"/>
          </a:xfrm>
        </p:grpSpPr>
        <p:sp>
          <p:nvSpPr>
            <p:cNvPr id="821273" name="Text Box 59">
              <a:extLst>
                <a:ext uri="{FF2B5EF4-FFF2-40B4-BE49-F238E27FC236}">
                  <a16:creationId xmlns:a16="http://schemas.microsoft.com/office/drawing/2014/main" id="{01B1F8AA-3347-46E0-9A6E-689C6ACCCEAC}"/>
                </a:ext>
              </a:extLst>
            </p:cNvPr>
            <p:cNvSpPr txBox="1">
              <a:spLocks noChangeArrowheads="1"/>
            </p:cNvSpPr>
            <p:nvPr/>
          </p:nvSpPr>
          <p:spPr bwMode="auto">
            <a:xfrm>
              <a:off x="170" y="3298"/>
              <a:ext cx="71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71529" tIns="35764" rIns="71529" bIns="35764" anchor="ctr">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50000"/>
                </a:spcBef>
                <a:buClrTx/>
                <a:buSzTx/>
                <a:buFontTx/>
                <a:buNone/>
              </a:pPr>
              <a:r>
                <a:rPr lang="en-US" altLang="en-US" sz="1800" b="1">
                  <a:latin typeface="Arial" panose="020B0604020202020204" pitchFamily="34" charset="0"/>
                </a:rPr>
                <a:t>Radio</a:t>
              </a:r>
            </a:p>
          </p:txBody>
        </p:sp>
        <p:sp>
          <p:nvSpPr>
            <p:cNvPr id="821274" name="Text Box 60">
              <a:extLst>
                <a:ext uri="{FF2B5EF4-FFF2-40B4-BE49-F238E27FC236}">
                  <a16:creationId xmlns:a16="http://schemas.microsoft.com/office/drawing/2014/main" id="{27E46EB7-DDA8-4F12-9D78-73862C492F93}"/>
                </a:ext>
              </a:extLst>
            </p:cNvPr>
            <p:cNvSpPr txBox="1">
              <a:spLocks noChangeArrowheads="1"/>
            </p:cNvSpPr>
            <p:nvPr/>
          </p:nvSpPr>
          <p:spPr bwMode="auto">
            <a:xfrm>
              <a:off x="131" y="3032"/>
              <a:ext cx="75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71529" tIns="35764" rIns="71529" bIns="35764" anchor="ctr">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50000"/>
                </a:spcBef>
                <a:buClrTx/>
                <a:buSzTx/>
                <a:buFontTx/>
                <a:buNone/>
              </a:pPr>
              <a:r>
                <a:rPr lang="en-US" altLang="en-US" sz="1800" b="1">
                  <a:latin typeface="Arial" panose="020B0604020202020204" pitchFamily="34" charset="0"/>
                </a:rPr>
                <a:t>Network</a:t>
              </a:r>
              <a:endParaRPr lang="en-US" altLang="en-US" sz="1800">
                <a:latin typeface="Arial" panose="020B0604020202020204" pitchFamily="34" charset="0"/>
              </a:endParaRPr>
            </a:p>
          </p:txBody>
        </p:sp>
        <p:sp>
          <p:nvSpPr>
            <p:cNvPr id="821275" name="Rectangle 61">
              <a:extLst>
                <a:ext uri="{FF2B5EF4-FFF2-40B4-BE49-F238E27FC236}">
                  <a16:creationId xmlns:a16="http://schemas.microsoft.com/office/drawing/2014/main" id="{35F2E8C0-E891-4719-BA4C-3A17A72EB9FE}"/>
                </a:ext>
              </a:extLst>
            </p:cNvPr>
            <p:cNvSpPr>
              <a:spLocks noChangeArrowheads="1"/>
            </p:cNvSpPr>
            <p:nvPr/>
          </p:nvSpPr>
          <p:spPr bwMode="auto">
            <a:xfrm>
              <a:off x="281" y="2767"/>
              <a:ext cx="60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71529" tIns="35764" rIns="71529" bIns="35764" anchor="ctr">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1800" b="1">
                  <a:latin typeface="Arial" panose="020B0604020202020204" pitchFamily="34" charset="0"/>
                </a:rPr>
                <a:t>Speed</a:t>
              </a:r>
            </a:p>
          </p:txBody>
        </p:sp>
      </p:grpSp>
      <p:sp>
        <p:nvSpPr>
          <p:cNvPr id="229438" name="Rectangle 62">
            <a:extLst>
              <a:ext uri="{FF2B5EF4-FFF2-40B4-BE49-F238E27FC236}">
                <a16:creationId xmlns:a16="http://schemas.microsoft.com/office/drawing/2014/main" id="{DD984D11-F76F-40B6-9878-F16E2CC54296}"/>
              </a:ext>
            </a:extLst>
          </p:cNvPr>
          <p:cNvSpPr>
            <a:spLocks noChangeArrowheads="1"/>
          </p:cNvSpPr>
          <p:nvPr/>
        </p:nvSpPr>
        <p:spPr bwMode="auto">
          <a:xfrm>
            <a:off x="3609975" y="2492375"/>
            <a:ext cx="21050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marL="177800" indent="-177800"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B2B2B2"/>
              </a:buClr>
              <a:buSzPct val="75000"/>
              <a:buFont typeface="Wingdings 3" panose="05040102010807070707" pitchFamily="18" charset="2"/>
              <a:buChar char=""/>
            </a:pPr>
            <a:r>
              <a:rPr lang="en-US" altLang="en-US" sz="1400" b="1">
                <a:latin typeface="Arial" panose="020B0604020202020204" pitchFamily="34" charset="0"/>
              </a:rPr>
              <a:t>IEEE 802.11Begins Drafting</a:t>
            </a:r>
          </a:p>
        </p:txBody>
      </p:sp>
      <p:sp>
        <p:nvSpPr>
          <p:cNvPr id="229439" name="Line 63">
            <a:extLst>
              <a:ext uri="{FF2B5EF4-FFF2-40B4-BE49-F238E27FC236}">
                <a16:creationId xmlns:a16="http://schemas.microsoft.com/office/drawing/2014/main" id="{B00DA760-BF4F-4B89-B590-EC909841EBCE}"/>
              </a:ext>
            </a:extLst>
          </p:cNvPr>
          <p:cNvSpPr>
            <a:spLocks noChangeShapeType="1"/>
          </p:cNvSpPr>
          <p:nvPr/>
        </p:nvSpPr>
        <p:spPr bwMode="auto">
          <a:xfrm flipH="1" flipV="1">
            <a:off x="3752850" y="2568575"/>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821270" name="AutoShape 64">
            <a:extLst>
              <a:ext uri="{FF2B5EF4-FFF2-40B4-BE49-F238E27FC236}">
                <a16:creationId xmlns:a16="http://schemas.microsoft.com/office/drawing/2014/main" id="{D0021A1E-45FC-4446-923E-EE7B13055D54}"/>
              </a:ext>
            </a:extLst>
          </p:cNvPr>
          <p:cNvSpPr>
            <a:spLocks/>
          </p:cNvSpPr>
          <p:nvPr/>
        </p:nvSpPr>
        <p:spPr bwMode="auto">
          <a:xfrm>
            <a:off x="4116388" y="4803775"/>
            <a:ext cx="301625" cy="1901825"/>
          </a:xfrm>
          <a:prstGeom prst="rightBrace">
            <a:avLst>
              <a:gd name="adj1" fmla="val 52544"/>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1271" name="Text Box 65">
            <a:extLst>
              <a:ext uri="{FF2B5EF4-FFF2-40B4-BE49-F238E27FC236}">
                <a16:creationId xmlns:a16="http://schemas.microsoft.com/office/drawing/2014/main" id="{A00AC402-AE47-4716-8B99-ECB6005DA142}"/>
              </a:ext>
            </a:extLst>
          </p:cNvPr>
          <p:cNvSpPr txBox="1">
            <a:spLocks noChangeArrowheads="1"/>
          </p:cNvSpPr>
          <p:nvPr/>
        </p:nvSpPr>
        <p:spPr bwMode="auto">
          <a:xfrm>
            <a:off x="4641850" y="5105400"/>
            <a:ext cx="4191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a:solidFill>
                  <a:srgbClr val="FF0000"/>
                </a:solidFill>
                <a:latin typeface="Arial" panose="020B0604020202020204" pitchFamily="34" charset="0"/>
              </a:rPr>
              <a:t>802.11g tương thích ngược với 802.11b, nhưng có hạn chế!</a:t>
            </a:r>
          </a:p>
        </p:txBody>
      </p:sp>
      <p:sp>
        <p:nvSpPr>
          <p:cNvPr id="229442" name="Rectangle 66">
            <a:extLst>
              <a:ext uri="{FF2B5EF4-FFF2-40B4-BE49-F238E27FC236}">
                <a16:creationId xmlns:a16="http://schemas.microsoft.com/office/drawing/2014/main" id="{743E39DC-8BE9-4565-BA0E-3C7B8054F71D}"/>
              </a:ext>
            </a:extLst>
          </p:cNvPr>
          <p:cNvSpPr>
            <a:spLocks noChangeArrowheads="1"/>
          </p:cNvSpPr>
          <p:nvPr/>
        </p:nvSpPr>
        <p:spPr bwMode="auto">
          <a:xfrm>
            <a:off x="7748588" y="2479675"/>
            <a:ext cx="987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FE9D00"/>
              </a:buClr>
              <a:buSzPct val="75000"/>
              <a:buFont typeface="Wingdings 3" panose="05040102010807070707" pitchFamily="18" charset="2"/>
              <a:buNone/>
            </a:pPr>
            <a:r>
              <a:rPr lang="en-US" altLang="en-US" sz="1400" b="1">
                <a:latin typeface="Arial" panose="020B0604020202020204" pitchFamily="34" charset="0"/>
              </a:rPr>
              <a:t>802.11g    </a:t>
            </a:r>
            <a:br>
              <a:rPr lang="en-US" altLang="en-US" sz="1400" b="1">
                <a:latin typeface="Arial" panose="020B0604020202020204" pitchFamily="34" charset="0"/>
              </a:rPr>
            </a:br>
            <a:r>
              <a:rPr lang="en-US" altLang="en-US" sz="1400" b="1">
                <a:latin typeface="Arial" panose="020B0604020202020204" pitchFamily="34" charset="0"/>
              </a:rPr>
              <a:t>Ratified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29439"/>
                                        </p:tgtEl>
                                        <p:attrNameLst>
                                          <p:attrName>style.visibility</p:attrName>
                                        </p:attrNameLst>
                                      </p:cBhvr>
                                      <p:to>
                                        <p:strVal val="visible"/>
                                      </p:to>
                                    </p:set>
                                    <p:animEffect transition="in" filter="wipe(up)">
                                      <p:cBhvr>
                                        <p:cTn id="7" dur="500"/>
                                        <p:tgtEl>
                                          <p:spTgt spid="229439"/>
                                        </p:tgtEl>
                                      </p:cBhvr>
                                    </p:animEffect>
                                  </p:childTnLst>
                                </p:cTn>
                              </p:par>
                            </p:childTnLst>
                          </p:cTn>
                        </p:par>
                        <p:par>
                          <p:cTn id="8" fill="hold" nodeType="afterGroup">
                            <p:stCondLst>
                              <p:cond delay="500"/>
                            </p:stCondLst>
                            <p:childTnLst>
                              <p:par>
                                <p:cTn id="9" presetID="2" presetClass="entr" presetSubtype="8" fill="hold" nodeType="afterEffect">
                                  <p:stCondLst>
                                    <p:cond delay="0"/>
                                  </p:stCondLst>
                                  <p:childTnLst>
                                    <p:set>
                                      <p:cBhvr>
                                        <p:cTn id="10" dur="1" fill="hold">
                                          <p:stCondLst>
                                            <p:cond delay="0"/>
                                          </p:stCondLst>
                                        </p:cTn>
                                        <p:tgtEl>
                                          <p:spTgt spid="229433"/>
                                        </p:tgtEl>
                                        <p:attrNameLst>
                                          <p:attrName>style.visibility</p:attrName>
                                        </p:attrNameLst>
                                      </p:cBhvr>
                                      <p:to>
                                        <p:strVal val="visible"/>
                                      </p:to>
                                    </p:set>
                                    <p:anim calcmode="lin" valueType="num">
                                      <p:cBhvr additive="base">
                                        <p:cTn id="11" dur="500" fill="hold"/>
                                        <p:tgtEl>
                                          <p:spTgt spid="229433"/>
                                        </p:tgtEl>
                                        <p:attrNameLst>
                                          <p:attrName>ppt_x</p:attrName>
                                        </p:attrNameLst>
                                      </p:cBhvr>
                                      <p:tavLst>
                                        <p:tav tm="0">
                                          <p:val>
                                            <p:strVal val="0-#ppt_w/2"/>
                                          </p:val>
                                        </p:tav>
                                        <p:tav tm="100000">
                                          <p:val>
                                            <p:strVal val="#ppt_x"/>
                                          </p:val>
                                        </p:tav>
                                      </p:tavLst>
                                    </p:anim>
                                    <p:anim calcmode="lin" valueType="num">
                                      <p:cBhvr additive="base">
                                        <p:cTn id="12" dur="500" fill="hold"/>
                                        <p:tgtEl>
                                          <p:spTgt spid="22943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29438"/>
                                        </p:tgtEl>
                                        <p:attrNameLst>
                                          <p:attrName>style.visibility</p:attrName>
                                        </p:attrNameLst>
                                      </p:cBhvr>
                                      <p:to>
                                        <p:strVal val="visible"/>
                                      </p:to>
                                    </p:set>
                                    <p:animEffect transition="in" filter="wipe(left)">
                                      <p:cBhvr>
                                        <p:cTn id="16" dur="500"/>
                                        <p:tgtEl>
                                          <p:spTgt spid="229438"/>
                                        </p:tgtEl>
                                      </p:cBhvr>
                                    </p:animEffect>
                                  </p:childTnLst>
                                </p:cTn>
                              </p:par>
                            </p:childTnLst>
                          </p:cTn>
                        </p:par>
                        <p:par>
                          <p:cTn id="17" fill="hold" nodeType="afterGroup">
                            <p:stCondLst>
                              <p:cond delay="1500"/>
                            </p:stCondLst>
                            <p:childTnLst>
                              <p:par>
                                <p:cTn id="18" presetID="2" presetClass="entr" presetSubtype="8" fill="hold" nodeType="afterEffect">
                                  <p:stCondLst>
                                    <p:cond delay="0"/>
                                  </p:stCondLst>
                                  <p:childTnLst>
                                    <p:set>
                                      <p:cBhvr>
                                        <p:cTn id="19" dur="1" fill="hold">
                                          <p:stCondLst>
                                            <p:cond delay="0"/>
                                          </p:stCondLst>
                                        </p:cTn>
                                        <p:tgtEl>
                                          <p:spTgt spid="229432"/>
                                        </p:tgtEl>
                                        <p:attrNameLst>
                                          <p:attrName>style.visibility</p:attrName>
                                        </p:attrNameLst>
                                      </p:cBhvr>
                                      <p:to>
                                        <p:strVal val="visible"/>
                                      </p:to>
                                    </p:set>
                                    <p:anim calcmode="lin" valueType="num">
                                      <p:cBhvr additive="base">
                                        <p:cTn id="20" dur="500" fill="hold"/>
                                        <p:tgtEl>
                                          <p:spTgt spid="229432"/>
                                        </p:tgtEl>
                                        <p:attrNameLst>
                                          <p:attrName>ppt_x</p:attrName>
                                        </p:attrNameLst>
                                      </p:cBhvr>
                                      <p:tavLst>
                                        <p:tav tm="0">
                                          <p:val>
                                            <p:strVal val="0-#ppt_w/2"/>
                                          </p:val>
                                        </p:tav>
                                        <p:tav tm="100000">
                                          <p:val>
                                            <p:strVal val="#ppt_x"/>
                                          </p:val>
                                        </p:tav>
                                      </p:tavLst>
                                    </p:anim>
                                    <p:anim calcmode="lin" valueType="num">
                                      <p:cBhvr additive="base">
                                        <p:cTn id="21" dur="500" fill="hold"/>
                                        <p:tgtEl>
                                          <p:spTgt spid="229432"/>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2000"/>
                            </p:stCondLst>
                            <p:childTnLst>
                              <p:par>
                                <p:cTn id="23" presetID="2" presetClass="entr" presetSubtype="8" fill="hold" nodeType="afterEffect">
                                  <p:stCondLst>
                                    <p:cond delay="0"/>
                                  </p:stCondLst>
                                  <p:childTnLst>
                                    <p:set>
                                      <p:cBhvr>
                                        <p:cTn id="24" dur="1" fill="hold">
                                          <p:stCondLst>
                                            <p:cond delay="0"/>
                                          </p:stCondLst>
                                        </p:cTn>
                                        <p:tgtEl>
                                          <p:spTgt spid="229431"/>
                                        </p:tgtEl>
                                        <p:attrNameLst>
                                          <p:attrName>style.visibility</p:attrName>
                                        </p:attrNameLst>
                                      </p:cBhvr>
                                      <p:to>
                                        <p:strVal val="visible"/>
                                      </p:to>
                                    </p:set>
                                    <p:anim calcmode="lin" valueType="num">
                                      <p:cBhvr additive="base">
                                        <p:cTn id="25" dur="500" fill="hold"/>
                                        <p:tgtEl>
                                          <p:spTgt spid="229431"/>
                                        </p:tgtEl>
                                        <p:attrNameLst>
                                          <p:attrName>ppt_x</p:attrName>
                                        </p:attrNameLst>
                                      </p:cBhvr>
                                      <p:tavLst>
                                        <p:tav tm="0">
                                          <p:val>
                                            <p:strVal val="0-#ppt_w/2"/>
                                          </p:val>
                                        </p:tav>
                                        <p:tav tm="100000">
                                          <p:val>
                                            <p:strVal val="#ppt_x"/>
                                          </p:val>
                                        </p:tav>
                                      </p:tavLst>
                                    </p:anim>
                                    <p:anim calcmode="lin" valueType="num">
                                      <p:cBhvr additive="base">
                                        <p:cTn id="26" dur="500" fill="hold"/>
                                        <p:tgtEl>
                                          <p:spTgt spid="229431"/>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229391"/>
                                        </p:tgtEl>
                                        <p:attrNameLst>
                                          <p:attrName>style.visibility</p:attrName>
                                        </p:attrNameLst>
                                      </p:cBhvr>
                                      <p:to>
                                        <p:strVal val="visible"/>
                                      </p:to>
                                    </p:set>
                                    <p:animEffect transition="in" filter="wipe(left)">
                                      <p:cBhvr>
                                        <p:cTn id="30" dur="500"/>
                                        <p:tgtEl>
                                          <p:spTgt spid="229391"/>
                                        </p:tgtEl>
                                      </p:cBhvr>
                                    </p:animEffect>
                                  </p:childTnLst>
                                </p:cTn>
                              </p:par>
                            </p:childTnLst>
                          </p:cTn>
                        </p:par>
                        <p:par>
                          <p:cTn id="31" fill="hold" nodeType="afterGroup">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229392"/>
                                        </p:tgtEl>
                                        <p:attrNameLst>
                                          <p:attrName>style.visibility</p:attrName>
                                        </p:attrNameLst>
                                      </p:cBhvr>
                                      <p:to>
                                        <p:strVal val="visible"/>
                                      </p:to>
                                    </p:set>
                                    <p:animEffect transition="in" filter="wipe(left)">
                                      <p:cBhvr>
                                        <p:cTn id="34" dur="500"/>
                                        <p:tgtEl>
                                          <p:spTgt spid="229392"/>
                                        </p:tgtEl>
                                      </p:cBhvr>
                                    </p:animEffect>
                                  </p:childTnLst>
                                </p:cTn>
                              </p:par>
                            </p:childTnLst>
                          </p:cTn>
                        </p:par>
                        <p:par>
                          <p:cTn id="35" fill="hold" nodeType="afterGroup">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229442"/>
                                        </p:tgtEl>
                                        <p:attrNameLst>
                                          <p:attrName>style.visibility</p:attrName>
                                        </p:attrNameLst>
                                      </p:cBhvr>
                                      <p:to>
                                        <p:strVal val="visible"/>
                                      </p:to>
                                    </p:set>
                                    <p:animEffect transition="in" filter="wipe(left)">
                                      <p:cBhvr>
                                        <p:cTn id="38" dur="500"/>
                                        <p:tgtEl>
                                          <p:spTgt spid="229442"/>
                                        </p:tgtEl>
                                      </p:cBhvr>
                                    </p:animEffect>
                                  </p:childTnLst>
                                </p:cTn>
                              </p:par>
                            </p:childTnLst>
                          </p:cTn>
                        </p:par>
                        <p:par>
                          <p:cTn id="39" fill="hold" nodeType="afterGroup">
                            <p:stCondLst>
                              <p:cond delay="4000"/>
                            </p:stCondLst>
                            <p:childTnLst>
                              <p:par>
                                <p:cTn id="40" presetID="22" presetClass="entr" presetSubtype="8"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par>
                          <p:cTn id="43" fill="hold" nodeType="afterGroup">
                            <p:stCondLst>
                              <p:cond delay="4500"/>
                            </p:stCondLst>
                            <p:childTnLst>
                              <p:par>
                                <p:cTn id="44" presetID="22" presetClass="entr" presetSubtype="8"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500"/>
                                        <p:tgtEl>
                                          <p:spTgt spid="8"/>
                                        </p:tgtEl>
                                      </p:cBhvr>
                                    </p:animEffect>
                                  </p:childTnLst>
                                </p:cTn>
                              </p:par>
                            </p:childTnLst>
                          </p:cTn>
                        </p:par>
                        <p:par>
                          <p:cTn id="47" fill="hold" nodeType="afterGroup">
                            <p:stCondLst>
                              <p:cond delay="5000"/>
                            </p:stCondLst>
                            <p:childTnLst>
                              <p:par>
                                <p:cTn id="48" presetID="22" presetClass="entr" presetSubtype="8" fill="hold" nodeType="after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500"/>
                                        <p:tgtEl>
                                          <p:spTgt spid="4"/>
                                        </p:tgtEl>
                                      </p:cBhvr>
                                    </p:animEffect>
                                  </p:childTnLst>
                                </p:cTn>
                              </p:par>
                            </p:childTnLst>
                          </p:cTn>
                        </p:par>
                        <p:par>
                          <p:cTn id="51" fill="hold" nodeType="afterGroup">
                            <p:stCondLst>
                              <p:cond delay="5500"/>
                            </p:stCondLst>
                            <p:childTnLst>
                              <p:par>
                                <p:cTn id="52" presetID="22" presetClass="entr" presetSubtype="8" fill="hold" nodeType="after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500"/>
                                        <p:tgtEl>
                                          <p:spTgt spid="6"/>
                                        </p:tgtEl>
                                      </p:cBhvr>
                                    </p:animEffect>
                                  </p:childTnLst>
                                </p:cTn>
                              </p:par>
                            </p:childTnLst>
                          </p:cTn>
                        </p:par>
                        <p:par>
                          <p:cTn id="55" fill="hold" nodeType="afterGroup">
                            <p:stCondLst>
                              <p:cond delay="6000"/>
                            </p:stCondLst>
                            <p:childTnLst>
                              <p:par>
                                <p:cTn id="56" presetID="22" presetClass="entr" presetSubtype="8" fill="hold" nodeType="after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left)">
                                      <p:cBhvr>
                                        <p:cTn id="58" dur="500"/>
                                        <p:tgtEl>
                                          <p:spTgt spid="9"/>
                                        </p:tgtEl>
                                      </p:cBhvr>
                                    </p:animEffect>
                                  </p:childTnLst>
                                </p:cTn>
                              </p:par>
                            </p:childTnLst>
                          </p:cTn>
                        </p:par>
                        <p:par>
                          <p:cTn id="59" fill="hold" nodeType="afterGroup">
                            <p:stCondLst>
                              <p:cond delay="6500"/>
                            </p:stCondLst>
                            <p:childTnLst>
                              <p:par>
                                <p:cTn id="60" presetID="22" presetClass="entr" presetSubtype="8" fill="hold" nodeType="after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91" grpId="0" autoUpdateAnimBg="0"/>
      <p:bldP spid="229392" grpId="0" autoUpdateAnimBg="0"/>
      <p:bldP spid="229438" grpId="0" autoUpdateAnimBg="0"/>
      <p:bldP spid="229442"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6" name="Rectangle 2">
            <a:extLst>
              <a:ext uri="{FF2B5EF4-FFF2-40B4-BE49-F238E27FC236}">
                <a16:creationId xmlns:a16="http://schemas.microsoft.com/office/drawing/2014/main" id="{6EB550D8-3EB1-46FA-8000-F2CF7E12C70E}"/>
              </a:ext>
            </a:extLst>
          </p:cNvPr>
          <p:cNvSpPr>
            <a:spLocks noGrp="1" noChangeArrowheads="1"/>
          </p:cNvSpPr>
          <p:nvPr>
            <p:ph type="title"/>
          </p:nvPr>
        </p:nvSpPr>
        <p:spPr>
          <a:xfrm>
            <a:off x="0" y="-214313"/>
            <a:ext cx="9144000" cy="1143001"/>
          </a:xfrm>
        </p:spPr>
        <p:txBody>
          <a:bodyPr/>
          <a:lstStyle/>
          <a:p>
            <a:r>
              <a:rPr lang="en-US" altLang="en-US" sz="2800"/>
              <a:t>Các công nghệ ở tầng Vật lý của 802.11</a:t>
            </a:r>
          </a:p>
        </p:txBody>
      </p:sp>
      <p:sp>
        <p:nvSpPr>
          <p:cNvPr id="822277" name="Rectangle 3">
            <a:extLst>
              <a:ext uri="{FF2B5EF4-FFF2-40B4-BE49-F238E27FC236}">
                <a16:creationId xmlns:a16="http://schemas.microsoft.com/office/drawing/2014/main" id="{5D55B26D-5342-4EF8-BB4C-1479F7A9CBB8}"/>
              </a:ext>
            </a:extLst>
          </p:cNvPr>
          <p:cNvSpPr>
            <a:spLocks noGrp="1" noChangeArrowheads="1"/>
          </p:cNvSpPr>
          <p:nvPr>
            <p:ph type="body" idx="1"/>
          </p:nvPr>
        </p:nvSpPr>
        <p:spPr>
          <a:xfrm>
            <a:off x="0" y="3305175"/>
            <a:ext cx="9144000" cy="3359150"/>
          </a:xfrm>
        </p:spPr>
        <p:txBody>
          <a:bodyPr/>
          <a:lstStyle/>
          <a:p>
            <a:pPr>
              <a:lnSpc>
                <a:spcPct val="90000"/>
              </a:lnSpc>
            </a:pPr>
            <a:r>
              <a:rPr lang="en-US" altLang="en-US" sz="2400">
                <a:cs typeface="Arial" panose="020B0604020202020204" pitchFamily="34" charset="0"/>
              </a:rPr>
              <a:t>Tia hồng ngoại</a:t>
            </a:r>
          </a:p>
          <a:p>
            <a:pPr>
              <a:lnSpc>
                <a:spcPct val="90000"/>
              </a:lnSpc>
            </a:pPr>
            <a:r>
              <a:rPr lang="en-US" altLang="en-US" sz="2400">
                <a:cs typeface="Arial" panose="020B0604020202020204" pitchFamily="34" charset="0"/>
              </a:rPr>
              <a:t>Ba kiểu truyền sóng vô tuyến bên trong các dải tần số 2.4-GHz không cần cấp phép: </a:t>
            </a:r>
          </a:p>
          <a:p>
            <a:pPr lvl="1">
              <a:lnSpc>
                <a:spcPct val="90000"/>
              </a:lnSpc>
            </a:pPr>
            <a:r>
              <a:rPr lang="en-US" altLang="en-US" sz="2000">
                <a:cs typeface="Arial" panose="020B0604020202020204" pitchFamily="34" charset="0"/>
              </a:rPr>
              <a:t>Frequency hopping spread spectrum (FHSS) 802.11b (not used)</a:t>
            </a:r>
          </a:p>
          <a:p>
            <a:pPr lvl="1">
              <a:lnSpc>
                <a:spcPct val="90000"/>
              </a:lnSpc>
            </a:pPr>
            <a:r>
              <a:rPr lang="en-US" altLang="en-US" sz="2000">
                <a:cs typeface="Arial" panose="020B0604020202020204" pitchFamily="34" charset="0"/>
              </a:rPr>
              <a:t>Direct sequence spread spectrum (DSSS) 802.11b</a:t>
            </a:r>
          </a:p>
          <a:p>
            <a:pPr lvl="1">
              <a:lnSpc>
                <a:spcPct val="90000"/>
              </a:lnSpc>
            </a:pPr>
            <a:r>
              <a:rPr lang="en-US" altLang="en-US" sz="2000">
                <a:cs typeface="Arial" panose="020B0604020202020204" pitchFamily="34" charset="0"/>
              </a:rPr>
              <a:t>Orthogonal frequency-division multiplexing (OFDM) 802.11g </a:t>
            </a:r>
          </a:p>
          <a:p>
            <a:pPr>
              <a:lnSpc>
                <a:spcPct val="90000"/>
              </a:lnSpc>
            </a:pPr>
            <a:r>
              <a:rPr lang="en-US" altLang="en-US" sz="2400">
                <a:cs typeface="Arial" panose="020B0604020202020204" pitchFamily="34" charset="0"/>
              </a:rPr>
              <a:t>Một kiểu truyến sóng vô tuyến bên trong các dải tần 5-GHz không cần cấp phép: </a:t>
            </a:r>
          </a:p>
          <a:p>
            <a:pPr lvl="1">
              <a:lnSpc>
                <a:spcPct val="90000"/>
              </a:lnSpc>
            </a:pPr>
            <a:r>
              <a:rPr lang="en-US" altLang="en-US" sz="2000">
                <a:cs typeface="Arial" panose="020B0604020202020204" pitchFamily="34" charset="0"/>
              </a:rPr>
              <a:t>Orthogonal frequency-division multiplexing (OFDM) 802.11a</a:t>
            </a:r>
          </a:p>
        </p:txBody>
      </p:sp>
      <p:grpSp>
        <p:nvGrpSpPr>
          <p:cNvPr id="822278" name="Group 4">
            <a:extLst>
              <a:ext uri="{FF2B5EF4-FFF2-40B4-BE49-F238E27FC236}">
                <a16:creationId xmlns:a16="http://schemas.microsoft.com/office/drawing/2014/main" id="{5DA1DF82-648A-454C-BF61-B16D43E6253A}"/>
              </a:ext>
            </a:extLst>
          </p:cNvPr>
          <p:cNvGrpSpPr>
            <a:grpSpLocks/>
          </p:cNvGrpSpPr>
          <p:nvPr/>
        </p:nvGrpSpPr>
        <p:grpSpPr bwMode="auto">
          <a:xfrm>
            <a:off x="1447800" y="1006475"/>
            <a:ext cx="4267200" cy="1225550"/>
            <a:chOff x="912" y="2756"/>
            <a:chExt cx="2688" cy="772"/>
          </a:xfrm>
        </p:grpSpPr>
        <p:sp>
          <p:nvSpPr>
            <p:cNvPr id="822329" name="Rectangle 5">
              <a:extLst>
                <a:ext uri="{FF2B5EF4-FFF2-40B4-BE49-F238E27FC236}">
                  <a16:creationId xmlns:a16="http://schemas.microsoft.com/office/drawing/2014/main" id="{7EC0C5EB-A884-4DE3-9616-DCFA234E5E7F}"/>
                </a:ext>
              </a:extLst>
            </p:cNvPr>
            <p:cNvSpPr>
              <a:spLocks noChangeArrowheads="1"/>
            </p:cNvSpPr>
            <p:nvPr/>
          </p:nvSpPr>
          <p:spPr bwMode="auto">
            <a:xfrm>
              <a:off x="912" y="2756"/>
              <a:ext cx="1056" cy="240"/>
            </a:xfrm>
            <a:prstGeom prst="rect">
              <a:avLst/>
            </a:prstGeom>
            <a:solidFill>
              <a:srgbClr val="339999"/>
            </a:solidFill>
            <a:ln w="9525" algn="ctr">
              <a:solidFill>
                <a:srgbClr val="246E6C"/>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30" name="Rectangle 6">
              <a:extLst>
                <a:ext uri="{FF2B5EF4-FFF2-40B4-BE49-F238E27FC236}">
                  <a16:creationId xmlns:a16="http://schemas.microsoft.com/office/drawing/2014/main" id="{C51D51EA-966F-42DB-970A-1137EFD47BDD}"/>
                </a:ext>
              </a:extLst>
            </p:cNvPr>
            <p:cNvSpPr>
              <a:spLocks noChangeArrowheads="1"/>
            </p:cNvSpPr>
            <p:nvPr/>
          </p:nvSpPr>
          <p:spPr bwMode="auto">
            <a:xfrm>
              <a:off x="912" y="3288"/>
              <a:ext cx="1056" cy="240"/>
            </a:xfrm>
            <a:prstGeom prst="rect">
              <a:avLst/>
            </a:prstGeom>
            <a:solidFill>
              <a:srgbClr val="339999"/>
            </a:solidFill>
            <a:ln w="9525" algn="ctr">
              <a:solidFill>
                <a:srgbClr val="246E6C"/>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31" name="Text Box 7">
              <a:extLst>
                <a:ext uri="{FF2B5EF4-FFF2-40B4-BE49-F238E27FC236}">
                  <a16:creationId xmlns:a16="http://schemas.microsoft.com/office/drawing/2014/main" id="{DD5849FC-AEB9-4727-A611-79BFC801B1A9}"/>
                </a:ext>
              </a:extLst>
            </p:cNvPr>
            <p:cNvSpPr txBox="1">
              <a:spLocks noChangeArrowheads="1"/>
            </p:cNvSpPr>
            <p:nvPr/>
          </p:nvSpPr>
          <p:spPr bwMode="auto">
            <a:xfrm>
              <a:off x="1008" y="2767"/>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tx2"/>
                  </a:solidFill>
                  <a:latin typeface="Arial" panose="020B0604020202020204" pitchFamily="34" charset="0"/>
                </a:rPr>
                <a:t>860 Kbps</a:t>
              </a:r>
            </a:p>
          </p:txBody>
        </p:sp>
        <p:sp>
          <p:nvSpPr>
            <p:cNvPr id="822332" name="Text Box 8">
              <a:extLst>
                <a:ext uri="{FF2B5EF4-FFF2-40B4-BE49-F238E27FC236}">
                  <a16:creationId xmlns:a16="http://schemas.microsoft.com/office/drawing/2014/main" id="{EE876711-034E-4C61-82E4-688F2C7CDE32}"/>
                </a:ext>
              </a:extLst>
            </p:cNvPr>
            <p:cNvSpPr txBox="1">
              <a:spLocks noChangeArrowheads="1"/>
            </p:cNvSpPr>
            <p:nvPr/>
          </p:nvSpPr>
          <p:spPr bwMode="auto">
            <a:xfrm>
              <a:off x="1008" y="3299"/>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tx2"/>
                  </a:solidFill>
                  <a:latin typeface="Arial" panose="020B0604020202020204" pitchFamily="34" charset="0"/>
                </a:rPr>
                <a:t>900 MHz</a:t>
              </a:r>
            </a:p>
          </p:txBody>
        </p:sp>
        <p:sp>
          <p:nvSpPr>
            <p:cNvPr id="822333" name="Rectangle 9">
              <a:extLst>
                <a:ext uri="{FF2B5EF4-FFF2-40B4-BE49-F238E27FC236}">
                  <a16:creationId xmlns:a16="http://schemas.microsoft.com/office/drawing/2014/main" id="{62B6BEAE-D0AE-4E6F-B3C4-F5FB9EDD3010}"/>
                </a:ext>
              </a:extLst>
            </p:cNvPr>
            <p:cNvSpPr>
              <a:spLocks noChangeArrowheads="1"/>
            </p:cNvSpPr>
            <p:nvPr/>
          </p:nvSpPr>
          <p:spPr bwMode="auto">
            <a:xfrm>
              <a:off x="1972" y="2756"/>
              <a:ext cx="1628"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34" name="Rectangle 10">
              <a:extLst>
                <a:ext uri="{FF2B5EF4-FFF2-40B4-BE49-F238E27FC236}">
                  <a16:creationId xmlns:a16="http://schemas.microsoft.com/office/drawing/2014/main" id="{D389CA7A-1C40-45DA-A2A4-35FC6CCFA37D}"/>
                </a:ext>
              </a:extLst>
            </p:cNvPr>
            <p:cNvSpPr>
              <a:spLocks noChangeArrowheads="1"/>
            </p:cNvSpPr>
            <p:nvPr/>
          </p:nvSpPr>
          <p:spPr bwMode="auto">
            <a:xfrm>
              <a:off x="1972" y="3288"/>
              <a:ext cx="1628"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35" name="Text Box 11">
              <a:extLst>
                <a:ext uri="{FF2B5EF4-FFF2-40B4-BE49-F238E27FC236}">
                  <a16:creationId xmlns:a16="http://schemas.microsoft.com/office/drawing/2014/main" id="{8EC1C7C6-52B2-46E1-8CBE-8EFD850FD24E}"/>
                </a:ext>
              </a:extLst>
            </p:cNvPr>
            <p:cNvSpPr txBox="1">
              <a:spLocks noChangeArrowheads="1"/>
            </p:cNvSpPr>
            <p:nvPr/>
          </p:nvSpPr>
          <p:spPr bwMode="auto">
            <a:xfrm>
              <a:off x="2235" y="2767"/>
              <a:ext cx="110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bg2"/>
                  </a:solidFill>
                  <a:latin typeface="Arial" panose="020B0604020202020204" pitchFamily="34" charset="0"/>
                </a:rPr>
                <a:t>1 and 2 Mbps</a:t>
              </a:r>
            </a:p>
          </p:txBody>
        </p:sp>
        <p:sp>
          <p:nvSpPr>
            <p:cNvPr id="822336" name="Text Box 12">
              <a:extLst>
                <a:ext uri="{FF2B5EF4-FFF2-40B4-BE49-F238E27FC236}">
                  <a16:creationId xmlns:a16="http://schemas.microsoft.com/office/drawing/2014/main" id="{2156C8DD-B258-45C4-8014-85339899F783}"/>
                </a:ext>
              </a:extLst>
            </p:cNvPr>
            <p:cNvSpPr txBox="1">
              <a:spLocks noChangeArrowheads="1"/>
            </p:cNvSpPr>
            <p:nvPr/>
          </p:nvSpPr>
          <p:spPr bwMode="auto">
            <a:xfrm>
              <a:off x="2354" y="3299"/>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bg2"/>
                  </a:solidFill>
                  <a:latin typeface="Arial" panose="020B0604020202020204" pitchFamily="34" charset="0"/>
                </a:rPr>
                <a:t>2.4 GHz</a:t>
              </a:r>
            </a:p>
          </p:txBody>
        </p:sp>
        <p:sp>
          <p:nvSpPr>
            <p:cNvPr id="822337" name="Rectangle 13">
              <a:extLst>
                <a:ext uri="{FF2B5EF4-FFF2-40B4-BE49-F238E27FC236}">
                  <a16:creationId xmlns:a16="http://schemas.microsoft.com/office/drawing/2014/main" id="{4370221A-0486-4A81-BBBC-2EC5763A9580}"/>
                </a:ext>
              </a:extLst>
            </p:cNvPr>
            <p:cNvSpPr>
              <a:spLocks noChangeArrowheads="1"/>
            </p:cNvSpPr>
            <p:nvPr/>
          </p:nvSpPr>
          <p:spPr bwMode="auto">
            <a:xfrm>
              <a:off x="912" y="3022"/>
              <a:ext cx="2688" cy="240"/>
            </a:xfrm>
            <a:prstGeom prst="rect">
              <a:avLst/>
            </a:prstGeom>
            <a:solidFill>
              <a:srgbClr val="339999"/>
            </a:solidFill>
            <a:ln w="9525" algn="ctr">
              <a:solidFill>
                <a:srgbClr val="246E6C"/>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38" name="Text Box 14">
              <a:extLst>
                <a:ext uri="{FF2B5EF4-FFF2-40B4-BE49-F238E27FC236}">
                  <a16:creationId xmlns:a16="http://schemas.microsoft.com/office/drawing/2014/main" id="{90EABF4D-AA1F-4A93-AF60-56521A116507}"/>
                </a:ext>
              </a:extLst>
            </p:cNvPr>
            <p:cNvSpPr txBox="1">
              <a:spLocks noChangeArrowheads="1"/>
            </p:cNvSpPr>
            <p:nvPr/>
          </p:nvSpPr>
          <p:spPr bwMode="auto">
            <a:xfrm>
              <a:off x="1824" y="3032"/>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solidFill>
                    <a:schemeClr val="tx2"/>
                  </a:solidFill>
                  <a:latin typeface="Arial" panose="020B0604020202020204" pitchFamily="34" charset="0"/>
                </a:rPr>
                <a:t>Proprietary</a:t>
              </a:r>
            </a:p>
          </p:txBody>
        </p:sp>
      </p:grpSp>
      <p:sp>
        <p:nvSpPr>
          <p:cNvPr id="230415" name="Rectangle 15">
            <a:extLst>
              <a:ext uri="{FF2B5EF4-FFF2-40B4-BE49-F238E27FC236}">
                <a16:creationId xmlns:a16="http://schemas.microsoft.com/office/drawing/2014/main" id="{E59E5FCD-9456-48F5-BDE0-19AB47370C7A}"/>
              </a:ext>
            </a:extLst>
          </p:cNvPr>
          <p:cNvSpPr>
            <a:spLocks noChangeArrowheads="1"/>
          </p:cNvSpPr>
          <p:nvPr/>
        </p:nvSpPr>
        <p:spPr bwMode="auto">
          <a:xfrm>
            <a:off x="5905500" y="2308225"/>
            <a:ext cx="987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FE9D00"/>
              </a:buClr>
              <a:buSzPct val="75000"/>
              <a:buFont typeface="Wingdings 3" panose="05040102010807070707" pitchFamily="18" charset="2"/>
              <a:buNone/>
            </a:pPr>
            <a:r>
              <a:rPr lang="en-US" altLang="en-US" sz="1400" b="1">
                <a:latin typeface="Arial" panose="020B0604020202020204" pitchFamily="34" charset="0"/>
              </a:rPr>
              <a:t>802.11    </a:t>
            </a:r>
            <a:br>
              <a:rPr lang="en-US" altLang="en-US" sz="1400" b="1">
                <a:latin typeface="Arial" panose="020B0604020202020204" pitchFamily="34" charset="0"/>
              </a:rPr>
            </a:br>
            <a:r>
              <a:rPr lang="en-US" altLang="en-US" sz="1400" b="1">
                <a:latin typeface="Arial" panose="020B0604020202020204" pitchFamily="34" charset="0"/>
              </a:rPr>
              <a:t>Ratified</a:t>
            </a:r>
          </a:p>
        </p:txBody>
      </p:sp>
      <p:sp>
        <p:nvSpPr>
          <p:cNvPr id="230416" name="Rectangle 16">
            <a:extLst>
              <a:ext uri="{FF2B5EF4-FFF2-40B4-BE49-F238E27FC236}">
                <a16:creationId xmlns:a16="http://schemas.microsoft.com/office/drawing/2014/main" id="{072837AE-EE45-43CF-A908-2944D397EEAB}"/>
              </a:ext>
            </a:extLst>
          </p:cNvPr>
          <p:cNvSpPr>
            <a:spLocks noChangeArrowheads="1"/>
          </p:cNvSpPr>
          <p:nvPr/>
        </p:nvSpPr>
        <p:spPr bwMode="auto">
          <a:xfrm>
            <a:off x="6818313" y="2308225"/>
            <a:ext cx="108743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FE9D00"/>
              </a:buClr>
              <a:buSzPct val="75000"/>
              <a:buFont typeface="Wingdings 3" panose="05040102010807070707" pitchFamily="18" charset="2"/>
              <a:buNone/>
            </a:pPr>
            <a:r>
              <a:rPr lang="en-US" altLang="en-US" sz="1400" b="1">
                <a:latin typeface="Arial" panose="020B0604020202020204" pitchFamily="34" charset="0"/>
              </a:rPr>
              <a:t>802.11a,b    </a:t>
            </a:r>
            <a:br>
              <a:rPr lang="en-US" altLang="en-US" sz="1400" b="1">
                <a:latin typeface="Arial" panose="020B0604020202020204" pitchFamily="34" charset="0"/>
              </a:rPr>
            </a:br>
            <a:r>
              <a:rPr lang="en-US" altLang="en-US" sz="1400" b="1">
                <a:latin typeface="Arial" panose="020B0604020202020204" pitchFamily="34" charset="0"/>
              </a:rPr>
              <a:t>Ratified</a:t>
            </a:r>
          </a:p>
        </p:txBody>
      </p:sp>
      <p:sp>
        <p:nvSpPr>
          <p:cNvPr id="230417" name="Rectangle 17">
            <a:extLst>
              <a:ext uri="{FF2B5EF4-FFF2-40B4-BE49-F238E27FC236}">
                <a16:creationId xmlns:a16="http://schemas.microsoft.com/office/drawing/2014/main" id="{40B1F164-407D-4AB3-A051-551ABAB19762}"/>
              </a:ext>
            </a:extLst>
          </p:cNvPr>
          <p:cNvSpPr>
            <a:spLocks noChangeArrowheads="1"/>
          </p:cNvSpPr>
          <p:nvPr/>
        </p:nvSpPr>
        <p:spPr bwMode="auto">
          <a:xfrm>
            <a:off x="7748588" y="2308225"/>
            <a:ext cx="987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FE9D00"/>
              </a:buClr>
              <a:buSzPct val="75000"/>
              <a:buFont typeface="Wingdings 3" panose="05040102010807070707" pitchFamily="18" charset="2"/>
              <a:buNone/>
            </a:pPr>
            <a:r>
              <a:rPr lang="en-US" altLang="en-US" sz="1400" b="1">
                <a:latin typeface="Arial" panose="020B0604020202020204" pitchFamily="34" charset="0"/>
              </a:rPr>
              <a:t>802.11g    </a:t>
            </a:r>
            <a:br>
              <a:rPr lang="en-US" altLang="en-US" sz="1400" b="1">
                <a:latin typeface="Arial" panose="020B0604020202020204" pitchFamily="34" charset="0"/>
              </a:rPr>
            </a:br>
            <a:r>
              <a:rPr lang="en-US" altLang="en-US" sz="1400" b="1">
                <a:latin typeface="Arial" panose="020B0604020202020204" pitchFamily="34" charset="0"/>
              </a:rPr>
              <a:t>Ratified</a:t>
            </a:r>
          </a:p>
        </p:txBody>
      </p:sp>
      <p:grpSp>
        <p:nvGrpSpPr>
          <p:cNvPr id="822282" name="Group 18">
            <a:extLst>
              <a:ext uri="{FF2B5EF4-FFF2-40B4-BE49-F238E27FC236}">
                <a16:creationId xmlns:a16="http://schemas.microsoft.com/office/drawing/2014/main" id="{24D684BE-20C2-4017-A609-051E38428469}"/>
              </a:ext>
            </a:extLst>
          </p:cNvPr>
          <p:cNvGrpSpPr>
            <a:grpSpLocks/>
          </p:cNvGrpSpPr>
          <p:nvPr/>
        </p:nvGrpSpPr>
        <p:grpSpPr bwMode="auto">
          <a:xfrm>
            <a:off x="933450" y="2771775"/>
            <a:ext cx="7273925" cy="336550"/>
            <a:chOff x="672" y="3792"/>
            <a:chExt cx="4582" cy="212"/>
          </a:xfrm>
        </p:grpSpPr>
        <p:sp>
          <p:nvSpPr>
            <p:cNvPr id="822310" name="AutoShape 19">
              <a:extLst>
                <a:ext uri="{FF2B5EF4-FFF2-40B4-BE49-F238E27FC236}">
                  <a16:creationId xmlns:a16="http://schemas.microsoft.com/office/drawing/2014/main" id="{062C8480-4557-4F78-AA3B-683478601507}"/>
                </a:ext>
              </a:extLst>
            </p:cNvPr>
            <p:cNvSpPr>
              <a:spLocks noChangeArrowheads="1"/>
            </p:cNvSpPr>
            <p:nvPr/>
          </p:nvSpPr>
          <p:spPr bwMode="auto">
            <a:xfrm flipV="1">
              <a:off x="3964"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11" name="AutoShape 20">
              <a:extLst>
                <a:ext uri="{FF2B5EF4-FFF2-40B4-BE49-F238E27FC236}">
                  <a16:creationId xmlns:a16="http://schemas.microsoft.com/office/drawing/2014/main" id="{AF798DE7-49FB-4E10-92C4-1AE21D07CDB2}"/>
                </a:ext>
              </a:extLst>
            </p:cNvPr>
            <p:cNvSpPr>
              <a:spLocks noChangeArrowheads="1"/>
            </p:cNvSpPr>
            <p:nvPr/>
          </p:nvSpPr>
          <p:spPr bwMode="auto">
            <a:xfrm flipV="1">
              <a:off x="4486"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12" name="AutoShape 21">
              <a:extLst>
                <a:ext uri="{FF2B5EF4-FFF2-40B4-BE49-F238E27FC236}">
                  <a16:creationId xmlns:a16="http://schemas.microsoft.com/office/drawing/2014/main" id="{0125165D-BE34-40C6-921C-AEE3B8BA2CDB}"/>
                </a:ext>
              </a:extLst>
            </p:cNvPr>
            <p:cNvSpPr>
              <a:spLocks noChangeArrowheads="1"/>
            </p:cNvSpPr>
            <p:nvPr/>
          </p:nvSpPr>
          <p:spPr bwMode="auto">
            <a:xfrm flipV="1">
              <a:off x="5019"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13" name="Rectangle 22">
              <a:extLst>
                <a:ext uri="{FF2B5EF4-FFF2-40B4-BE49-F238E27FC236}">
                  <a16:creationId xmlns:a16="http://schemas.microsoft.com/office/drawing/2014/main" id="{EA13E46A-7BE9-40A6-8441-AC20E2AEECFF}"/>
                </a:ext>
              </a:extLst>
            </p:cNvPr>
            <p:cNvSpPr>
              <a:spLocks noChangeArrowheads="1"/>
            </p:cNvSpPr>
            <p:nvPr/>
          </p:nvSpPr>
          <p:spPr bwMode="auto">
            <a:xfrm>
              <a:off x="698"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1986</a:t>
              </a:r>
            </a:p>
          </p:txBody>
        </p:sp>
        <p:sp>
          <p:nvSpPr>
            <p:cNvPr id="822314" name="Rectangle 23">
              <a:extLst>
                <a:ext uri="{FF2B5EF4-FFF2-40B4-BE49-F238E27FC236}">
                  <a16:creationId xmlns:a16="http://schemas.microsoft.com/office/drawing/2014/main" id="{D847FC2B-242F-4292-9F55-584CBC79AF80}"/>
                </a:ext>
              </a:extLst>
            </p:cNvPr>
            <p:cNvSpPr>
              <a:spLocks noChangeArrowheads="1"/>
            </p:cNvSpPr>
            <p:nvPr/>
          </p:nvSpPr>
          <p:spPr bwMode="auto">
            <a:xfrm>
              <a:off x="1222"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1988</a:t>
              </a:r>
            </a:p>
          </p:txBody>
        </p:sp>
        <p:sp>
          <p:nvSpPr>
            <p:cNvPr id="822315" name="Rectangle 24">
              <a:extLst>
                <a:ext uri="{FF2B5EF4-FFF2-40B4-BE49-F238E27FC236}">
                  <a16:creationId xmlns:a16="http://schemas.microsoft.com/office/drawing/2014/main" id="{51FC4F77-F28F-49F3-942D-617CE1B2376B}"/>
                </a:ext>
              </a:extLst>
            </p:cNvPr>
            <p:cNvSpPr>
              <a:spLocks noChangeArrowheads="1"/>
            </p:cNvSpPr>
            <p:nvPr/>
          </p:nvSpPr>
          <p:spPr bwMode="auto">
            <a:xfrm>
              <a:off x="1745"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1990</a:t>
              </a:r>
            </a:p>
          </p:txBody>
        </p:sp>
        <p:sp>
          <p:nvSpPr>
            <p:cNvPr id="822316" name="Rectangle 25">
              <a:extLst>
                <a:ext uri="{FF2B5EF4-FFF2-40B4-BE49-F238E27FC236}">
                  <a16:creationId xmlns:a16="http://schemas.microsoft.com/office/drawing/2014/main" id="{66290E78-C900-49AD-AF3E-5371A79717E6}"/>
                </a:ext>
              </a:extLst>
            </p:cNvPr>
            <p:cNvSpPr>
              <a:spLocks noChangeArrowheads="1"/>
            </p:cNvSpPr>
            <p:nvPr/>
          </p:nvSpPr>
          <p:spPr bwMode="auto">
            <a:xfrm>
              <a:off x="2275"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1992</a:t>
              </a:r>
            </a:p>
          </p:txBody>
        </p:sp>
        <p:sp>
          <p:nvSpPr>
            <p:cNvPr id="822317" name="Rectangle 26">
              <a:extLst>
                <a:ext uri="{FF2B5EF4-FFF2-40B4-BE49-F238E27FC236}">
                  <a16:creationId xmlns:a16="http://schemas.microsoft.com/office/drawing/2014/main" id="{D2D1D648-5604-4A16-AA54-4277066E74C3}"/>
                </a:ext>
              </a:extLst>
            </p:cNvPr>
            <p:cNvSpPr>
              <a:spLocks noChangeArrowheads="1"/>
            </p:cNvSpPr>
            <p:nvPr/>
          </p:nvSpPr>
          <p:spPr bwMode="auto">
            <a:xfrm>
              <a:off x="2789"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1994</a:t>
              </a:r>
            </a:p>
          </p:txBody>
        </p:sp>
        <p:sp>
          <p:nvSpPr>
            <p:cNvPr id="822318" name="Rectangle 27">
              <a:extLst>
                <a:ext uri="{FF2B5EF4-FFF2-40B4-BE49-F238E27FC236}">
                  <a16:creationId xmlns:a16="http://schemas.microsoft.com/office/drawing/2014/main" id="{62DB3800-7B74-4C8C-AAF0-7F9B72BB52E2}"/>
                </a:ext>
              </a:extLst>
            </p:cNvPr>
            <p:cNvSpPr>
              <a:spLocks noChangeArrowheads="1"/>
            </p:cNvSpPr>
            <p:nvPr/>
          </p:nvSpPr>
          <p:spPr bwMode="auto">
            <a:xfrm>
              <a:off x="3317" y="3842"/>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1996</a:t>
              </a:r>
            </a:p>
          </p:txBody>
        </p:sp>
        <p:sp>
          <p:nvSpPr>
            <p:cNvPr id="822319" name="Rectangle 28">
              <a:extLst>
                <a:ext uri="{FF2B5EF4-FFF2-40B4-BE49-F238E27FC236}">
                  <a16:creationId xmlns:a16="http://schemas.microsoft.com/office/drawing/2014/main" id="{788FA1F4-3A9B-4870-A3E3-70AB8075B115}"/>
                </a:ext>
              </a:extLst>
            </p:cNvPr>
            <p:cNvSpPr>
              <a:spLocks noChangeArrowheads="1"/>
            </p:cNvSpPr>
            <p:nvPr/>
          </p:nvSpPr>
          <p:spPr bwMode="auto">
            <a:xfrm>
              <a:off x="3853"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1998</a:t>
              </a:r>
            </a:p>
          </p:txBody>
        </p:sp>
        <p:sp>
          <p:nvSpPr>
            <p:cNvPr id="822320" name="Rectangle 29">
              <a:extLst>
                <a:ext uri="{FF2B5EF4-FFF2-40B4-BE49-F238E27FC236}">
                  <a16:creationId xmlns:a16="http://schemas.microsoft.com/office/drawing/2014/main" id="{E0437564-C83A-40F9-9FEC-45E565078AEE}"/>
                </a:ext>
              </a:extLst>
            </p:cNvPr>
            <p:cNvSpPr>
              <a:spLocks noChangeArrowheads="1"/>
            </p:cNvSpPr>
            <p:nvPr/>
          </p:nvSpPr>
          <p:spPr bwMode="auto">
            <a:xfrm>
              <a:off x="4375"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2000</a:t>
              </a:r>
            </a:p>
          </p:txBody>
        </p:sp>
        <p:sp>
          <p:nvSpPr>
            <p:cNvPr id="822321" name="Rectangle 30">
              <a:extLst>
                <a:ext uri="{FF2B5EF4-FFF2-40B4-BE49-F238E27FC236}">
                  <a16:creationId xmlns:a16="http://schemas.microsoft.com/office/drawing/2014/main" id="{01C44EAA-A4BA-4781-AF8D-D4659A3513DE}"/>
                </a:ext>
              </a:extLst>
            </p:cNvPr>
            <p:cNvSpPr>
              <a:spLocks noChangeArrowheads="1"/>
            </p:cNvSpPr>
            <p:nvPr/>
          </p:nvSpPr>
          <p:spPr bwMode="auto">
            <a:xfrm>
              <a:off x="4895" y="3840"/>
              <a:ext cx="30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4074" tIns="22037" rIns="44074" bIns="22037">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latin typeface="Arial" panose="020B0604020202020204" pitchFamily="34" charset="0"/>
                </a:rPr>
                <a:t>2003</a:t>
              </a:r>
            </a:p>
          </p:txBody>
        </p:sp>
        <p:sp>
          <p:nvSpPr>
            <p:cNvPr id="822322" name="AutoShape 31">
              <a:extLst>
                <a:ext uri="{FF2B5EF4-FFF2-40B4-BE49-F238E27FC236}">
                  <a16:creationId xmlns:a16="http://schemas.microsoft.com/office/drawing/2014/main" id="{7DAE528F-E9F6-45B2-81B2-523D6AF1A8B2}"/>
                </a:ext>
              </a:extLst>
            </p:cNvPr>
            <p:cNvSpPr>
              <a:spLocks noChangeArrowheads="1"/>
            </p:cNvSpPr>
            <p:nvPr/>
          </p:nvSpPr>
          <p:spPr bwMode="auto">
            <a:xfrm flipV="1">
              <a:off x="816"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23" name="AutoShape 32">
              <a:extLst>
                <a:ext uri="{FF2B5EF4-FFF2-40B4-BE49-F238E27FC236}">
                  <a16:creationId xmlns:a16="http://schemas.microsoft.com/office/drawing/2014/main" id="{C4AAA3BB-8FC9-4C8A-8AD5-786D17A164EA}"/>
                </a:ext>
              </a:extLst>
            </p:cNvPr>
            <p:cNvSpPr>
              <a:spLocks noChangeArrowheads="1"/>
            </p:cNvSpPr>
            <p:nvPr/>
          </p:nvSpPr>
          <p:spPr bwMode="auto">
            <a:xfrm flipV="1">
              <a:off x="1352" y="3792"/>
              <a:ext cx="88"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24" name="AutoShape 33">
              <a:extLst>
                <a:ext uri="{FF2B5EF4-FFF2-40B4-BE49-F238E27FC236}">
                  <a16:creationId xmlns:a16="http://schemas.microsoft.com/office/drawing/2014/main" id="{1B01544F-DAA9-467E-9BFB-4C82CB23C0F1}"/>
                </a:ext>
              </a:extLst>
            </p:cNvPr>
            <p:cNvSpPr>
              <a:spLocks noChangeArrowheads="1"/>
            </p:cNvSpPr>
            <p:nvPr/>
          </p:nvSpPr>
          <p:spPr bwMode="auto">
            <a:xfrm flipV="1">
              <a:off x="2400"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25" name="AutoShape 34">
              <a:extLst>
                <a:ext uri="{FF2B5EF4-FFF2-40B4-BE49-F238E27FC236}">
                  <a16:creationId xmlns:a16="http://schemas.microsoft.com/office/drawing/2014/main" id="{F4ABE151-CA7F-4864-A2CC-B8D3593AC296}"/>
                </a:ext>
              </a:extLst>
            </p:cNvPr>
            <p:cNvSpPr>
              <a:spLocks noChangeArrowheads="1"/>
            </p:cNvSpPr>
            <p:nvPr/>
          </p:nvSpPr>
          <p:spPr bwMode="auto">
            <a:xfrm flipV="1">
              <a:off x="1880" y="3792"/>
              <a:ext cx="88"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26" name="AutoShape 35">
              <a:extLst>
                <a:ext uri="{FF2B5EF4-FFF2-40B4-BE49-F238E27FC236}">
                  <a16:creationId xmlns:a16="http://schemas.microsoft.com/office/drawing/2014/main" id="{3E948083-C0F6-4E3C-8BDC-261B5B121098}"/>
                </a:ext>
              </a:extLst>
            </p:cNvPr>
            <p:cNvSpPr>
              <a:spLocks noChangeArrowheads="1"/>
            </p:cNvSpPr>
            <p:nvPr/>
          </p:nvSpPr>
          <p:spPr bwMode="auto">
            <a:xfrm flipV="1">
              <a:off x="2921"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27" name="AutoShape 36">
              <a:extLst>
                <a:ext uri="{FF2B5EF4-FFF2-40B4-BE49-F238E27FC236}">
                  <a16:creationId xmlns:a16="http://schemas.microsoft.com/office/drawing/2014/main" id="{C540842A-1DC9-4019-852F-24BBCBE9F8F4}"/>
                </a:ext>
              </a:extLst>
            </p:cNvPr>
            <p:cNvSpPr>
              <a:spLocks noChangeArrowheads="1"/>
            </p:cNvSpPr>
            <p:nvPr/>
          </p:nvSpPr>
          <p:spPr bwMode="auto">
            <a:xfrm flipV="1">
              <a:off x="3449" y="3792"/>
              <a:ext cx="87" cy="49"/>
            </a:xfrm>
            <a:prstGeom prst="triangle">
              <a:avLst>
                <a:gd name="adj" fmla="val 50000"/>
              </a:avLst>
            </a:prstGeom>
            <a:solidFill>
              <a:srgbClr val="B2B2B2"/>
            </a:solidFill>
            <a:ln w="25400">
              <a:solidFill>
                <a:srgbClr val="B2B2B2"/>
              </a:solidFill>
              <a:miter lim="800000"/>
              <a:headEnd type="none" w="sm" len="sm"/>
              <a:tailEnd type="none" w="sm" len="sm"/>
            </a:ln>
            <a:effectLst>
              <a:outerShdw dist="17961" dir="2700000" algn="ctr" rotWithShape="0">
                <a:schemeClr val="bg2"/>
              </a:outerShdw>
            </a:effec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28" name="Line 37">
              <a:extLst>
                <a:ext uri="{FF2B5EF4-FFF2-40B4-BE49-F238E27FC236}">
                  <a16:creationId xmlns:a16="http://schemas.microsoft.com/office/drawing/2014/main" id="{76211FF1-0C13-46CA-B130-3FD75D70366C}"/>
                </a:ext>
              </a:extLst>
            </p:cNvPr>
            <p:cNvSpPr>
              <a:spLocks noChangeShapeType="1"/>
            </p:cNvSpPr>
            <p:nvPr/>
          </p:nvSpPr>
          <p:spPr bwMode="auto">
            <a:xfrm>
              <a:off x="672" y="3792"/>
              <a:ext cx="4582" cy="0"/>
            </a:xfrm>
            <a:prstGeom prst="line">
              <a:avLst/>
            </a:prstGeom>
            <a:noFill/>
            <a:ln w="28575">
              <a:solidFill>
                <a:srgbClr val="B2B2B2"/>
              </a:solidFill>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38">
            <a:extLst>
              <a:ext uri="{FF2B5EF4-FFF2-40B4-BE49-F238E27FC236}">
                <a16:creationId xmlns:a16="http://schemas.microsoft.com/office/drawing/2014/main" id="{37773CBF-A003-4A0C-8091-345A736483B5}"/>
              </a:ext>
            </a:extLst>
          </p:cNvPr>
          <p:cNvGrpSpPr>
            <a:grpSpLocks/>
          </p:cNvGrpSpPr>
          <p:nvPr/>
        </p:nvGrpSpPr>
        <p:grpSpPr bwMode="auto">
          <a:xfrm>
            <a:off x="3130550" y="1006475"/>
            <a:ext cx="3194050" cy="381000"/>
            <a:chOff x="1972" y="2756"/>
            <a:chExt cx="2012" cy="240"/>
          </a:xfrm>
        </p:grpSpPr>
        <p:sp>
          <p:nvSpPr>
            <p:cNvPr id="822308" name="Rectangle 39">
              <a:extLst>
                <a:ext uri="{FF2B5EF4-FFF2-40B4-BE49-F238E27FC236}">
                  <a16:creationId xmlns:a16="http://schemas.microsoft.com/office/drawing/2014/main" id="{BEFBE96C-4F1C-4309-AD07-8C1D59DFE9F2}"/>
                </a:ext>
              </a:extLst>
            </p:cNvPr>
            <p:cNvSpPr>
              <a:spLocks noChangeArrowheads="1"/>
            </p:cNvSpPr>
            <p:nvPr/>
          </p:nvSpPr>
          <p:spPr bwMode="auto">
            <a:xfrm>
              <a:off x="1972" y="2756"/>
              <a:ext cx="2012"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09" name="Text Box 40">
              <a:extLst>
                <a:ext uri="{FF2B5EF4-FFF2-40B4-BE49-F238E27FC236}">
                  <a16:creationId xmlns:a16="http://schemas.microsoft.com/office/drawing/2014/main" id="{A088CF1E-B08C-4E6B-9DBF-843FA3212C78}"/>
                </a:ext>
              </a:extLst>
            </p:cNvPr>
            <p:cNvSpPr txBox="1">
              <a:spLocks noChangeArrowheads="1"/>
            </p:cNvSpPr>
            <p:nvPr/>
          </p:nvSpPr>
          <p:spPr bwMode="auto">
            <a:xfrm>
              <a:off x="2427" y="2767"/>
              <a:ext cx="110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1 and 2 Mbps</a:t>
              </a:r>
            </a:p>
          </p:txBody>
        </p:sp>
      </p:grpSp>
      <p:grpSp>
        <p:nvGrpSpPr>
          <p:cNvPr id="5" name="Group 41">
            <a:extLst>
              <a:ext uri="{FF2B5EF4-FFF2-40B4-BE49-F238E27FC236}">
                <a16:creationId xmlns:a16="http://schemas.microsoft.com/office/drawing/2014/main" id="{7971C85F-52CA-45E5-B076-D93275C26A7D}"/>
              </a:ext>
            </a:extLst>
          </p:cNvPr>
          <p:cNvGrpSpPr>
            <a:grpSpLocks/>
          </p:cNvGrpSpPr>
          <p:nvPr/>
        </p:nvGrpSpPr>
        <p:grpSpPr bwMode="auto">
          <a:xfrm>
            <a:off x="3130550" y="1851025"/>
            <a:ext cx="5251450" cy="381000"/>
            <a:chOff x="1972" y="3288"/>
            <a:chExt cx="3308" cy="240"/>
          </a:xfrm>
        </p:grpSpPr>
        <p:sp>
          <p:nvSpPr>
            <p:cNvPr id="822306" name="Rectangle 42">
              <a:extLst>
                <a:ext uri="{FF2B5EF4-FFF2-40B4-BE49-F238E27FC236}">
                  <a16:creationId xmlns:a16="http://schemas.microsoft.com/office/drawing/2014/main" id="{E3306A1F-54A2-470D-9487-84F43A0E7E1B}"/>
                </a:ext>
              </a:extLst>
            </p:cNvPr>
            <p:cNvSpPr>
              <a:spLocks noChangeArrowheads="1"/>
            </p:cNvSpPr>
            <p:nvPr/>
          </p:nvSpPr>
          <p:spPr bwMode="auto">
            <a:xfrm>
              <a:off x="1972" y="3288"/>
              <a:ext cx="3308" cy="240"/>
            </a:xfrm>
            <a:prstGeom prst="rect">
              <a:avLst/>
            </a:prstGeom>
            <a:solidFill>
              <a:srgbClr val="99CCCC"/>
            </a:solidFill>
            <a:ln w="9525" algn="ctr">
              <a:solidFill>
                <a:srgbClr val="73BBB9"/>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07" name="Text Box 43">
              <a:extLst>
                <a:ext uri="{FF2B5EF4-FFF2-40B4-BE49-F238E27FC236}">
                  <a16:creationId xmlns:a16="http://schemas.microsoft.com/office/drawing/2014/main" id="{A937FC20-94DE-4E53-9B48-8C2F3B13193E}"/>
                </a:ext>
              </a:extLst>
            </p:cNvPr>
            <p:cNvSpPr txBox="1">
              <a:spLocks noChangeArrowheads="1"/>
            </p:cNvSpPr>
            <p:nvPr/>
          </p:nvSpPr>
          <p:spPr bwMode="auto">
            <a:xfrm>
              <a:off x="3194" y="3299"/>
              <a:ext cx="86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2.4 GHz</a:t>
              </a:r>
            </a:p>
          </p:txBody>
        </p:sp>
      </p:grpSp>
      <p:grpSp>
        <p:nvGrpSpPr>
          <p:cNvPr id="6" name="Group 44">
            <a:extLst>
              <a:ext uri="{FF2B5EF4-FFF2-40B4-BE49-F238E27FC236}">
                <a16:creationId xmlns:a16="http://schemas.microsoft.com/office/drawing/2014/main" id="{157E78A6-A83E-4C35-B7F5-CCF9AFEB95B4}"/>
              </a:ext>
            </a:extLst>
          </p:cNvPr>
          <p:cNvGrpSpPr>
            <a:grpSpLocks/>
          </p:cNvGrpSpPr>
          <p:nvPr/>
        </p:nvGrpSpPr>
        <p:grpSpPr bwMode="auto">
          <a:xfrm>
            <a:off x="6019800" y="1008063"/>
            <a:ext cx="2362200" cy="381000"/>
            <a:chOff x="3792" y="2757"/>
            <a:chExt cx="1488" cy="240"/>
          </a:xfrm>
        </p:grpSpPr>
        <p:sp>
          <p:nvSpPr>
            <p:cNvPr id="822304" name="Rectangle 45">
              <a:extLst>
                <a:ext uri="{FF2B5EF4-FFF2-40B4-BE49-F238E27FC236}">
                  <a16:creationId xmlns:a16="http://schemas.microsoft.com/office/drawing/2014/main" id="{2E014A66-A53E-4949-B43E-908D1F6B02CA}"/>
                </a:ext>
              </a:extLst>
            </p:cNvPr>
            <p:cNvSpPr>
              <a:spLocks noChangeArrowheads="1"/>
            </p:cNvSpPr>
            <p:nvPr/>
          </p:nvSpPr>
          <p:spPr bwMode="auto">
            <a:xfrm>
              <a:off x="3984" y="2757"/>
              <a:ext cx="1296" cy="240"/>
            </a:xfrm>
            <a:prstGeom prst="rect">
              <a:avLst/>
            </a:prstGeom>
            <a:solidFill>
              <a:srgbClr val="CCCC66"/>
            </a:solidFill>
            <a:ln w="9525" algn="ctr">
              <a:solidFill>
                <a:srgbClr val="A8A537"/>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05" name="Text Box 46">
              <a:extLst>
                <a:ext uri="{FF2B5EF4-FFF2-40B4-BE49-F238E27FC236}">
                  <a16:creationId xmlns:a16="http://schemas.microsoft.com/office/drawing/2014/main" id="{03AD0006-EFEE-443F-B63E-4479ADFD4BF0}"/>
                </a:ext>
              </a:extLst>
            </p:cNvPr>
            <p:cNvSpPr txBox="1">
              <a:spLocks noChangeArrowheads="1"/>
            </p:cNvSpPr>
            <p:nvPr/>
          </p:nvSpPr>
          <p:spPr bwMode="auto">
            <a:xfrm>
              <a:off x="3792" y="2768"/>
              <a:ext cx="110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11 Mbps</a:t>
              </a:r>
            </a:p>
          </p:txBody>
        </p:sp>
      </p:grpSp>
      <p:grpSp>
        <p:nvGrpSpPr>
          <p:cNvPr id="7" name="Group 47">
            <a:extLst>
              <a:ext uri="{FF2B5EF4-FFF2-40B4-BE49-F238E27FC236}">
                <a16:creationId xmlns:a16="http://schemas.microsoft.com/office/drawing/2014/main" id="{B2BE816C-546E-47E5-848B-2B3C8636D8F1}"/>
              </a:ext>
            </a:extLst>
          </p:cNvPr>
          <p:cNvGrpSpPr>
            <a:grpSpLocks/>
          </p:cNvGrpSpPr>
          <p:nvPr/>
        </p:nvGrpSpPr>
        <p:grpSpPr bwMode="auto">
          <a:xfrm>
            <a:off x="7315200" y="971550"/>
            <a:ext cx="1135063" cy="347663"/>
            <a:chOff x="4637" y="2704"/>
            <a:chExt cx="715" cy="219"/>
          </a:xfrm>
        </p:grpSpPr>
        <p:sp>
          <p:nvSpPr>
            <p:cNvPr id="822302" name="Rectangle 48">
              <a:extLst>
                <a:ext uri="{FF2B5EF4-FFF2-40B4-BE49-F238E27FC236}">
                  <a16:creationId xmlns:a16="http://schemas.microsoft.com/office/drawing/2014/main" id="{F08B95D1-DA0A-4DD2-AD09-0A9E9B737A68}"/>
                </a:ext>
              </a:extLst>
            </p:cNvPr>
            <p:cNvSpPr>
              <a:spLocks noChangeArrowheads="1"/>
            </p:cNvSpPr>
            <p:nvPr/>
          </p:nvSpPr>
          <p:spPr bwMode="auto">
            <a:xfrm>
              <a:off x="4683" y="2729"/>
              <a:ext cx="624" cy="168"/>
            </a:xfrm>
            <a:prstGeom prst="rect">
              <a:avLst/>
            </a:prstGeom>
            <a:solidFill>
              <a:srgbClr val="FF9900"/>
            </a:solidFill>
            <a:ln w="9525" algn="ctr">
              <a:solidFill>
                <a:srgbClr val="B26A00"/>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03" name="Text Box 49">
              <a:extLst>
                <a:ext uri="{FF2B5EF4-FFF2-40B4-BE49-F238E27FC236}">
                  <a16:creationId xmlns:a16="http://schemas.microsoft.com/office/drawing/2014/main" id="{6AE5714B-0F2A-406B-A639-8C80D5FAA77E}"/>
                </a:ext>
              </a:extLst>
            </p:cNvPr>
            <p:cNvSpPr txBox="1">
              <a:spLocks noChangeArrowheads="1"/>
            </p:cNvSpPr>
            <p:nvPr/>
          </p:nvSpPr>
          <p:spPr bwMode="auto">
            <a:xfrm>
              <a:off x="4637" y="2704"/>
              <a:ext cx="71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54 Mbps</a:t>
              </a:r>
            </a:p>
          </p:txBody>
        </p:sp>
      </p:grpSp>
      <p:grpSp>
        <p:nvGrpSpPr>
          <p:cNvPr id="8" name="Group 50">
            <a:extLst>
              <a:ext uri="{FF2B5EF4-FFF2-40B4-BE49-F238E27FC236}">
                <a16:creationId xmlns:a16="http://schemas.microsoft.com/office/drawing/2014/main" id="{AF0A251C-806C-41FF-88D8-7C601C567A17}"/>
              </a:ext>
            </a:extLst>
          </p:cNvPr>
          <p:cNvGrpSpPr>
            <a:grpSpLocks/>
          </p:cNvGrpSpPr>
          <p:nvPr/>
        </p:nvGrpSpPr>
        <p:grpSpPr bwMode="auto">
          <a:xfrm>
            <a:off x="5724525" y="1427163"/>
            <a:ext cx="2657475" cy="381000"/>
            <a:chOff x="3606" y="3021"/>
            <a:chExt cx="1674" cy="240"/>
          </a:xfrm>
        </p:grpSpPr>
        <p:sp>
          <p:nvSpPr>
            <p:cNvPr id="822300" name="Rectangle 51">
              <a:extLst>
                <a:ext uri="{FF2B5EF4-FFF2-40B4-BE49-F238E27FC236}">
                  <a16:creationId xmlns:a16="http://schemas.microsoft.com/office/drawing/2014/main" id="{57667711-0859-4854-839A-66269EACC5C1}"/>
                </a:ext>
              </a:extLst>
            </p:cNvPr>
            <p:cNvSpPr>
              <a:spLocks noChangeArrowheads="1"/>
            </p:cNvSpPr>
            <p:nvPr/>
          </p:nvSpPr>
          <p:spPr bwMode="auto">
            <a:xfrm>
              <a:off x="3606" y="3021"/>
              <a:ext cx="1674" cy="240"/>
            </a:xfrm>
            <a:prstGeom prst="rect">
              <a:avLst/>
            </a:prstGeom>
            <a:solidFill>
              <a:srgbClr val="CCCC66"/>
            </a:solidFill>
            <a:ln w="9525" algn="ctr">
              <a:solidFill>
                <a:srgbClr val="A8A537"/>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301" name="Text Box 52">
              <a:extLst>
                <a:ext uri="{FF2B5EF4-FFF2-40B4-BE49-F238E27FC236}">
                  <a16:creationId xmlns:a16="http://schemas.microsoft.com/office/drawing/2014/main" id="{5D261A4A-C054-4A69-9CDC-12F3AB394C5B}"/>
                </a:ext>
              </a:extLst>
            </p:cNvPr>
            <p:cNvSpPr txBox="1">
              <a:spLocks noChangeArrowheads="1"/>
            </p:cNvSpPr>
            <p:nvPr/>
          </p:nvSpPr>
          <p:spPr bwMode="auto">
            <a:xfrm>
              <a:off x="3797" y="3031"/>
              <a:ext cx="129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Standards-based</a:t>
              </a:r>
            </a:p>
          </p:txBody>
        </p:sp>
      </p:grpSp>
      <p:grpSp>
        <p:nvGrpSpPr>
          <p:cNvPr id="9" name="Group 53">
            <a:extLst>
              <a:ext uri="{FF2B5EF4-FFF2-40B4-BE49-F238E27FC236}">
                <a16:creationId xmlns:a16="http://schemas.microsoft.com/office/drawing/2014/main" id="{DC3534E8-D6ED-4CCC-BCA3-117B0CBBAAAD}"/>
              </a:ext>
            </a:extLst>
          </p:cNvPr>
          <p:cNvGrpSpPr>
            <a:grpSpLocks/>
          </p:cNvGrpSpPr>
          <p:nvPr/>
        </p:nvGrpSpPr>
        <p:grpSpPr bwMode="auto">
          <a:xfrm>
            <a:off x="7391400" y="1812925"/>
            <a:ext cx="990600" cy="347663"/>
            <a:chOff x="4656" y="3285"/>
            <a:chExt cx="624" cy="219"/>
          </a:xfrm>
        </p:grpSpPr>
        <p:sp>
          <p:nvSpPr>
            <p:cNvPr id="822298" name="Rectangle 54">
              <a:extLst>
                <a:ext uri="{FF2B5EF4-FFF2-40B4-BE49-F238E27FC236}">
                  <a16:creationId xmlns:a16="http://schemas.microsoft.com/office/drawing/2014/main" id="{26A26352-36A4-4CB3-BBB4-2A48E12D694D}"/>
                </a:ext>
              </a:extLst>
            </p:cNvPr>
            <p:cNvSpPr>
              <a:spLocks noChangeArrowheads="1"/>
            </p:cNvSpPr>
            <p:nvPr/>
          </p:nvSpPr>
          <p:spPr bwMode="auto">
            <a:xfrm>
              <a:off x="4656" y="3311"/>
              <a:ext cx="624" cy="168"/>
            </a:xfrm>
            <a:prstGeom prst="rect">
              <a:avLst/>
            </a:prstGeom>
            <a:solidFill>
              <a:srgbClr val="FF9900"/>
            </a:solidFill>
            <a:ln w="9525" algn="ctr">
              <a:solidFill>
                <a:srgbClr val="B26A00"/>
              </a:solidFill>
              <a:miter lim="800000"/>
              <a:headEnd/>
              <a:tailEnd/>
            </a:ln>
          </p:spPr>
          <p:txBody>
            <a:bodyPr wrap="none" lIns="73025" tIns="36512" rIns="73025" bIns="36512"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2299" name="Text Box 55">
              <a:extLst>
                <a:ext uri="{FF2B5EF4-FFF2-40B4-BE49-F238E27FC236}">
                  <a16:creationId xmlns:a16="http://schemas.microsoft.com/office/drawing/2014/main" id="{914BF8C6-EF8D-453A-854B-B8766BF7DB4C}"/>
                </a:ext>
              </a:extLst>
            </p:cNvPr>
            <p:cNvSpPr txBox="1">
              <a:spLocks noChangeArrowheads="1"/>
            </p:cNvSpPr>
            <p:nvPr/>
          </p:nvSpPr>
          <p:spPr bwMode="auto">
            <a:xfrm>
              <a:off x="4706" y="3285"/>
              <a:ext cx="52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en-US" sz="1800" b="1">
                  <a:latin typeface="Arial" panose="020B0604020202020204" pitchFamily="34" charset="0"/>
                </a:rPr>
                <a:t>5 GHz</a:t>
              </a:r>
            </a:p>
          </p:txBody>
        </p:sp>
      </p:grpSp>
      <p:sp>
        <p:nvSpPr>
          <p:cNvPr id="230456" name="Line 56">
            <a:extLst>
              <a:ext uri="{FF2B5EF4-FFF2-40B4-BE49-F238E27FC236}">
                <a16:creationId xmlns:a16="http://schemas.microsoft.com/office/drawing/2014/main" id="{CE099D23-92C9-4B01-ACF4-AC6CF8DFFFCF}"/>
              </a:ext>
            </a:extLst>
          </p:cNvPr>
          <p:cNvSpPr>
            <a:spLocks noChangeShapeType="1"/>
          </p:cNvSpPr>
          <p:nvPr/>
        </p:nvSpPr>
        <p:spPr bwMode="auto">
          <a:xfrm flipH="1" flipV="1">
            <a:off x="7772400" y="2400300"/>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0457" name="Line 57">
            <a:extLst>
              <a:ext uri="{FF2B5EF4-FFF2-40B4-BE49-F238E27FC236}">
                <a16:creationId xmlns:a16="http://schemas.microsoft.com/office/drawing/2014/main" id="{F4E8DF97-4D19-4B24-B699-56A76CC17699}"/>
              </a:ext>
            </a:extLst>
          </p:cNvPr>
          <p:cNvSpPr>
            <a:spLocks noChangeShapeType="1"/>
          </p:cNvSpPr>
          <p:nvPr/>
        </p:nvSpPr>
        <p:spPr bwMode="auto">
          <a:xfrm flipH="1" flipV="1">
            <a:off x="6838950" y="2400300"/>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0458" name="Line 58">
            <a:extLst>
              <a:ext uri="{FF2B5EF4-FFF2-40B4-BE49-F238E27FC236}">
                <a16:creationId xmlns:a16="http://schemas.microsoft.com/office/drawing/2014/main" id="{4F9D4873-E78E-4B79-96A2-4EFD81081F43}"/>
              </a:ext>
            </a:extLst>
          </p:cNvPr>
          <p:cNvSpPr>
            <a:spLocks noChangeShapeType="1"/>
          </p:cNvSpPr>
          <p:nvPr/>
        </p:nvSpPr>
        <p:spPr bwMode="auto">
          <a:xfrm flipH="1" flipV="1">
            <a:off x="5913438" y="2400300"/>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grpSp>
        <p:nvGrpSpPr>
          <p:cNvPr id="822292" name="Group 59">
            <a:extLst>
              <a:ext uri="{FF2B5EF4-FFF2-40B4-BE49-F238E27FC236}">
                <a16:creationId xmlns:a16="http://schemas.microsoft.com/office/drawing/2014/main" id="{B3A1C192-1473-4461-9C17-F6FC76673B77}"/>
              </a:ext>
            </a:extLst>
          </p:cNvPr>
          <p:cNvGrpSpPr>
            <a:grpSpLocks/>
          </p:cNvGrpSpPr>
          <p:nvPr/>
        </p:nvGrpSpPr>
        <p:grpSpPr bwMode="auto">
          <a:xfrm>
            <a:off x="207963" y="1023938"/>
            <a:ext cx="1195387" cy="1190625"/>
            <a:chOff x="131" y="2767"/>
            <a:chExt cx="753" cy="750"/>
          </a:xfrm>
        </p:grpSpPr>
        <p:sp>
          <p:nvSpPr>
            <p:cNvPr id="822295" name="Text Box 60">
              <a:extLst>
                <a:ext uri="{FF2B5EF4-FFF2-40B4-BE49-F238E27FC236}">
                  <a16:creationId xmlns:a16="http://schemas.microsoft.com/office/drawing/2014/main" id="{34D088C5-A786-4168-8483-4D72E5E45EB6}"/>
                </a:ext>
              </a:extLst>
            </p:cNvPr>
            <p:cNvSpPr txBox="1">
              <a:spLocks noChangeArrowheads="1"/>
            </p:cNvSpPr>
            <p:nvPr/>
          </p:nvSpPr>
          <p:spPr bwMode="auto">
            <a:xfrm>
              <a:off x="170" y="3298"/>
              <a:ext cx="71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71529" tIns="35764" rIns="71529" bIns="35764" anchor="ctr">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50000"/>
                </a:spcBef>
                <a:buClrTx/>
                <a:buSzTx/>
                <a:buFontTx/>
                <a:buNone/>
              </a:pPr>
              <a:r>
                <a:rPr lang="en-US" altLang="en-US" sz="1800" b="1">
                  <a:latin typeface="Arial" panose="020B0604020202020204" pitchFamily="34" charset="0"/>
                </a:rPr>
                <a:t>Radio</a:t>
              </a:r>
            </a:p>
          </p:txBody>
        </p:sp>
        <p:sp>
          <p:nvSpPr>
            <p:cNvPr id="822296" name="Text Box 61">
              <a:extLst>
                <a:ext uri="{FF2B5EF4-FFF2-40B4-BE49-F238E27FC236}">
                  <a16:creationId xmlns:a16="http://schemas.microsoft.com/office/drawing/2014/main" id="{335A3DA3-8002-4BC9-84A9-715FF78245F5}"/>
                </a:ext>
              </a:extLst>
            </p:cNvPr>
            <p:cNvSpPr txBox="1">
              <a:spLocks noChangeArrowheads="1"/>
            </p:cNvSpPr>
            <p:nvPr/>
          </p:nvSpPr>
          <p:spPr bwMode="auto">
            <a:xfrm>
              <a:off x="131" y="3032"/>
              <a:ext cx="75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71529" tIns="35764" rIns="71529" bIns="35764" anchor="ctr">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50000"/>
                </a:spcBef>
                <a:buClrTx/>
                <a:buSzTx/>
                <a:buFontTx/>
                <a:buNone/>
              </a:pPr>
              <a:r>
                <a:rPr lang="en-US" altLang="en-US" sz="1800" b="1">
                  <a:latin typeface="Arial" panose="020B0604020202020204" pitchFamily="34" charset="0"/>
                </a:rPr>
                <a:t>Network</a:t>
              </a:r>
              <a:endParaRPr lang="en-US" altLang="en-US" sz="1800">
                <a:latin typeface="Arial" panose="020B0604020202020204" pitchFamily="34" charset="0"/>
              </a:endParaRPr>
            </a:p>
          </p:txBody>
        </p:sp>
        <p:sp>
          <p:nvSpPr>
            <p:cNvPr id="822297" name="Rectangle 62">
              <a:extLst>
                <a:ext uri="{FF2B5EF4-FFF2-40B4-BE49-F238E27FC236}">
                  <a16:creationId xmlns:a16="http://schemas.microsoft.com/office/drawing/2014/main" id="{2B22B961-B6CD-4C25-B26C-D21BCE71A7B9}"/>
                </a:ext>
              </a:extLst>
            </p:cNvPr>
            <p:cNvSpPr>
              <a:spLocks noChangeArrowheads="1"/>
            </p:cNvSpPr>
            <p:nvPr/>
          </p:nvSpPr>
          <p:spPr bwMode="auto">
            <a:xfrm>
              <a:off x="281" y="2767"/>
              <a:ext cx="60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71529" tIns="35764" rIns="71529" bIns="35764" anchor="ctr">
              <a:spAutoFit/>
            </a:bodyPr>
            <a:lstStyle>
              <a:lvl1pPr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en-US" sz="1800" b="1">
                  <a:latin typeface="Arial" panose="020B0604020202020204" pitchFamily="34" charset="0"/>
                </a:rPr>
                <a:t>Speed</a:t>
              </a:r>
            </a:p>
          </p:txBody>
        </p:sp>
      </p:grpSp>
      <p:sp>
        <p:nvSpPr>
          <p:cNvPr id="230463" name="Rectangle 63">
            <a:extLst>
              <a:ext uri="{FF2B5EF4-FFF2-40B4-BE49-F238E27FC236}">
                <a16:creationId xmlns:a16="http://schemas.microsoft.com/office/drawing/2014/main" id="{839F0A7B-368F-4E7B-8054-26F6CD349327}"/>
              </a:ext>
            </a:extLst>
          </p:cNvPr>
          <p:cNvSpPr>
            <a:spLocks noChangeArrowheads="1"/>
          </p:cNvSpPr>
          <p:nvPr/>
        </p:nvSpPr>
        <p:spPr bwMode="auto">
          <a:xfrm>
            <a:off x="3609975" y="2320925"/>
            <a:ext cx="21050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838" tIns="42419" rIns="84838" bIns="42419">
            <a:spAutoFit/>
          </a:bodyPr>
          <a:lstStyle>
            <a:lvl1pPr marL="177800" indent="-177800" defTabSz="842963">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defTabSz="842963">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842963">
              <a:spcBef>
                <a:spcPct val="20000"/>
              </a:spcBef>
              <a:buChar char="•"/>
              <a:defRPr sz="2000">
                <a:solidFill>
                  <a:schemeClr val="tx1"/>
                </a:solidFill>
                <a:latin typeface="Comic Sans MS" panose="030F0702030302020204" pitchFamily="66" charset="0"/>
              </a:defRPr>
            </a:lvl3pPr>
            <a:lvl4pPr marL="1600200" indent="-228600" defTabSz="842963">
              <a:spcBef>
                <a:spcPct val="20000"/>
              </a:spcBef>
              <a:buChar char="–"/>
              <a:defRPr sz="2000">
                <a:solidFill>
                  <a:schemeClr val="tx1"/>
                </a:solidFill>
                <a:latin typeface="Times New Roman" panose="02020603050405020304" pitchFamily="18" charset="0"/>
              </a:defRPr>
            </a:lvl4pPr>
            <a:lvl5pPr marL="2057400" indent="-228600" defTabSz="842963">
              <a:spcBef>
                <a:spcPct val="20000"/>
              </a:spcBef>
              <a:buChar char="»"/>
              <a:defRPr sz="2000">
                <a:solidFill>
                  <a:schemeClr val="tx1"/>
                </a:solidFill>
                <a:latin typeface="Times New Roman" panose="02020603050405020304" pitchFamily="18" charset="0"/>
              </a:defRPr>
            </a:lvl5pPr>
            <a:lvl6pPr marL="25146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842963"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B2B2B2"/>
              </a:buClr>
              <a:buSzPct val="75000"/>
              <a:buFont typeface="Wingdings 3" panose="05040102010807070707" pitchFamily="18" charset="2"/>
              <a:buChar char=""/>
            </a:pPr>
            <a:r>
              <a:rPr lang="en-US" altLang="en-US" sz="1400" b="1">
                <a:latin typeface="Arial" panose="020B0604020202020204" pitchFamily="34" charset="0"/>
              </a:rPr>
              <a:t>IEEE 802.11Begins Drafting</a:t>
            </a:r>
          </a:p>
        </p:txBody>
      </p:sp>
      <p:sp>
        <p:nvSpPr>
          <p:cNvPr id="230464" name="Line 64">
            <a:extLst>
              <a:ext uri="{FF2B5EF4-FFF2-40B4-BE49-F238E27FC236}">
                <a16:creationId xmlns:a16="http://schemas.microsoft.com/office/drawing/2014/main" id="{CDDCBE49-2BBF-499F-B18F-50693DE5C8DB}"/>
              </a:ext>
            </a:extLst>
          </p:cNvPr>
          <p:cNvSpPr>
            <a:spLocks noChangeShapeType="1"/>
          </p:cNvSpPr>
          <p:nvPr/>
        </p:nvSpPr>
        <p:spPr bwMode="auto">
          <a:xfrm flipH="1" flipV="1">
            <a:off x="3752850" y="2397125"/>
            <a:ext cx="6350" cy="331788"/>
          </a:xfrm>
          <a:prstGeom prst="line">
            <a:avLst/>
          </a:prstGeom>
          <a:noFill/>
          <a:ln w="25400" cap="rnd">
            <a:solidFill>
              <a:srgbClr val="B2B2B2"/>
            </a:solidFill>
            <a:prstDash val="sysDot"/>
            <a:round/>
            <a:headEnd type="none" w="sm" len="sm"/>
            <a:tailEnd type="none" w="sm" len="sm"/>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30464"/>
                                        </p:tgtEl>
                                        <p:attrNameLst>
                                          <p:attrName>style.visibility</p:attrName>
                                        </p:attrNameLst>
                                      </p:cBhvr>
                                      <p:to>
                                        <p:strVal val="visible"/>
                                      </p:to>
                                    </p:set>
                                    <p:animEffect transition="in" filter="wipe(up)">
                                      <p:cBhvr>
                                        <p:cTn id="7" dur="500"/>
                                        <p:tgtEl>
                                          <p:spTgt spid="230464"/>
                                        </p:tgtEl>
                                      </p:cBhvr>
                                    </p:animEffect>
                                  </p:childTnLst>
                                </p:cTn>
                              </p:par>
                            </p:childTnLst>
                          </p:cTn>
                        </p:par>
                        <p:par>
                          <p:cTn id="8" fill="hold" nodeType="afterGroup">
                            <p:stCondLst>
                              <p:cond delay="500"/>
                            </p:stCondLst>
                            <p:childTnLst>
                              <p:par>
                                <p:cTn id="9" presetID="2" presetClass="entr" presetSubtype="8" fill="hold" nodeType="afterEffect">
                                  <p:stCondLst>
                                    <p:cond delay="0"/>
                                  </p:stCondLst>
                                  <p:childTnLst>
                                    <p:set>
                                      <p:cBhvr>
                                        <p:cTn id="10" dur="1" fill="hold">
                                          <p:stCondLst>
                                            <p:cond delay="0"/>
                                          </p:stCondLst>
                                        </p:cTn>
                                        <p:tgtEl>
                                          <p:spTgt spid="230458"/>
                                        </p:tgtEl>
                                        <p:attrNameLst>
                                          <p:attrName>style.visibility</p:attrName>
                                        </p:attrNameLst>
                                      </p:cBhvr>
                                      <p:to>
                                        <p:strVal val="visible"/>
                                      </p:to>
                                    </p:set>
                                    <p:anim calcmode="lin" valueType="num">
                                      <p:cBhvr additive="base">
                                        <p:cTn id="11" dur="500" fill="hold"/>
                                        <p:tgtEl>
                                          <p:spTgt spid="230458"/>
                                        </p:tgtEl>
                                        <p:attrNameLst>
                                          <p:attrName>ppt_x</p:attrName>
                                        </p:attrNameLst>
                                      </p:cBhvr>
                                      <p:tavLst>
                                        <p:tav tm="0">
                                          <p:val>
                                            <p:strVal val="0-#ppt_w/2"/>
                                          </p:val>
                                        </p:tav>
                                        <p:tav tm="100000">
                                          <p:val>
                                            <p:strVal val="#ppt_x"/>
                                          </p:val>
                                        </p:tav>
                                      </p:tavLst>
                                    </p:anim>
                                    <p:anim calcmode="lin" valueType="num">
                                      <p:cBhvr additive="base">
                                        <p:cTn id="12" dur="500" fill="hold"/>
                                        <p:tgtEl>
                                          <p:spTgt spid="230458"/>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30463"/>
                                        </p:tgtEl>
                                        <p:attrNameLst>
                                          <p:attrName>style.visibility</p:attrName>
                                        </p:attrNameLst>
                                      </p:cBhvr>
                                      <p:to>
                                        <p:strVal val="visible"/>
                                      </p:to>
                                    </p:set>
                                    <p:animEffect transition="in" filter="wipe(left)">
                                      <p:cBhvr>
                                        <p:cTn id="16" dur="500"/>
                                        <p:tgtEl>
                                          <p:spTgt spid="230463"/>
                                        </p:tgtEl>
                                      </p:cBhvr>
                                    </p:animEffect>
                                  </p:childTnLst>
                                </p:cTn>
                              </p:par>
                            </p:childTnLst>
                          </p:cTn>
                        </p:par>
                        <p:par>
                          <p:cTn id="17" fill="hold" nodeType="afterGroup">
                            <p:stCondLst>
                              <p:cond delay="1500"/>
                            </p:stCondLst>
                            <p:childTnLst>
                              <p:par>
                                <p:cTn id="18" presetID="2" presetClass="entr" presetSubtype="8" fill="hold" nodeType="afterEffect">
                                  <p:stCondLst>
                                    <p:cond delay="0"/>
                                  </p:stCondLst>
                                  <p:childTnLst>
                                    <p:set>
                                      <p:cBhvr>
                                        <p:cTn id="19" dur="1" fill="hold">
                                          <p:stCondLst>
                                            <p:cond delay="0"/>
                                          </p:stCondLst>
                                        </p:cTn>
                                        <p:tgtEl>
                                          <p:spTgt spid="230457"/>
                                        </p:tgtEl>
                                        <p:attrNameLst>
                                          <p:attrName>style.visibility</p:attrName>
                                        </p:attrNameLst>
                                      </p:cBhvr>
                                      <p:to>
                                        <p:strVal val="visible"/>
                                      </p:to>
                                    </p:set>
                                    <p:anim calcmode="lin" valueType="num">
                                      <p:cBhvr additive="base">
                                        <p:cTn id="20" dur="500" fill="hold"/>
                                        <p:tgtEl>
                                          <p:spTgt spid="230457"/>
                                        </p:tgtEl>
                                        <p:attrNameLst>
                                          <p:attrName>ppt_x</p:attrName>
                                        </p:attrNameLst>
                                      </p:cBhvr>
                                      <p:tavLst>
                                        <p:tav tm="0">
                                          <p:val>
                                            <p:strVal val="0-#ppt_w/2"/>
                                          </p:val>
                                        </p:tav>
                                        <p:tav tm="100000">
                                          <p:val>
                                            <p:strVal val="#ppt_x"/>
                                          </p:val>
                                        </p:tav>
                                      </p:tavLst>
                                    </p:anim>
                                    <p:anim calcmode="lin" valueType="num">
                                      <p:cBhvr additive="base">
                                        <p:cTn id="21" dur="500" fill="hold"/>
                                        <p:tgtEl>
                                          <p:spTgt spid="230457"/>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2000"/>
                            </p:stCondLst>
                            <p:childTnLst>
                              <p:par>
                                <p:cTn id="23" presetID="2" presetClass="entr" presetSubtype="8" fill="hold" nodeType="afterEffect">
                                  <p:stCondLst>
                                    <p:cond delay="0"/>
                                  </p:stCondLst>
                                  <p:childTnLst>
                                    <p:set>
                                      <p:cBhvr>
                                        <p:cTn id="24" dur="1" fill="hold">
                                          <p:stCondLst>
                                            <p:cond delay="0"/>
                                          </p:stCondLst>
                                        </p:cTn>
                                        <p:tgtEl>
                                          <p:spTgt spid="230456"/>
                                        </p:tgtEl>
                                        <p:attrNameLst>
                                          <p:attrName>style.visibility</p:attrName>
                                        </p:attrNameLst>
                                      </p:cBhvr>
                                      <p:to>
                                        <p:strVal val="visible"/>
                                      </p:to>
                                    </p:set>
                                    <p:anim calcmode="lin" valueType="num">
                                      <p:cBhvr additive="base">
                                        <p:cTn id="25" dur="500" fill="hold"/>
                                        <p:tgtEl>
                                          <p:spTgt spid="230456"/>
                                        </p:tgtEl>
                                        <p:attrNameLst>
                                          <p:attrName>ppt_x</p:attrName>
                                        </p:attrNameLst>
                                      </p:cBhvr>
                                      <p:tavLst>
                                        <p:tav tm="0">
                                          <p:val>
                                            <p:strVal val="0-#ppt_w/2"/>
                                          </p:val>
                                        </p:tav>
                                        <p:tav tm="100000">
                                          <p:val>
                                            <p:strVal val="#ppt_x"/>
                                          </p:val>
                                        </p:tav>
                                      </p:tavLst>
                                    </p:anim>
                                    <p:anim calcmode="lin" valueType="num">
                                      <p:cBhvr additive="base">
                                        <p:cTn id="26" dur="500" fill="hold"/>
                                        <p:tgtEl>
                                          <p:spTgt spid="230456"/>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230415"/>
                                        </p:tgtEl>
                                        <p:attrNameLst>
                                          <p:attrName>style.visibility</p:attrName>
                                        </p:attrNameLst>
                                      </p:cBhvr>
                                      <p:to>
                                        <p:strVal val="visible"/>
                                      </p:to>
                                    </p:set>
                                    <p:animEffect transition="in" filter="wipe(left)">
                                      <p:cBhvr>
                                        <p:cTn id="30" dur="500"/>
                                        <p:tgtEl>
                                          <p:spTgt spid="230415"/>
                                        </p:tgtEl>
                                      </p:cBhvr>
                                    </p:animEffect>
                                  </p:childTnLst>
                                </p:cTn>
                              </p:par>
                            </p:childTnLst>
                          </p:cTn>
                        </p:par>
                        <p:par>
                          <p:cTn id="31" fill="hold" nodeType="afterGroup">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230416"/>
                                        </p:tgtEl>
                                        <p:attrNameLst>
                                          <p:attrName>style.visibility</p:attrName>
                                        </p:attrNameLst>
                                      </p:cBhvr>
                                      <p:to>
                                        <p:strVal val="visible"/>
                                      </p:to>
                                    </p:set>
                                    <p:animEffect transition="in" filter="wipe(left)">
                                      <p:cBhvr>
                                        <p:cTn id="34" dur="500"/>
                                        <p:tgtEl>
                                          <p:spTgt spid="230416"/>
                                        </p:tgtEl>
                                      </p:cBhvr>
                                    </p:animEffect>
                                  </p:childTnLst>
                                </p:cTn>
                              </p:par>
                            </p:childTnLst>
                          </p:cTn>
                        </p:par>
                        <p:par>
                          <p:cTn id="35" fill="hold" nodeType="afterGroup">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230417"/>
                                        </p:tgtEl>
                                        <p:attrNameLst>
                                          <p:attrName>style.visibility</p:attrName>
                                        </p:attrNameLst>
                                      </p:cBhvr>
                                      <p:to>
                                        <p:strVal val="visible"/>
                                      </p:to>
                                    </p:set>
                                    <p:animEffect transition="in" filter="wipe(left)">
                                      <p:cBhvr>
                                        <p:cTn id="38" dur="500"/>
                                        <p:tgtEl>
                                          <p:spTgt spid="230417"/>
                                        </p:tgtEl>
                                      </p:cBhvr>
                                    </p:animEffect>
                                  </p:childTnLst>
                                </p:cTn>
                              </p:par>
                            </p:childTnLst>
                          </p:cTn>
                        </p:par>
                        <p:par>
                          <p:cTn id="39" fill="hold" nodeType="afterGroup">
                            <p:stCondLst>
                              <p:cond delay="4000"/>
                            </p:stCondLst>
                            <p:childTnLst>
                              <p:par>
                                <p:cTn id="40" presetID="22" presetClass="entr" presetSubtype="8"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par>
                          <p:cTn id="43" fill="hold" nodeType="afterGroup">
                            <p:stCondLst>
                              <p:cond delay="4500"/>
                            </p:stCondLst>
                            <p:childTnLst>
                              <p:par>
                                <p:cTn id="44" presetID="22" presetClass="entr" presetSubtype="8"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500"/>
                                        <p:tgtEl>
                                          <p:spTgt spid="8"/>
                                        </p:tgtEl>
                                      </p:cBhvr>
                                    </p:animEffect>
                                  </p:childTnLst>
                                </p:cTn>
                              </p:par>
                            </p:childTnLst>
                          </p:cTn>
                        </p:par>
                        <p:par>
                          <p:cTn id="47" fill="hold" nodeType="afterGroup">
                            <p:stCondLst>
                              <p:cond delay="5000"/>
                            </p:stCondLst>
                            <p:childTnLst>
                              <p:par>
                                <p:cTn id="48" presetID="22" presetClass="entr" presetSubtype="8" fill="hold" nodeType="after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500"/>
                                        <p:tgtEl>
                                          <p:spTgt spid="4"/>
                                        </p:tgtEl>
                                      </p:cBhvr>
                                    </p:animEffect>
                                  </p:childTnLst>
                                </p:cTn>
                              </p:par>
                            </p:childTnLst>
                          </p:cTn>
                        </p:par>
                        <p:par>
                          <p:cTn id="51" fill="hold" nodeType="afterGroup">
                            <p:stCondLst>
                              <p:cond delay="5500"/>
                            </p:stCondLst>
                            <p:childTnLst>
                              <p:par>
                                <p:cTn id="52" presetID="22" presetClass="entr" presetSubtype="8" fill="hold" nodeType="after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500"/>
                                        <p:tgtEl>
                                          <p:spTgt spid="6"/>
                                        </p:tgtEl>
                                      </p:cBhvr>
                                    </p:animEffect>
                                  </p:childTnLst>
                                </p:cTn>
                              </p:par>
                            </p:childTnLst>
                          </p:cTn>
                        </p:par>
                        <p:par>
                          <p:cTn id="55" fill="hold" nodeType="afterGroup">
                            <p:stCondLst>
                              <p:cond delay="6000"/>
                            </p:stCondLst>
                            <p:childTnLst>
                              <p:par>
                                <p:cTn id="56" presetID="22" presetClass="entr" presetSubtype="8" fill="hold" nodeType="after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left)">
                                      <p:cBhvr>
                                        <p:cTn id="58" dur="500"/>
                                        <p:tgtEl>
                                          <p:spTgt spid="9"/>
                                        </p:tgtEl>
                                      </p:cBhvr>
                                    </p:animEffect>
                                  </p:childTnLst>
                                </p:cTn>
                              </p:par>
                            </p:childTnLst>
                          </p:cTn>
                        </p:par>
                        <p:par>
                          <p:cTn id="59" fill="hold" nodeType="afterGroup">
                            <p:stCondLst>
                              <p:cond delay="6500"/>
                            </p:stCondLst>
                            <p:childTnLst>
                              <p:par>
                                <p:cTn id="60" presetID="22" presetClass="entr" presetSubtype="8" fill="hold" nodeType="after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15" grpId="0" autoUpdateAnimBg="0"/>
      <p:bldP spid="230416" grpId="0" autoUpdateAnimBg="0"/>
      <p:bldP spid="230417" grpId="0" autoUpdateAnimBg="0"/>
      <p:bldP spid="230463"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300" name="Rectangle 2">
            <a:extLst>
              <a:ext uri="{FF2B5EF4-FFF2-40B4-BE49-F238E27FC236}">
                <a16:creationId xmlns:a16="http://schemas.microsoft.com/office/drawing/2014/main" id="{C20A2387-F1B9-4A31-93EC-E305643B70B2}"/>
              </a:ext>
            </a:extLst>
          </p:cNvPr>
          <p:cNvSpPr>
            <a:spLocks noGrp="1" noChangeArrowheads="1"/>
          </p:cNvSpPr>
          <p:nvPr>
            <p:ph type="title"/>
          </p:nvPr>
        </p:nvSpPr>
        <p:spPr>
          <a:xfrm>
            <a:off x="0" y="-185738"/>
            <a:ext cx="9144000" cy="1143001"/>
          </a:xfrm>
        </p:spPr>
        <p:txBody>
          <a:bodyPr/>
          <a:lstStyle/>
          <a:p>
            <a:r>
              <a:rPr lang="en-US" altLang="en-US" sz="3600"/>
              <a:t>Không khí: phương tiện truyền không dây</a:t>
            </a:r>
          </a:p>
        </p:txBody>
      </p:sp>
      <p:sp>
        <p:nvSpPr>
          <p:cNvPr id="823301" name="Rectangle 3">
            <a:extLst>
              <a:ext uri="{FF2B5EF4-FFF2-40B4-BE49-F238E27FC236}">
                <a16:creationId xmlns:a16="http://schemas.microsoft.com/office/drawing/2014/main" id="{6E9CAA64-FE91-40F9-8AC1-F17C458EB74E}"/>
              </a:ext>
            </a:extLst>
          </p:cNvPr>
          <p:cNvSpPr>
            <a:spLocks noGrp="1" noChangeArrowheads="1"/>
          </p:cNvSpPr>
          <p:nvPr>
            <p:ph type="body" idx="1"/>
          </p:nvPr>
        </p:nvSpPr>
        <p:spPr>
          <a:xfrm>
            <a:off x="472633" y="4921250"/>
            <a:ext cx="8610600" cy="1936750"/>
          </a:xfrm>
        </p:spPr>
        <p:txBody>
          <a:bodyPr/>
          <a:lstStyle/>
          <a:p>
            <a:pPr>
              <a:lnSpc>
                <a:spcPct val="90000"/>
              </a:lnSpc>
            </a:pPr>
            <a:r>
              <a:rPr lang="en-US" altLang="en-US" sz="2400">
                <a:cs typeface="Arial" panose="020B0604020202020204" pitchFamily="34" charset="0"/>
              </a:rPr>
              <a:t>Các tín hiệu không dây là các sóng điện từ</a:t>
            </a:r>
          </a:p>
          <a:p>
            <a:pPr>
              <a:lnSpc>
                <a:spcPct val="90000"/>
              </a:lnSpc>
            </a:pPr>
            <a:r>
              <a:rPr lang="en-US" altLang="en-US" sz="2400">
                <a:cs typeface="Arial" panose="020B0604020202020204" pitchFamily="34" charset="0"/>
              </a:rPr>
              <a:t>Không cần phải có phương tiện truyền vật lý</a:t>
            </a:r>
          </a:p>
          <a:p>
            <a:pPr>
              <a:lnSpc>
                <a:spcPct val="90000"/>
              </a:lnSpc>
            </a:pPr>
            <a:r>
              <a:rPr lang="en-US" altLang="en-US" sz="2400">
                <a:cs typeface="Arial" panose="020B0604020202020204" pitchFamily="34" charset="0"/>
              </a:rPr>
              <a:t>Khả năng vượt qua các bức tường và bao phủ khoảng cách lớn của sóng vô tuyến giúp cho không dây trở thành một cách linh hoạt để xây dựng mạng. </a:t>
            </a:r>
          </a:p>
        </p:txBody>
      </p:sp>
      <p:pic>
        <p:nvPicPr>
          <p:cNvPr id="823302" name="Picture 4">
            <a:extLst>
              <a:ext uri="{FF2B5EF4-FFF2-40B4-BE49-F238E27FC236}">
                <a16:creationId xmlns:a16="http://schemas.microsoft.com/office/drawing/2014/main" id="{70A9761D-5879-4462-AF0E-0E3AA3ECE1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785813"/>
            <a:ext cx="6172200" cy="413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23303" name="Rectangle 5">
            <a:extLst>
              <a:ext uri="{FF2B5EF4-FFF2-40B4-BE49-F238E27FC236}">
                <a16:creationId xmlns:a16="http://schemas.microsoft.com/office/drawing/2014/main" id="{593922FE-4D2C-4DD4-9C0E-890F64A120E5}"/>
              </a:ext>
            </a:extLst>
          </p:cNvPr>
          <p:cNvSpPr>
            <a:spLocks noChangeArrowheads="1"/>
          </p:cNvSpPr>
          <p:nvPr/>
        </p:nvSpPr>
        <p:spPr bwMode="auto">
          <a:xfrm>
            <a:off x="3733800" y="3148013"/>
            <a:ext cx="1219200" cy="16764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4" name="Rectangle 2">
            <a:extLst>
              <a:ext uri="{FF2B5EF4-FFF2-40B4-BE49-F238E27FC236}">
                <a16:creationId xmlns:a16="http://schemas.microsoft.com/office/drawing/2014/main" id="{6E988F8B-E111-4BE0-BAB1-D53E6B0E9F0C}"/>
              </a:ext>
            </a:extLst>
          </p:cNvPr>
          <p:cNvSpPr>
            <a:spLocks noGrp="1" noChangeArrowheads="1"/>
          </p:cNvSpPr>
          <p:nvPr>
            <p:ph type="title"/>
          </p:nvPr>
        </p:nvSpPr>
        <p:spPr>
          <a:xfrm>
            <a:off x="-57150" y="-184150"/>
            <a:ext cx="7613650" cy="895350"/>
          </a:xfrm>
        </p:spPr>
        <p:txBody>
          <a:bodyPr/>
          <a:lstStyle/>
          <a:p>
            <a:r>
              <a:rPr lang="en-US" altLang="ko-KR" sz="2900">
                <a:solidFill>
                  <a:srgbClr val="3333CC"/>
                </a:solidFill>
                <a:ea typeface="Gulim" panose="020B0600000101010101" pitchFamily="34" charset="-127"/>
              </a:rPr>
              <a:t>Đặc trưng của một số chuẩn không dây</a:t>
            </a:r>
          </a:p>
        </p:txBody>
      </p:sp>
      <p:sp>
        <p:nvSpPr>
          <p:cNvPr id="824325" name="Rectangle 3">
            <a:extLst>
              <a:ext uri="{FF2B5EF4-FFF2-40B4-BE49-F238E27FC236}">
                <a16:creationId xmlns:a16="http://schemas.microsoft.com/office/drawing/2014/main" id="{80B62ECC-3FF3-429A-A335-F322568BCDE5}"/>
              </a:ext>
            </a:extLst>
          </p:cNvPr>
          <p:cNvSpPr>
            <a:spLocks noChangeArrowheads="1"/>
          </p:cNvSpPr>
          <p:nvPr/>
        </p:nvSpPr>
        <p:spPr bwMode="auto">
          <a:xfrm>
            <a:off x="673100" y="3151374"/>
            <a:ext cx="2209800" cy="228600"/>
          </a:xfrm>
          <a:prstGeom prst="rect">
            <a:avLst/>
          </a:prstGeom>
          <a:solidFill>
            <a:srgbClr val="FFFF99"/>
          </a:solidFill>
          <a:ln>
            <a:noFill/>
          </a:ln>
          <a:effectLst>
            <a:prstShdw prst="shdw11">
              <a:schemeClr val="bg2">
                <a:alpha val="50000"/>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200">
                <a:latin typeface="Arial" panose="020B0604020202020204" pitchFamily="34" charset="0"/>
                <a:ea typeface="Gulim" panose="020B0600000101010101" pitchFamily="34" charset="-127"/>
              </a:rPr>
              <a:t>384 Kbps</a:t>
            </a:r>
          </a:p>
        </p:txBody>
      </p:sp>
      <p:sp>
        <p:nvSpPr>
          <p:cNvPr id="824326" name="Rectangle 4">
            <a:extLst>
              <a:ext uri="{FF2B5EF4-FFF2-40B4-BE49-F238E27FC236}">
                <a16:creationId xmlns:a16="http://schemas.microsoft.com/office/drawing/2014/main" id="{C6742E6F-0FA7-436B-86EA-3AB01FAA8CD1}"/>
              </a:ext>
            </a:extLst>
          </p:cNvPr>
          <p:cNvSpPr>
            <a:spLocks noChangeArrowheads="1"/>
          </p:cNvSpPr>
          <p:nvPr/>
        </p:nvSpPr>
        <p:spPr bwMode="auto">
          <a:xfrm>
            <a:off x="673100" y="3456174"/>
            <a:ext cx="2209800" cy="228600"/>
          </a:xfrm>
          <a:prstGeom prst="rect">
            <a:avLst/>
          </a:prstGeom>
          <a:solidFill>
            <a:srgbClr val="FFFF99"/>
          </a:solidFill>
          <a:ln>
            <a:noFill/>
          </a:ln>
          <a:effectLst>
            <a:prstShdw prst="shdw11">
              <a:schemeClr val="bg2">
                <a:alpha val="50000"/>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200">
                <a:latin typeface="Arial" panose="020B0604020202020204" pitchFamily="34" charset="0"/>
                <a:ea typeface="Gulim" panose="020B0600000101010101" pitchFamily="34" charset="-127"/>
              </a:rPr>
              <a:t>56 Kbps</a:t>
            </a:r>
          </a:p>
        </p:txBody>
      </p:sp>
      <p:sp>
        <p:nvSpPr>
          <p:cNvPr id="824327" name="Rectangle 5">
            <a:extLst>
              <a:ext uri="{FF2B5EF4-FFF2-40B4-BE49-F238E27FC236}">
                <a16:creationId xmlns:a16="http://schemas.microsoft.com/office/drawing/2014/main" id="{1BC4CE30-0B40-4F05-B2B4-091C1D3FE72D}"/>
              </a:ext>
            </a:extLst>
          </p:cNvPr>
          <p:cNvSpPr>
            <a:spLocks noChangeArrowheads="1"/>
          </p:cNvSpPr>
          <p:nvPr/>
        </p:nvSpPr>
        <p:spPr bwMode="auto">
          <a:xfrm>
            <a:off x="5549900" y="1474974"/>
            <a:ext cx="1371600" cy="2590800"/>
          </a:xfrm>
          <a:prstGeom prst="rect">
            <a:avLst/>
          </a:prstGeom>
          <a:solidFill>
            <a:srgbClr val="C0C0C0">
              <a:alpha val="52940"/>
            </a:srgbClr>
          </a:solidFill>
          <a:ln>
            <a:noFill/>
          </a:ln>
          <a:effectLst>
            <a:outerShdw sy="-100000"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4328" name="Rectangle 6">
            <a:extLst>
              <a:ext uri="{FF2B5EF4-FFF2-40B4-BE49-F238E27FC236}">
                <a16:creationId xmlns:a16="http://schemas.microsoft.com/office/drawing/2014/main" id="{1A32C9DB-2712-4DCA-AE4D-59FFDD92F6FB}"/>
              </a:ext>
            </a:extLst>
          </p:cNvPr>
          <p:cNvSpPr>
            <a:spLocks noChangeArrowheads="1"/>
          </p:cNvSpPr>
          <p:nvPr/>
        </p:nvSpPr>
        <p:spPr bwMode="auto">
          <a:xfrm>
            <a:off x="4178300" y="1474974"/>
            <a:ext cx="1371600" cy="2590800"/>
          </a:xfrm>
          <a:prstGeom prst="rect">
            <a:avLst/>
          </a:prstGeom>
          <a:solidFill>
            <a:srgbClr val="CC99FF">
              <a:alpha val="52940"/>
            </a:srgbClr>
          </a:solidFill>
          <a:ln>
            <a:noFill/>
          </a:ln>
          <a:effectLst>
            <a:outerShdw sy="-100000"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4329" name="Rectangle 7">
            <a:extLst>
              <a:ext uri="{FF2B5EF4-FFF2-40B4-BE49-F238E27FC236}">
                <a16:creationId xmlns:a16="http://schemas.microsoft.com/office/drawing/2014/main" id="{910884F4-F525-4B6F-9530-917393FEF7CB}"/>
              </a:ext>
            </a:extLst>
          </p:cNvPr>
          <p:cNvSpPr>
            <a:spLocks noChangeArrowheads="1"/>
          </p:cNvSpPr>
          <p:nvPr/>
        </p:nvSpPr>
        <p:spPr bwMode="auto">
          <a:xfrm>
            <a:off x="2806700" y="1474974"/>
            <a:ext cx="1371600" cy="2590800"/>
          </a:xfrm>
          <a:prstGeom prst="rect">
            <a:avLst/>
          </a:prstGeom>
          <a:solidFill>
            <a:srgbClr val="BFBFEF">
              <a:alpha val="76862"/>
            </a:srgbClr>
          </a:solidFill>
          <a:ln>
            <a:noFill/>
          </a:ln>
          <a:effectLst>
            <a:outerShdw sy="-100000"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4330" name="Rectangle 8">
            <a:extLst>
              <a:ext uri="{FF2B5EF4-FFF2-40B4-BE49-F238E27FC236}">
                <a16:creationId xmlns:a16="http://schemas.microsoft.com/office/drawing/2014/main" id="{C51199B1-6E2C-4080-96FE-8E4513DC393D}"/>
              </a:ext>
            </a:extLst>
          </p:cNvPr>
          <p:cNvSpPr>
            <a:spLocks noChangeArrowheads="1"/>
          </p:cNvSpPr>
          <p:nvPr/>
        </p:nvSpPr>
        <p:spPr bwMode="auto">
          <a:xfrm>
            <a:off x="1587500" y="1474974"/>
            <a:ext cx="1219200" cy="2590800"/>
          </a:xfrm>
          <a:prstGeom prst="rect">
            <a:avLst/>
          </a:prstGeom>
          <a:solidFill>
            <a:srgbClr val="CCFFCC">
              <a:alpha val="72940"/>
            </a:srgbClr>
          </a:solidFill>
          <a:ln>
            <a:noFill/>
          </a:ln>
          <a:effectLst>
            <a:outerShdw sy="-100000"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4331" name="Rectangle 9">
            <a:extLst>
              <a:ext uri="{FF2B5EF4-FFF2-40B4-BE49-F238E27FC236}">
                <a16:creationId xmlns:a16="http://schemas.microsoft.com/office/drawing/2014/main" id="{157EE6A5-68DE-4ABA-B04B-64858218B100}"/>
              </a:ext>
            </a:extLst>
          </p:cNvPr>
          <p:cNvSpPr>
            <a:spLocks noChangeArrowheads="1"/>
          </p:cNvSpPr>
          <p:nvPr/>
        </p:nvSpPr>
        <p:spPr bwMode="auto">
          <a:xfrm>
            <a:off x="673100" y="1551174"/>
            <a:ext cx="2209800" cy="228600"/>
          </a:xfrm>
          <a:prstGeom prst="rect">
            <a:avLst/>
          </a:prstGeom>
          <a:solidFill>
            <a:srgbClr val="FFFF99"/>
          </a:solidFill>
          <a:ln>
            <a:noFill/>
          </a:ln>
          <a:effectLst>
            <a:prstShdw prst="shdw11">
              <a:schemeClr val="bg2">
                <a:alpha val="50000"/>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200">
                <a:latin typeface="Arial" panose="020B0604020202020204" pitchFamily="34" charset="0"/>
                <a:ea typeface="Gulim" panose="020B0600000101010101" pitchFamily="34" charset="-127"/>
              </a:rPr>
              <a:t>54 Mbps</a:t>
            </a:r>
          </a:p>
        </p:txBody>
      </p:sp>
      <p:sp>
        <p:nvSpPr>
          <p:cNvPr id="824332" name="Rectangle 10">
            <a:extLst>
              <a:ext uri="{FF2B5EF4-FFF2-40B4-BE49-F238E27FC236}">
                <a16:creationId xmlns:a16="http://schemas.microsoft.com/office/drawing/2014/main" id="{882732B3-8A6A-4852-BA5A-122B84532439}"/>
              </a:ext>
            </a:extLst>
          </p:cNvPr>
          <p:cNvSpPr>
            <a:spLocks noChangeArrowheads="1"/>
          </p:cNvSpPr>
          <p:nvPr/>
        </p:nvSpPr>
        <p:spPr bwMode="auto">
          <a:xfrm>
            <a:off x="673100" y="1855974"/>
            <a:ext cx="2209800" cy="228600"/>
          </a:xfrm>
          <a:prstGeom prst="rect">
            <a:avLst/>
          </a:prstGeom>
          <a:solidFill>
            <a:srgbClr val="FFFF99"/>
          </a:solidFill>
          <a:ln>
            <a:noFill/>
          </a:ln>
          <a:effectLst>
            <a:prstShdw prst="shdw11">
              <a:schemeClr val="bg2">
                <a:alpha val="50000"/>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200">
                <a:latin typeface="Arial" panose="020B0604020202020204" pitchFamily="34" charset="0"/>
                <a:ea typeface="Gulim" panose="020B0600000101010101" pitchFamily="34" charset="-127"/>
              </a:rPr>
              <a:t>5-11 Mbps</a:t>
            </a:r>
          </a:p>
        </p:txBody>
      </p:sp>
      <p:sp>
        <p:nvSpPr>
          <p:cNvPr id="824333" name="Rectangle 11">
            <a:extLst>
              <a:ext uri="{FF2B5EF4-FFF2-40B4-BE49-F238E27FC236}">
                <a16:creationId xmlns:a16="http://schemas.microsoft.com/office/drawing/2014/main" id="{13774133-2136-465A-AF6C-F9355B12E794}"/>
              </a:ext>
            </a:extLst>
          </p:cNvPr>
          <p:cNvSpPr>
            <a:spLocks noChangeArrowheads="1"/>
          </p:cNvSpPr>
          <p:nvPr/>
        </p:nvSpPr>
        <p:spPr bwMode="auto">
          <a:xfrm>
            <a:off x="673100" y="2160774"/>
            <a:ext cx="914400" cy="228600"/>
          </a:xfrm>
          <a:prstGeom prst="rect">
            <a:avLst/>
          </a:prstGeom>
          <a:solidFill>
            <a:srgbClr val="FFFF99"/>
          </a:solidFill>
          <a:ln>
            <a:noFill/>
          </a:ln>
          <a:effectLst>
            <a:prstShdw prst="shdw11">
              <a:schemeClr val="bg2">
                <a:alpha val="50000"/>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200">
                <a:latin typeface="Arial" panose="020B0604020202020204" pitchFamily="34" charset="0"/>
                <a:ea typeface="Gulim" panose="020B0600000101010101" pitchFamily="34" charset="-127"/>
              </a:rPr>
              <a:t>1 Mbps</a:t>
            </a:r>
          </a:p>
        </p:txBody>
      </p:sp>
      <p:sp>
        <p:nvSpPr>
          <p:cNvPr id="824334" name="Line 12">
            <a:extLst>
              <a:ext uri="{FF2B5EF4-FFF2-40B4-BE49-F238E27FC236}">
                <a16:creationId xmlns:a16="http://schemas.microsoft.com/office/drawing/2014/main" id="{7AD5E19E-506D-4145-B091-A48E066FC2E9}"/>
              </a:ext>
            </a:extLst>
          </p:cNvPr>
          <p:cNvSpPr>
            <a:spLocks noChangeShapeType="1"/>
          </p:cNvSpPr>
          <p:nvPr/>
        </p:nvSpPr>
        <p:spPr bwMode="auto">
          <a:xfrm flipV="1">
            <a:off x="1587500" y="484374"/>
            <a:ext cx="0" cy="396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4335" name="Rectangle 13">
            <a:extLst>
              <a:ext uri="{FF2B5EF4-FFF2-40B4-BE49-F238E27FC236}">
                <a16:creationId xmlns:a16="http://schemas.microsoft.com/office/drawing/2014/main" id="{2D8D75D8-5789-4CA0-8437-826EB7CEAB88}"/>
              </a:ext>
            </a:extLst>
          </p:cNvPr>
          <p:cNvSpPr>
            <a:spLocks noChangeArrowheads="1"/>
          </p:cNvSpPr>
          <p:nvPr/>
        </p:nvSpPr>
        <p:spPr bwMode="auto">
          <a:xfrm>
            <a:off x="1587500" y="2313174"/>
            <a:ext cx="685800" cy="250825"/>
          </a:xfrm>
          <a:prstGeom prst="rect">
            <a:avLst/>
          </a:prstGeom>
          <a:solidFill>
            <a:srgbClr val="FFFF00"/>
          </a:solidFill>
          <a:ln w="9525">
            <a:miter lim="800000"/>
            <a:headEnd/>
            <a:tailEnd/>
          </a:ln>
          <a:scene3d>
            <a:camera prst="legacyObliqueTopRight"/>
            <a:lightRig rig="legacyFlat3" dir="b"/>
          </a:scene3d>
          <a:sp3d extrusionH="227000" prstMaterial="legacyMatte">
            <a:bevelT w="13500" h="13500" prst="angle"/>
            <a:bevelB w="13500" h="13500" prst="angle"/>
            <a:extrusionClr>
              <a:srgbClr val="FFFF00"/>
            </a:extrusionClr>
            <a:contourClr>
              <a:srgbClr val="FFFF00"/>
            </a:contourClr>
          </a:sp3d>
        </p:spPr>
        <p:txBody>
          <a:bodyPr wrap="none" anchor="ctr">
            <a:flatTx/>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ko-KR" sz="1200">
                <a:latin typeface="Arial" panose="020B0604020202020204" pitchFamily="34" charset="0"/>
                <a:ea typeface="Gulim" panose="020B0600000101010101" pitchFamily="34" charset="-127"/>
              </a:rPr>
              <a:t>802.15</a:t>
            </a:r>
          </a:p>
        </p:txBody>
      </p:sp>
      <p:sp>
        <p:nvSpPr>
          <p:cNvPr id="824336" name="Rectangle 14">
            <a:extLst>
              <a:ext uri="{FF2B5EF4-FFF2-40B4-BE49-F238E27FC236}">
                <a16:creationId xmlns:a16="http://schemas.microsoft.com/office/drawing/2014/main" id="{8273CADF-BD13-42DC-A0DE-C069AC4585D2}"/>
              </a:ext>
            </a:extLst>
          </p:cNvPr>
          <p:cNvSpPr>
            <a:spLocks noChangeArrowheads="1"/>
          </p:cNvSpPr>
          <p:nvPr/>
        </p:nvSpPr>
        <p:spPr bwMode="auto">
          <a:xfrm>
            <a:off x="1576388" y="1932174"/>
            <a:ext cx="1611312" cy="152400"/>
          </a:xfrm>
          <a:prstGeom prst="rect">
            <a:avLst/>
          </a:prstGeom>
          <a:solidFill>
            <a:srgbClr val="FFFF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99"/>
            </a:extrusionClr>
            <a:contourClr>
              <a:srgbClr val="FFFF99"/>
            </a:contourClr>
          </a:sp3d>
        </p:spPr>
        <p:txBody>
          <a:bodyPr wrap="none" anchor="ctr">
            <a:flatTx/>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ko-KR" sz="1400">
                <a:latin typeface="Arial" panose="020B0604020202020204" pitchFamily="34" charset="0"/>
                <a:ea typeface="Gulim" panose="020B0600000101010101" pitchFamily="34" charset="-127"/>
              </a:rPr>
              <a:t>802.11b</a:t>
            </a:r>
          </a:p>
        </p:txBody>
      </p:sp>
      <p:sp>
        <p:nvSpPr>
          <p:cNvPr id="824337" name="Rectangle 15">
            <a:extLst>
              <a:ext uri="{FF2B5EF4-FFF2-40B4-BE49-F238E27FC236}">
                <a16:creationId xmlns:a16="http://schemas.microsoft.com/office/drawing/2014/main" id="{CFAF607D-B3AB-49CD-8810-BDCBB66E2E21}"/>
              </a:ext>
            </a:extLst>
          </p:cNvPr>
          <p:cNvSpPr>
            <a:spLocks noChangeArrowheads="1"/>
          </p:cNvSpPr>
          <p:nvPr/>
        </p:nvSpPr>
        <p:spPr bwMode="auto">
          <a:xfrm>
            <a:off x="1587500" y="1627374"/>
            <a:ext cx="1371600" cy="182563"/>
          </a:xfrm>
          <a:prstGeom prst="rect">
            <a:avLst/>
          </a:prstGeom>
          <a:solidFill>
            <a:srgbClr val="FFFF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99"/>
            </a:extrusionClr>
            <a:contourClr>
              <a:srgbClr val="FFFF99"/>
            </a:contourClr>
          </a:sp3d>
        </p:spPr>
        <p:txBody>
          <a:bodyPr wrap="none" anchor="ctr">
            <a:flatTx/>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ko-KR" sz="1400">
                <a:latin typeface="Arial" panose="020B0604020202020204" pitchFamily="34" charset="0"/>
                <a:ea typeface="Gulim" panose="020B0600000101010101" pitchFamily="34" charset="-127"/>
              </a:rPr>
              <a:t>802.11{a,g}</a:t>
            </a:r>
          </a:p>
        </p:txBody>
      </p:sp>
      <p:sp>
        <p:nvSpPr>
          <p:cNvPr id="824338" name="Rectangle 16">
            <a:extLst>
              <a:ext uri="{FF2B5EF4-FFF2-40B4-BE49-F238E27FC236}">
                <a16:creationId xmlns:a16="http://schemas.microsoft.com/office/drawing/2014/main" id="{A1CEC85D-4B4B-44A8-B807-8D72D66F3AF2}"/>
              </a:ext>
            </a:extLst>
          </p:cNvPr>
          <p:cNvSpPr>
            <a:spLocks noChangeArrowheads="1"/>
          </p:cNvSpPr>
          <p:nvPr/>
        </p:nvSpPr>
        <p:spPr bwMode="auto">
          <a:xfrm>
            <a:off x="2501900" y="3456174"/>
            <a:ext cx="4038600" cy="228600"/>
          </a:xfrm>
          <a:prstGeom prst="rect">
            <a:avLst/>
          </a:prstGeom>
          <a:solidFill>
            <a:srgbClr val="CCFFCC"/>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CFFCC"/>
            </a:extrusionClr>
            <a:contourClr>
              <a:srgbClr val="CCFFCC"/>
            </a:contourClr>
          </a:sp3d>
        </p:spPr>
        <p:txBody>
          <a:bodyPr wrap="none" anchor="ctr">
            <a:flatTx/>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ko-KR" sz="1400">
                <a:latin typeface="Arial" panose="020B0604020202020204" pitchFamily="34" charset="0"/>
                <a:ea typeface="Gulim" panose="020B0600000101010101" pitchFamily="34" charset="-127"/>
              </a:rPr>
              <a:t>IS-95 CDMA, GSM</a:t>
            </a:r>
          </a:p>
        </p:txBody>
      </p:sp>
      <p:sp>
        <p:nvSpPr>
          <p:cNvPr id="824339" name="Rectangle 17">
            <a:extLst>
              <a:ext uri="{FF2B5EF4-FFF2-40B4-BE49-F238E27FC236}">
                <a16:creationId xmlns:a16="http://schemas.microsoft.com/office/drawing/2014/main" id="{2446CE8F-503E-43F1-9DAF-F6DCECA6B2EB}"/>
              </a:ext>
            </a:extLst>
          </p:cNvPr>
          <p:cNvSpPr>
            <a:spLocks noChangeArrowheads="1"/>
          </p:cNvSpPr>
          <p:nvPr/>
        </p:nvSpPr>
        <p:spPr bwMode="auto">
          <a:xfrm>
            <a:off x="2501900" y="3151374"/>
            <a:ext cx="3810000" cy="228600"/>
          </a:xfrm>
          <a:prstGeom prst="rect">
            <a:avLst/>
          </a:prstGeom>
          <a:solidFill>
            <a:srgbClr val="CCFFCC"/>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CFFCC"/>
            </a:extrusionClr>
            <a:contourClr>
              <a:srgbClr val="CCFFCC"/>
            </a:contourClr>
          </a:sp3d>
        </p:spPr>
        <p:txBody>
          <a:bodyPr wrap="none" anchor="ctr">
            <a:flatTx/>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ko-KR" sz="1400">
                <a:latin typeface="Arial" panose="020B0604020202020204" pitchFamily="34" charset="0"/>
                <a:ea typeface="Gulim" panose="020B0600000101010101" pitchFamily="34" charset="-127"/>
              </a:rPr>
              <a:t>UMTS/WCDMA, CDMA2000</a:t>
            </a:r>
          </a:p>
        </p:txBody>
      </p:sp>
      <p:sp>
        <p:nvSpPr>
          <p:cNvPr id="824340" name="Rectangle 18">
            <a:extLst>
              <a:ext uri="{FF2B5EF4-FFF2-40B4-BE49-F238E27FC236}">
                <a16:creationId xmlns:a16="http://schemas.microsoft.com/office/drawing/2014/main" id="{BAE135FD-FF50-4425-A7BD-36A8EC8E9347}"/>
              </a:ext>
            </a:extLst>
          </p:cNvPr>
          <p:cNvSpPr>
            <a:spLocks noChangeArrowheads="1"/>
          </p:cNvSpPr>
          <p:nvPr/>
        </p:nvSpPr>
        <p:spPr bwMode="auto">
          <a:xfrm>
            <a:off x="5245100" y="1855974"/>
            <a:ext cx="990600" cy="228600"/>
          </a:xfrm>
          <a:prstGeom prst="rect">
            <a:avLst/>
          </a:prstGeom>
          <a:solidFill>
            <a:srgbClr val="FFFF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99"/>
            </a:extrusionClr>
            <a:contourClr>
              <a:srgbClr val="FFFF99"/>
            </a:contourClr>
          </a:sp3d>
        </p:spPr>
        <p:txBody>
          <a:bodyPr wrap="none" anchor="ctr">
            <a:flatTx/>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ko-KR" sz="1800">
                <a:latin typeface="Arial" panose="020B0604020202020204" pitchFamily="34" charset="0"/>
                <a:ea typeface="Gulim" panose="020B0600000101010101" pitchFamily="34" charset="-127"/>
              </a:rPr>
              <a:t> </a:t>
            </a:r>
            <a:r>
              <a:rPr lang="en-US" altLang="ko-KR" sz="1200">
                <a:latin typeface="Arial" panose="020B0604020202020204" pitchFamily="34" charset="0"/>
                <a:ea typeface="Gulim" panose="020B0600000101010101" pitchFamily="34" charset="-127"/>
              </a:rPr>
              <a:t>.11 p-to-p link</a:t>
            </a:r>
          </a:p>
        </p:txBody>
      </p:sp>
      <p:sp>
        <p:nvSpPr>
          <p:cNvPr id="824341" name="Text Box 19">
            <a:extLst>
              <a:ext uri="{FF2B5EF4-FFF2-40B4-BE49-F238E27FC236}">
                <a16:creationId xmlns:a16="http://schemas.microsoft.com/office/drawing/2014/main" id="{48EFBE45-9CB7-4B9B-9172-FB3C57AF5300}"/>
              </a:ext>
            </a:extLst>
          </p:cNvPr>
          <p:cNvSpPr txBox="1">
            <a:spLocks noChangeArrowheads="1"/>
          </p:cNvSpPr>
          <p:nvPr/>
        </p:nvSpPr>
        <p:spPr bwMode="auto">
          <a:xfrm>
            <a:off x="7073900" y="3303774"/>
            <a:ext cx="420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400">
                <a:latin typeface="Arial" panose="020B0604020202020204" pitchFamily="34" charset="0"/>
                <a:ea typeface="Gulim" panose="020B0600000101010101" pitchFamily="34" charset="-127"/>
              </a:rPr>
              <a:t>2G</a:t>
            </a:r>
          </a:p>
        </p:txBody>
      </p:sp>
      <p:sp>
        <p:nvSpPr>
          <p:cNvPr id="824342" name="Line 20">
            <a:extLst>
              <a:ext uri="{FF2B5EF4-FFF2-40B4-BE49-F238E27FC236}">
                <a16:creationId xmlns:a16="http://schemas.microsoft.com/office/drawing/2014/main" id="{F400A0DD-48F3-489E-AD23-5A2E306EFE4F}"/>
              </a:ext>
            </a:extLst>
          </p:cNvPr>
          <p:cNvSpPr>
            <a:spLocks noChangeShapeType="1"/>
          </p:cNvSpPr>
          <p:nvPr/>
        </p:nvSpPr>
        <p:spPr bwMode="auto">
          <a:xfrm flipH="1">
            <a:off x="6769100" y="3456174"/>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4343" name="Text Box 21">
            <a:extLst>
              <a:ext uri="{FF2B5EF4-FFF2-40B4-BE49-F238E27FC236}">
                <a16:creationId xmlns:a16="http://schemas.microsoft.com/office/drawing/2014/main" id="{B179649F-AD30-4FC3-8F71-9D7E7A5E59CB}"/>
              </a:ext>
            </a:extLst>
          </p:cNvPr>
          <p:cNvSpPr txBox="1">
            <a:spLocks noChangeArrowheads="1"/>
          </p:cNvSpPr>
          <p:nvPr/>
        </p:nvSpPr>
        <p:spPr bwMode="auto">
          <a:xfrm>
            <a:off x="7073900" y="2998974"/>
            <a:ext cx="420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400">
                <a:latin typeface="Arial" panose="020B0604020202020204" pitchFamily="34" charset="0"/>
                <a:ea typeface="Gulim" panose="020B0600000101010101" pitchFamily="34" charset="-127"/>
              </a:rPr>
              <a:t>3G</a:t>
            </a:r>
          </a:p>
        </p:txBody>
      </p:sp>
      <p:sp>
        <p:nvSpPr>
          <p:cNvPr id="824344" name="Line 22">
            <a:extLst>
              <a:ext uri="{FF2B5EF4-FFF2-40B4-BE49-F238E27FC236}">
                <a16:creationId xmlns:a16="http://schemas.microsoft.com/office/drawing/2014/main" id="{0AB269EE-2044-438F-BC9E-FF661AEDCEE5}"/>
              </a:ext>
            </a:extLst>
          </p:cNvPr>
          <p:cNvSpPr>
            <a:spLocks noChangeShapeType="1"/>
          </p:cNvSpPr>
          <p:nvPr/>
        </p:nvSpPr>
        <p:spPr bwMode="auto">
          <a:xfrm flipH="1">
            <a:off x="6769100" y="3151374"/>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824345" name="Group 23">
            <a:extLst>
              <a:ext uri="{FF2B5EF4-FFF2-40B4-BE49-F238E27FC236}">
                <a16:creationId xmlns:a16="http://schemas.microsoft.com/office/drawing/2014/main" id="{E1A69391-5023-4A09-8D60-386ED9E1D508}"/>
              </a:ext>
            </a:extLst>
          </p:cNvPr>
          <p:cNvGrpSpPr>
            <a:grpSpLocks/>
          </p:cNvGrpSpPr>
          <p:nvPr/>
        </p:nvGrpSpPr>
        <p:grpSpPr bwMode="auto">
          <a:xfrm>
            <a:off x="901700" y="4065774"/>
            <a:ext cx="7162800" cy="1125538"/>
            <a:chOff x="480" y="3072"/>
            <a:chExt cx="4512" cy="709"/>
          </a:xfrm>
        </p:grpSpPr>
        <p:sp>
          <p:nvSpPr>
            <p:cNvPr id="824347" name="Line 24">
              <a:extLst>
                <a:ext uri="{FF2B5EF4-FFF2-40B4-BE49-F238E27FC236}">
                  <a16:creationId xmlns:a16="http://schemas.microsoft.com/office/drawing/2014/main" id="{048F20CA-12BA-4EE3-ADBF-2F6C4FEA4B04}"/>
                </a:ext>
              </a:extLst>
            </p:cNvPr>
            <p:cNvSpPr>
              <a:spLocks noChangeShapeType="1"/>
            </p:cNvSpPr>
            <p:nvPr/>
          </p:nvSpPr>
          <p:spPr bwMode="auto">
            <a:xfrm>
              <a:off x="480" y="3072"/>
              <a:ext cx="45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4348" name="Text Box 25">
              <a:extLst>
                <a:ext uri="{FF2B5EF4-FFF2-40B4-BE49-F238E27FC236}">
                  <a16:creationId xmlns:a16="http://schemas.microsoft.com/office/drawing/2014/main" id="{32DCCA90-92CB-42C8-9CC7-337034AB97DC}"/>
                </a:ext>
              </a:extLst>
            </p:cNvPr>
            <p:cNvSpPr txBox="1">
              <a:spLocks noChangeArrowheads="1"/>
            </p:cNvSpPr>
            <p:nvPr/>
          </p:nvSpPr>
          <p:spPr bwMode="auto">
            <a:xfrm>
              <a:off x="1036" y="3082"/>
              <a:ext cx="515"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ko-KR" sz="1400">
                  <a:latin typeface="Arial" panose="020B0604020202020204" pitchFamily="34" charset="0"/>
                  <a:ea typeface="Gulim" panose="020B0600000101010101" pitchFamily="34" charset="-127"/>
                </a:rPr>
                <a:t>Indoor</a:t>
              </a:r>
            </a:p>
            <a:p>
              <a:pPr algn="ctr" eaLnBrk="1" hangingPunct="1">
                <a:spcBef>
                  <a:spcPct val="0"/>
                </a:spcBef>
                <a:buClrTx/>
                <a:buSzTx/>
                <a:buFontTx/>
                <a:buNone/>
              </a:pPr>
              <a:endParaRPr lang="en-US" altLang="ko-KR" sz="1400">
                <a:latin typeface="Arial" panose="020B0604020202020204" pitchFamily="34" charset="0"/>
                <a:ea typeface="Gulim" panose="020B0600000101010101" pitchFamily="34" charset="-127"/>
              </a:endParaRPr>
            </a:p>
            <a:p>
              <a:pPr algn="ctr" eaLnBrk="1" hangingPunct="1">
                <a:spcBef>
                  <a:spcPct val="0"/>
                </a:spcBef>
                <a:buClrTx/>
                <a:buSzTx/>
                <a:buFontTx/>
                <a:buNone/>
              </a:pPr>
              <a:endParaRPr lang="en-US" altLang="ko-KR" sz="1400">
                <a:latin typeface="Arial" panose="020B0604020202020204" pitchFamily="34" charset="0"/>
                <a:ea typeface="Gulim" panose="020B0600000101010101" pitchFamily="34" charset="-127"/>
              </a:endParaRPr>
            </a:p>
            <a:p>
              <a:pPr algn="ctr" eaLnBrk="1" hangingPunct="1">
                <a:spcBef>
                  <a:spcPct val="0"/>
                </a:spcBef>
                <a:buClrTx/>
                <a:buSzTx/>
                <a:buFontTx/>
                <a:buNone/>
              </a:pPr>
              <a:r>
                <a:rPr lang="en-US" altLang="ko-KR" sz="1200">
                  <a:latin typeface="Arial" panose="020B0604020202020204" pitchFamily="34" charset="0"/>
                  <a:ea typeface="Gulim" panose="020B0600000101010101" pitchFamily="34" charset="-127"/>
                </a:rPr>
                <a:t>10 – 30m</a:t>
              </a:r>
            </a:p>
          </p:txBody>
        </p:sp>
        <p:sp>
          <p:nvSpPr>
            <p:cNvPr id="824349" name="Text Box 26">
              <a:extLst>
                <a:ext uri="{FF2B5EF4-FFF2-40B4-BE49-F238E27FC236}">
                  <a16:creationId xmlns:a16="http://schemas.microsoft.com/office/drawing/2014/main" id="{9A0395CF-B64B-4132-A787-4090CBB49161}"/>
                </a:ext>
              </a:extLst>
            </p:cNvPr>
            <p:cNvSpPr txBox="1">
              <a:spLocks noChangeArrowheads="1"/>
            </p:cNvSpPr>
            <p:nvPr/>
          </p:nvSpPr>
          <p:spPr bwMode="auto">
            <a:xfrm>
              <a:off x="1830" y="3072"/>
              <a:ext cx="568" cy="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400">
                  <a:latin typeface="Arial" panose="020B0604020202020204" pitchFamily="34" charset="0"/>
                  <a:ea typeface="Gulim" panose="020B0600000101010101" pitchFamily="34" charset="-127"/>
                </a:rPr>
                <a:t>Outdoor</a:t>
              </a:r>
            </a:p>
            <a:p>
              <a:pPr eaLnBrk="1" hangingPunct="1">
                <a:spcBef>
                  <a:spcPct val="0"/>
                </a:spcBef>
                <a:buClrTx/>
                <a:buSzTx/>
                <a:buFontTx/>
                <a:buNone/>
              </a:pPr>
              <a:endParaRPr lang="en-US" altLang="ko-KR" sz="1400">
                <a:latin typeface="Arial" panose="020B0604020202020204" pitchFamily="34" charset="0"/>
                <a:ea typeface="Gulim" panose="020B0600000101010101" pitchFamily="34" charset="-127"/>
              </a:endParaRPr>
            </a:p>
            <a:p>
              <a:pPr eaLnBrk="1" hangingPunct="1">
                <a:spcBef>
                  <a:spcPct val="0"/>
                </a:spcBef>
                <a:buClrTx/>
                <a:buSzTx/>
                <a:buFontTx/>
                <a:buNone/>
              </a:pPr>
              <a:endParaRPr lang="en-US" altLang="ko-KR" sz="1400">
                <a:latin typeface="Arial" panose="020B0604020202020204" pitchFamily="34" charset="0"/>
                <a:ea typeface="Gulim" panose="020B0600000101010101" pitchFamily="34" charset="-127"/>
              </a:endParaRPr>
            </a:p>
            <a:p>
              <a:pPr eaLnBrk="1" hangingPunct="1">
                <a:spcBef>
                  <a:spcPct val="0"/>
                </a:spcBef>
                <a:buClrTx/>
                <a:buSzTx/>
                <a:buFontTx/>
                <a:buNone/>
              </a:pPr>
              <a:r>
                <a:rPr lang="en-US" altLang="ko-KR" sz="1200">
                  <a:latin typeface="Arial" panose="020B0604020202020204" pitchFamily="34" charset="0"/>
                  <a:ea typeface="Gulim" panose="020B0600000101010101" pitchFamily="34" charset="-127"/>
                </a:rPr>
                <a:t>50 – 200m</a:t>
              </a:r>
            </a:p>
            <a:p>
              <a:pPr eaLnBrk="1" hangingPunct="1">
                <a:spcBef>
                  <a:spcPct val="0"/>
                </a:spcBef>
                <a:buClrTx/>
                <a:buSzTx/>
                <a:buFontTx/>
                <a:buNone/>
              </a:pPr>
              <a:endParaRPr lang="en-US" altLang="ko-KR" sz="1400">
                <a:latin typeface="Arial" panose="020B0604020202020204" pitchFamily="34" charset="0"/>
                <a:ea typeface="Gulim" panose="020B0600000101010101" pitchFamily="34" charset="-127"/>
              </a:endParaRPr>
            </a:p>
          </p:txBody>
        </p:sp>
        <p:sp>
          <p:nvSpPr>
            <p:cNvPr id="824350" name="Text Box 27">
              <a:extLst>
                <a:ext uri="{FF2B5EF4-FFF2-40B4-BE49-F238E27FC236}">
                  <a16:creationId xmlns:a16="http://schemas.microsoft.com/office/drawing/2014/main" id="{4A6A5B65-8EEA-4173-A879-C20668D063E0}"/>
                </a:ext>
              </a:extLst>
            </p:cNvPr>
            <p:cNvSpPr txBox="1">
              <a:spLocks noChangeArrowheads="1"/>
            </p:cNvSpPr>
            <p:nvPr/>
          </p:nvSpPr>
          <p:spPr bwMode="auto">
            <a:xfrm>
              <a:off x="2673" y="3072"/>
              <a:ext cx="659" cy="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ko-KR" sz="1400">
                  <a:latin typeface="Arial" panose="020B0604020202020204" pitchFamily="34" charset="0"/>
                  <a:ea typeface="Gulim" panose="020B0600000101010101" pitchFamily="34" charset="-127"/>
                </a:rPr>
                <a:t>Mid range</a:t>
              </a:r>
            </a:p>
            <a:p>
              <a:pPr algn="ctr" eaLnBrk="1" hangingPunct="1">
                <a:spcBef>
                  <a:spcPct val="0"/>
                </a:spcBef>
                <a:buClrTx/>
                <a:buSzTx/>
                <a:buFontTx/>
                <a:buNone/>
              </a:pPr>
              <a:r>
                <a:rPr lang="en-US" altLang="ko-KR" sz="1400">
                  <a:latin typeface="Arial" panose="020B0604020202020204" pitchFamily="34" charset="0"/>
                  <a:ea typeface="Gulim" panose="020B0600000101010101" pitchFamily="34" charset="-127"/>
                </a:rPr>
                <a:t>outdoor</a:t>
              </a:r>
            </a:p>
            <a:p>
              <a:pPr algn="ctr" eaLnBrk="1" hangingPunct="1">
                <a:spcBef>
                  <a:spcPct val="0"/>
                </a:spcBef>
                <a:buClrTx/>
                <a:buSzTx/>
                <a:buFontTx/>
                <a:buNone/>
              </a:pPr>
              <a:endParaRPr lang="en-US" altLang="ko-KR" sz="1400">
                <a:latin typeface="Arial" panose="020B0604020202020204" pitchFamily="34" charset="0"/>
                <a:ea typeface="Gulim" panose="020B0600000101010101" pitchFamily="34" charset="-127"/>
              </a:endParaRPr>
            </a:p>
            <a:p>
              <a:pPr algn="ctr" eaLnBrk="1" hangingPunct="1">
                <a:spcBef>
                  <a:spcPct val="0"/>
                </a:spcBef>
                <a:buClrTx/>
                <a:buSzTx/>
                <a:buFontTx/>
                <a:buNone/>
              </a:pPr>
              <a:r>
                <a:rPr lang="en-US" altLang="ko-KR" sz="1200">
                  <a:latin typeface="Arial" panose="020B0604020202020204" pitchFamily="34" charset="0"/>
                  <a:ea typeface="Gulim" panose="020B0600000101010101" pitchFamily="34" charset="-127"/>
                </a:rPr>
                <a:t>200m – 4Km</a:t>
              </a:r>
            </a:p>
            <a:p>
              <a:pPr algn="ctr" eaLnBrk="1" hangingPunct="1">
                <a:spcBef>
                  <a:spcPct val="0"/>
                </a:spcBef>
                <a:buClrTx/>
                <a:buSzTx/>
                <a:buFontTx/>
                <a:buNone/>
              </a:pPr>
              <a:endParaRPr lang="en-US" altLang="ko-KR" sz="1400">
                <a:latin typeface="Arial" panose="020B0604020202020204" pitchFamily="34" charset="0"/>
                <a:ea typeface="Gulim" panose="020B0600000101010101" pitchFamily="34" charset="-127"/>
              </a:endParaRPr>
            </a:p>
          </p:txBody>
        </p:sp>
        <p:sp>
          <p:nvSpPr>
            <p:cNvPr id="824351" name="Text Box 28">
              <a:extLst>
                <a:ext uri="{FF2B5EF4-FFF2-40B4-BE49-F238E27FC236}">
                  <a16:creationId xmlns:a16="http://schemas.microsoft.com/office/drawing/2014/main" id="{EE85A43F-33A1-42A6-9AD1-C4DA283373CF}"/>
                </a:ext>
              </a:extLst>
            </p:cNvPr>
            <p:cNvSpPr txBox="1">
              <a:spLocks noChangeArrowheads="1"/>
            </p:cNvSpPr>
            <p:nvPr/>
          </p:nvSpPr>
          <p:spPr bwMode="auto">
            <a:xfrm>
              <a:off x="3544" y="3072"/>
              <a:ext cx="680" cy="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ko-KR" sz="1400">
                  <a:latin typeface="Arial" panose="020B0604020202020204" pitchFamily="34" charset="0"/>
                  <a:ea typeface="Gulim" panose="020B0600000101010101" pitchFamily="34" charset="-127"/>
                </a:rPr>
                <a:t>Long range</a:t>
              </a:r>
            </a:p>
            <a:p>
              <a:pPr algn="ctr" eaLnBrk="1" hangingPunct="1">
                <a:spcBef>
                  <a:spcPct val="0"/>
                </a:spcBef>
                <a:buClrTx/>
                <a:buSzTx/>
                <a:buFontTx/>
                <a:buNone/>
              </a:pPr>
              <a:r>
                <a:rPr lang="en-US" altLang="ko-KR" sz="1400">
                  <a:latin typeface="Arial" panose="020B0604020202020204" pitchFamily="34" charset="0"/>
                  <a:ea typeface="Gulim" panose="020B0600000101010101" pitchFamily="34" charset="-127"/>
                </a:rPr>
                <a:t>outdoor</a:t>
              </a:r>
            </a:p>
            <a:p>
              <a:pPr algn="ctr" eaLnBrk="1" hangingPunct="1">
                <a:spcBef>
                  <a:spcPct val="0"/>
                </a:spcBef>
                <a:buClrTx/>
                <a:buSzTx/>
                <a:buFontTx/>
                <a:buNone/>
              </a:pPr>
              <a:endParaRPr lang="en-US" altLang="ko-KR" sz="1400">
                <a:latin typeface="Arial" panose="020B0604020202020204" pitchFamily="34" charset="0"/>
                <a:ea typeface="Gulim" panose="020B0600000101010101" pitchFamily="34" charset="-127"/>
              </a:endParaRPr>
            </a:p>
            <a:p>
              <a:pPr algn="ctr" eaLnBrk="1" hangingPunct="1">
                <a:spcBef>
                  <a:spcPct val="0"/>
                </a:spcBef>
                <a:buClrTx/>
                <a:buSzTx/>
                <a:buFontTx/>
                <a:buNone/>
              </a:pPr>
              <a:r>
                <a:rPr lang="en-US" altLang="ko-KR" sz="1200">
                  <a:latin typeface="Arial" panose="020B0604020202020204" pitchFamily="34" charset="0"/>
                  <a:ea typeface="Gulim" panose="020B0600000101010101" pitchFamily="34" charset="-127"/>
                </a:rPr>
                <a:t>5Km – 20Km</a:t>
              </a:r>
            </a:p>
            <a:p>
              <a:pPr algn="ctr" eaLnBrk="1" hangingPunct="1">
                <a:spcBef>
                  <a:spcPct val="0"/>
                </a:spcBef>
                <a:buClrTx/>
                <a:buSzTx/>
                <a:buFontTx/>
                <a:buNone/>
              </a:pPr>
              <a:endParaRPr lang="en-US" altLang="ko-KR" sz="1400">
                <a:latin typeface="Arial" panose="020B0604020202020204" pitchFamily="34" charset="0"/>
                <a:ea typeface="Gulim" panose="020B0600000101010101" pitchFamily="34" charset="-127"/>
              </a:endParaRPr>
            </a:p>
          </p:txBody>
        </p:sp>
      </p:grpSp>
      <p:sp>
        <p:nvSpPr>
          <p:cNvPr id="824346" name="Rectangle 29">
            <a:extLst>
              <a:ext uri="{FF2B5EF4-FFF2-40B4-BE49-F238E27FC236}">
                <a16:creationId xmlns:a16="http://schemas.microsoft.com/office/drawing/2014/main" id="{CBAD1FD5-6FF0-4C7C-ABE6-D9C865902D28}"/>
              </a:ext>
            </a:extLst>
          </p:cNvPr>
          <p:cNvSpPr>
            <a:spLocks noChangeArrowheads="1"/>
          </p:cNvSpPr>
          <p:nvPr/>
        </p:nvSpPr>
        <p:spPr bwMode="auto">
          <a:xfrm>
            <a:off x="203200" y="1195574"/>
            <a:ext cx="304800" cy="2362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8" name="Rectangle 2">
            <a:extLst>
              <a:ext uri="{FF2B5EF4-FFF2-40B4-BE49-F238E27FC236}">
                <a16:creationId xmlns:a16="http://schemas.microsoft.com/office/drawing/2014/main" id="{E94DCFEA-E631-42A1-AB5C-151C1068B8CE}"/>
              </a:ext>
            </a:extLst>
          </p:cNvPr>
          <p:cNvSpPr>
            <a:spLocks noGrp="1" noChangeArrowheads="1"/>
          </p:cNvSpPr>
          <p:nvPr>
            <p:ph type="title"/>
          </p:nvPr>
        </p:nvSpPr>
        <p:spPr/>
        <p:txBody>
          <a:bodyPr/>
          <a:lstStyle/>
          <a:p>
            <a:r>
              <a:rPr lang="en-US" altLang="ko-KR" sz="3200">
                <a:ea typeface="Gulim" panose="020B0600000101010101" pitchFamily="34" charset="-127"/>
              </a:rPr>
              <a:t>Các thành phần của một mạng không dây</a:t>
            </a:r>
          </a:p>
        </p:txBody>
      </p:sp>
      <p:sp>
        <p:nvSpPr>
          <p:cNvPr id="825349" name="Oval 3">
            <a:extLst>
              <a:ext uri="{FF2B5EF4-FFF2-40B4-BE49-F238E27FC236}">
                <a16:creationId xmlns:a16="http://schemas.microsoft.com/office/drawing/2014/main" id="{6D1BCA5B-D792-4003-A0B8-EA6EF69F5DBA}"/>
              </a:ext>
            </a:extLst>
          </p:cNvPr>
          <p:cNvSpPr>
            <a:spLocks noChangeArrowheads="1"/>
          </p:cNvSpPr>
          <p:nvPr/>
        </p:nvSpPr>
        <p:spPr bwMode="auto">
          <a:xfrm>
            <a:off x="4940300" y="4667250"/>
            <a:ext cx="1755775" cy="1625600"/>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25350" name="Group 4">
            <a:extLst>
              <a:ext uri="{FF2B5EF4-FFF2-40B4-BE49-F238E27FC236}">
                <a16:creationId xmlns:a16="http://schemas.microsoft.com/office/drawing/2014/main" id="{24D93BCA-DF46-4BA3-AAFB-E7A2D51982FC}"/>
              </a:ext>
            </a:extLst>
          </p:cNvPr>
          <p:cNvGrpSpPr>
            <a:grpSpLocks/>
          </p:cNvGrpSpPr>
          <p:nvPr/>
        </p:nvGrpSpPr>
        <p:grpSpPr bwMode="auto">
          <a:xfrm>
            <a:off x="3059113" y="2781300"/>
            <a:ext cx="2362200" cy="1762125"/>
            <a:chOff x="3839" y="1737"/>
            <a:chExt cx="1488" cy="1110"/>
          </a:xfrm>
        </p:grpSpPr>
        <p:sp>
          <p:nvSpPr>
            <p:cNvPr id="825413" name="Freeform 5">
              <a:extLst>
                <a:ext uri="{FF2B5EF4-FFF2-40B4-BE49-F238E27FC236}">
                  <a16:creationId xmlns:a16="http://schemas.microsoft.com/office/drawing/2014/main" id="{2F47C387-783C-4C88-B5EE-29AD21832A9A}"/>
                </a:ext>
              </a:extLst>
            </p:cNvPr>
            <p:cNvSpPr>
              <a:spLocks/>
            </p:cNvSpPr>
            <p:nvPr/>
          </p:nvSpPr>
          <p:spPr bwMode="auto">
            <a:xfrm>
              <a:off x="3839" y="1737"/>
              <a:ext cx="1488" cy="1110"/>
            </a:xfrm>
            <a:custGeom>
              <a:avLst/>
              <a:gdLst>
                <a:gd name="T0" fmla="*/ 1 w 2135"/>
                <a:gd name="T1" fmla="*/ 1 h 1662"/>
                <a:gd name="T2" fmla="*/ 1 w 2135"/>
                <a:gd name="T3" fmla="*/ 1 h 1662"/>
                <a:gd name="T4" fmla="*/ 3 w 2135"/>
                <a:gd name="T5" fmla="*/ 1 h 1662"/>
                <a:gd name="T6" fmla="*/ 6 w 2135"/>
                <a:gd name="T7" fmla="*/ 1 h 1662"/>
                <a:gd name="T8" fmla="*/ 9 w 2135"/>
                <a:gd name="T9" fmla="*/ 1 h 1662"/>
                <a:gd name="T10" fmla="*/ 9 w 2135"/>
                <a:gd name="T11" fmla="*/ 3 h 1662"/>
                <a:gd name="T12" fmla="*/ 7 w 2135"/>
                <a:gd name="T13" fmla="*/ 4 h 1662"/>
                <a:gd name="T14" fmla="*/ 3 w 2135"/>
                <a:gd name="T15" fmla="*/ 3 h 1662"/>
                <a:gd name="T16" fmla="*/ 2 w 2135"/>
                <a:gd name="T17" fmla="*/ 3 h 1662"/>
                <a:gd name="T18" fmla="*/ 1 w 2135"/>
                <a:gd name="T19" fmla="*/ 3 h 1662"/>
                <a:gd name="T20" fmla="*/ 1 w 2135"/>
                <a:gd name="T21" fmla="*/ 1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5414" name="Text Box 6">
              <a:extLst>
                <a:ext uri="{FF2B5EF4-FFF2-40B4-BE49-F238E27FC236}">
                  <a16:creationId xmlns:a16="http://schemas.microsoft.com/office/drawing/2014/main" id="{453519C5-9334-4FE7-9B33-1DAA07AFA4E8}"/>
                </a:ext>
              </a:extLst>
            </p:cNvPr>
            <p:cNvSpPr txBox="1">
              <a:spLocks noChangeArrowheads="1"/>
            </p:cNvSpPr>
            <p:nvPr/>
          </p:nvSpPr>
          <p:spPr bwMode="auto">
            <a:xfrm>
              <a:off x="4075" y="1947"/>
              <a:ext cx="109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ko-KR" sz="1800">
                  <a:ea typeface="Gulim" panose="020B0600000101010101" pitchFamily="34" charset="-127"/>
                </a:rPr>
                <a:t>network </a:t>
              </a:r>
            </a:p>
            <a:p>
              <a:pPr algn="ctr" eaLnBrk="1" hangingPunct="1">
                <a:spcBef>
                  <a:spcPct val="0"/>
                </a:spcBef>
                <a:buClrTx/>
                <a:buSzTx/>
                <a:buFontTx/>
                <a:buNone/>
              </a:pPr>
              <a:r>
                <a:rPr lang="en-US" altLang="ko-KR" sz="1800">
                  <a:ea typeface="Gulim" panose="020B0600000101010101" pitchFamily="34" charset="-127"/>
                </a:rPr>
                <a:t>infrastructure</a:t>
              </a:r>
            </a:p>
          </p:txBody>
        </p:sp>
      </p:grpSp>
      <p:pic>
        <p:nvPicPr>
          <p:cNvPr id="825351" name="Picture 7" descr="31u_bnrz[1]">
            <a:extLst>
              <a:ext uri="{FF2B5EF4-FFF2-40B4-BE49-F238E27FC236}">
                <a16:creationId xmlns:a16="http://schemas.microsoft.com/office/drawing/2014/main" id="{FC73B8B4-0B06-4370-918E-69D66561C9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5325" y="5245100"/>
            <a:ext cx="214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5352" name="Group 8">
            <a:extLst>
              <a:ext uri="{FF2B5EF4-FFF2-40B4-BE49-F238E27FC236}">
                <a16:creationId xmlns:a16="http://schemas.microsoft.com/office/drawing/2014/main" id="{2DEBB1FF-64F2-435D-BD5E-F3CDCEC23ACA}"/>
              </a:ext>
            </a:extLst>
          </p:cNvPr>
          <p:cNvGrpSpPr>
            <a:grpSpLocks/>
          </p:cNvGrpSpPr>
          <p:nvPr/>
        </p:nvGrpSpPr>
        <p:grpSpPr bwMode="auto">
          <a:xfrm>
            <a:off x="1147763" y="1709738"/>
            <a:ext cx="1755775" cy="1625600"/>
            <a:chOff x="567" y="1326"/>
            <a:chExt cx="1106" cy="1024"/>
          </a:xfrm>
        </p:grpSpPr>
        <p:sp>
          <p:nvSpPr>
            <p:cNvPr id="825402" name="Oval 9">
              <a:extLst>
                <a:ext uri="{FF2B5EF4-FFF2-40B4-BE49-F238E27FC236}">
                  <a16:creationId xmlns:a16="http://schemas.microsoft.com/office/drawing/2014/main" id="{8342D426-144A-453A-B216-9EB2E0A30895}"/>
                </a:ext>
              </a:extLst>
            </p:cNvPr>
            <p:cNvSpPr>
              <a:spLocks noChangeArrowheads="1"/>
            </p:cNvSpPr>
            <p:nvPr/>
          </p:nvSpPr>
          <p:spPr bwMode="auto">
            <a:xfrm>
              <a:off x="567" y="1326"/>
              <a:ext cx="1106" cy="1024"/>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825403" name="Picture 10" descr="31u_bnrz[1]">
              <a:extLst>
                <a:ext uri="{FF2B5EF4-FFF2-40B4-BE49-F238E27FC236}">
                  <a16:creationId xmlns:a16="http://schemas.microsoft.com/office/drawing/2014/main" id="{8A80CE7F-9C4E-4207-88F4-7ACBAB02EF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1035" y="1785"/>
              <a:ext cx="21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5404" name="Group 11">
              <a:extLst>
                <a:ext uri="{FF2B5EF4-FFF2-40B4-BE49-F238E27FC236}">
                  <a16:creationId xmlns:a16="http://schemas.microsoft.com/office/drawing/2014/main" id="{E5AB07EB-D9B9-4FBF-B7B4-534FEFC7B3A8}"/>
                </a:ext>
              </a:extLst>
            </p:cNvPr>
            <p:cNvGrpSpPr>
              <a:grpSpLocks/>
            </p:cNvGrpSpPr>
            <p:nvPr/>
          </p:nvGrpSpPr>
          <p:grpSpPr bwMode="auto">
            <a:xfrm>
              <a:off x="1221" y="1447"/>
              <a:ext cx="252" cy="288"/>
              <a:chOff x="2870" y="1518"/>
              <a:chExt cx="292" cy="320"/>
            </a:xfrm>
          </p:grpSpPr>
          <p:graphicFrame>
            <p:nvGraphicFramePr>
              <p:cNvPr id="825411" name="Object 12">
                <a:extLst>
                  <a:ext uri="{FF2B5EF4-FFF2-40B4-BE49-F238E27FC236}">
                    <a16:creationId xmlns:a16="http://schemas.microsoft.com/office/drawing/2014/main" id="{F2630BB7-548A-42C7-8005-5CA0192907F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49" name="Clip" r:id="rId5" imgW="826829" imgH="840406" progId="MS_ClipArt_Gallery.2">
                      <p:embed/>
                    </p:oleObj>
                  </mc:Choice>
                  <mc:Fallback>
                    <p:oleObj name="Clip" r:id="rId5" imgW="826829" imgH="840406" progId="MS_ClipArt_Gallery.2">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412" name="Object 13">
                <a:extLst>
                  <a:ext uri="{FF2B5EF4-FFF2-40B4-BE49-F238E27FC236}">
                    <a16:creationId xmlns:a16="http://schemas.microsoft.com/office/drawing/2014/main" id="{ACBF0FAD-3DBD-452E-A95A-74D9DA9090F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50" name="Clip" r:id="rId7" imgW="1268295" imgH="1199426" progId="MS_ClipArt_Gallery.2">
                      <p:embed/>
                    </p:oleObj>
                  </mc:Choice>
                  <mc:Fallback>
                    <p:oleObj name="Clip" r:id="rId7" imgW="1268295" imgH="1199426" progId="MS_ClipArt_Gallery.2">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5405" name="Group 14">
              <a:extLst>
                <a:ext uri="{FF2B5EF4-FFF2-40B4-BE49-F238E27FC236}">
                  <a16:creationId xmlns:a16="http://schemas.microsoft.com/office/drawing/2014/main" id="{85F93467-164C-4627-997C-C5FF14447660}"/>
                </a:ext>
              </a:extLst>
            </p:cNvPr>
            <p:cNvGrpSpPr>
              <a:grpSpLocks/>
            </p:cNvGrpSpPr>
            <p:nvPr/>
          </p:nvGrpSpPr>
          <p:grpSpPr bwMode="auto">
            <a:xfrm>
              <a:off x="869" y="1379"/>
              <a:ext cx="252" cy="288"/>
              <a:chOff x="2870" y="1518"/>
              <a:chExt cx="292" cy="320"/>
            </a:xfrm>
          </p:grpSpPr>
          <p:graphicFrame>
            <p:nvGraphicFramePr>
              <p:cNvPr id="825409" name="Object 15">
                <a:extLst>
                  <a:ext uri="{FF2B5EF4-FFF2-40B4-BE49-F238E27FC236}">
                    <a16:creationId xmlns:a16="http://schemas.microsoft.com/office/drawing/2014/main" id="{9AB05AC8-71AE-4912-BBC1-27450B2F6F2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51" name="Clip" r:id="rId9" imgW="826829" imgH="840406" progId="MS_ClipArt_Gallery.2">
                      <p:embed/>
                    </p:oleObj>
                  </mc:Choice>
                  <mc:Fallback>
                    <p:oleObj name="Clip" r:id="rId9" imgW="826829" imgH="840406" progId="MS_ClipArt_Gallery.2">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410" name="Object 16">
                <a:extLst>
                  <a:ext uri="{FF2B5EF4-FFF2-40B4-BE49-F238E27FC236}">
                    <a16:creationId xmlns:a16="http://schemas.microsoft.com/office/drawing/2014/main" id="{4DC91F0F-5392-4822-9C7B-E76713020C3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52" name="Clip" r:id="rId10" imgW="1268295" imgH="1199426" progId="MS_ClipArt_Gallery.2">
                      <p:embed/>
                    </p:oleObj>
                  </mc:Choice>
                  <mc:Fallback>
                    <p:oleObj name="Clip" r:id="rId10" imgW="1268295" imgH="1199426" progId="MS_ClipArt_Gallery.2">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5406" name="Group 17">
              <a:extLst>
                <a:ext uri="{FF2B5EF4-FFF2-40B4-BE49-F238E27FC236}">
                  <a16:creationId xmlns:a16="http://schemas.microsoft.com/office/drawing/2014/main" id="{27A12860-DC35-46AD-8B4C-3A915A1838E1}"/>
                </a:ext>
              </a:extLst>
            </p:cNvPr>
            <p:cNvGrpSpPr>
              <a:grpSpLocks/>
            </p:cNvGrpSpPr>
            <p:nvPr/>
          </p:nvGrpSpPr>
          <p:grpSpPr bwMode="auto">
            <a:xfrm>
              <a:off x="727" y="1878"/>
              <a:ext cx="252" cy="288"/>
              <a:chOff x="2870" y="1518"/>
              <a:chExt cx="292" cy="320"/>
            </a:xfrm>
          </p:grpSpPr>
          <p:graphicFrame>
            <p:nvGraphicFramePr>
              <p:cNvPr id="825407" name="Object 18">
                <a:extLst>
                  <a:ext uri="{FF2B5EF4-FFF2-40B4-BE49-F238E27FC236}">
                    <a16:creationId xmlns:a16="http://schemas.microsoft.com/office/drawing/2014/main" id="{95EA7EA9-F810-470C-B556-2241683AEF5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53" name="Clip" r:id="rId11" imgW="826829" imgH="840406" progId="MS_ClipArt_Gallery.2">
                      <p:embed/>
                    </p:oleObj>
                  </mc:Choice>
                  <mc:Fallback>
                    <p:oleObj name="Clip" r:id="rId11" imgW="826829" imgH="840406" progId="MS_ClipArt_Gallery.2">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408" name="Object 19">
                <a:extLst>
                  <a:ext uri="{FF2B5EF4-FFF2-40B4-BE49-F238E27FC236}">
                    <a16:creationId xmlns:a16="http://schemas.microsoft.com/office/drawing/2014/main" id="{8DE5BFFA-8AC0-42F0-8D4E-2214A059835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54" name="Clip" r:id="rId12" imgW="1268295" imgH="1199426" progId="MS_ClipArt_Gallery.2">
                      <p:embed/>
                    </p:oleObj>
                  </mc:Choice>
                  <mc:Fallback>
                    <p:oleObj name="Clip" r:id="rId12" imgW="1268295" imgH="1199426" progId="MS_ClipArt_Gallery.2">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825353" name="Line 20">
            <a:extLst>
              <a:ext uri="{FF2B5EF4-FFF2-40B4-BE49-F238E27FC236}">
                <a16:creationId xmlns:a16="http://schemas.microsoft.com/office/drawing/2014/main" id="{F9DB3D12-BBDF-46A7-9760-F2FA45C13F35}"/>
              </a:ext>
            </a:extLst>
          </p:cNvPr>
          <p:cNvSpPr>
            <a:spLocks noChangeShapeType="1"/>
          </p:cNvSpPr>
          <p:nvPr/>
        </p:nvSpPr>
        <p:spPr bwMode="auto">
          <a:xfrm>
            <a:off x="2176463" y="2711450"/>
            <a:ext cx="900112" cy="392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5354" name="Oval 21">
            <a:extLst>
              <a:ext uri="{FF2B5EF4-FFF2-40B4-BE49-F238E27FC236}">
                <a16:creationId xmlns:a16="http://schemas.microsoft.com/office/drawing/2014/main" id="{8726713A-F974-4857-A132-373A80563E2A}"/>
              </a:ext>
            </a:extLst>
          </p:cNvPr>
          <p:cNvSpPr>
            <a:spLocks noChangeArrowheads="1"/>
          </p:cNvSpPr>
          <p:nvPr/>
        </p:nvSpPr>
        <p:spPr bwMode="auto">
          <a:xfrm>
            <a:off x="1243013" y="3632200"/>
            <a:ext cx="1755775" cy="1625600"/>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825355" name="Picture 22" descr="31u_bnrz[1]">
            <a:extLst>
              <a:ext uri="{FF2B5EF4-FFF2-40B4-BE49-F238E27FC236}">
                <a16:creationId xmlns:a16="http://schemas.microsoft.com/office/drawing/2014/main" id="{66049A3F-CAA5-4431-97AC-A27619DB28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6288" y="4300538"/>
            <a:ext cx="2143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5356" name="Group 23">
            <a:extLst>
              <a:ext uri="{FF2B5EF4-FFF2-40B4-BE49-F238E27FC236}">
                <a16:creationId xmlns:a16="http://schemas.microsoft.com/office/drawing/2014/main" id="{A7F804CC-59DC-4E11-973A-504120476E4D}"/>
              </a:ext>
            </a:extLst>
          </p:cNvPr>
          <p:cNvGrpSpPr>
            <a:grpSpLocks/>
          </p:cNvGrpSpPr>
          <p:nvPr/>
        </p:nvGrpSpPr>
        <p:grpSpPr bwMode="auto">
          <a:xfrm>
            <a:off x="2033588" y="4651375"/>
            <a:ext cx="400050" cy="457200"/>
            <a:chOff x="2870" y="1518"/>
            <a:chExt cx="292" cy="320"/>
          </a:xfrm>
        </p:grpSpPr>
        <p:graphicFrame>
          <p:nvGraphicFramePr>
            <p:cNvPr id="825400" name="Object 24">
              <a:extLst>
                <a:ext uri="{FF2B5EF4-FFF2-40B4-BE49-F238E27FC236}">
                  <a16:creationId xmlns:a16="http://schemas.microsoft.com/office/drawing/2014/main" id="{6B3E932D-E219-46A5-AFCC-7A980F189CA7}"/>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55" name="Clip" r:id="rId13" imgW="826829" imgH="840406" progId="MS_ClipArt_Gallery.2">
                    <p:embed/>
                  </p:oleObj>
                </mc:Choice>
                <mc:Fallback>
                  <p:oleObj name="Clip" r:id="rId13" imgW="826829" imgH="840406" progId="MS_ClipArt_Gallery.2">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401" name="Object 25">
              <a:extLst>
                <a:ext uri="{FF2B5EF4-FFF2-40B4-BE49-F238E27FC236}">
                  <a16:creationId xmlns:a16="http://schemas.microsoft.com/office/drawing/2014/main" id="{36FDA10C-E0E4-4418-A9CE-AEB6CEAD131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56" name="Clip" r:id="rId14" imgW="1268295" imgH="1199426" progId="MS_ClipArt_Gallery.2">
                    <p:embed/>
                  </p:oleObj>
                </mc:Choice>
                <mc:Fallback>
                  <p:oleObj name="Clip" r:id="rId14" imgW="1268295" imgH="1199426" progId="MS_ClipArt_Gallery.2">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5357" name="Group 26">
            <a:extLst>
              <a:ext uri="{FF2B5EF4-FFF2-40B4-BE49-F238E27FC236}">
                <a16:creationId xmlns:a16="http://schemas.microsoft.com/office/drawing/2014/main" id="{2A034D41-653E-4B3B-9C32-D6EAFA9E35C3}"/>
              </a:ext>
            </a:extLst>
          </p:cNvPr>
          <p:cNvGrpSpPr>
            <a:grpSpLocks/>
          </p:cNvGrpSpPr>
          <p:nvPr/>
        </p:nvGrpSpPr>
        <p:grpSpPr bwMode="auto">
          <a:xfrm>
            <a:off x="1882775" y="3702050"/>
            <a:ext cx="400050" cy="457200"/>
            <a:chOff x="2870" y="1518"/>
            <a:chExt cx="292" cy="320"/>
          </a:xfrm>
        </p:grpSpPr>
        <p:graphicFrame>
          <p:nvGraphicFramePr>
            <p:cNvPr id="825398" name="Object 27">
              <a:extLst>
                <a:ext uri="{FF2B5EF4-FFF2-40B4-BE49-F238E27FC236}">
                  <a16:creationId xmlns:a16="http://schemas.microsoft.com/office/drawing/2014/main" id="{AE4065AA-47B1-4320-A76A-1CB6F62D325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57" name="Clip" r:id="rId15" imgW="826829" imgH="840406" progId="MS_ClipArt_Gallery.2">
                    <p:embed/>
                  </p:oleObj>
                </mc:Choice>
                <mc:Fallback>
                  <p:oleObj name="Clip" r:id="rId15" imgW="826829" imgH="840406" progId="MS_ClipArt_Gallery.2">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99" name="Object 28">
              <a:extLst>
                <a:ext uri="{FF2B5EF4-FFF2-40B4-BE49-F238E27FC236}">
                  <a16:creationId xmlns:a16="http://schemas.microsoft.com/office/drawing/2014/main" id="{071185DB-523D-482E-B948-C65435259CD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58" name="Clip" r:id="rId16" imgW="1268295" imgH="1199426" progId="MS_ClipArt_Gallery.2">
                    <p:embed/>
                  </p:oleObj>
                </mc:Choice>
                <mc:Fallback>
                  <p:oleObj name="Clip" r:id="rId16" imgW="1268295" imgH="1199426" progId="MS_ClipArt_Gallery.2">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5358" name="Group 29">
            <a:extLst>
              <a:ext uri="{FF2B5EF4-FFF2-40B4-BE49-F238E27FC236}">
                <a16:creationId xmlns:a16="http://schemas.microsoft.com/office/drawing/2014/main" id="{B7435790-CB1B-4B3F-8379-CD3C265D7F76}"/>
              </a:ext>
            </a:extLst>
          </p:cNvPr>
          <p:cNvGrpSpPr>
            <a:grpSpLocks/>
          </p:cNvGrpSpPr>
          <p:nvPr/>
        </p:nvGrpSpPr>
        <p:grpSpPr bwMode="auto">
          <a:xfrm>
            <a:off x="1497013" y="4508500"/>
            <a:ext cx="400050" cy="457200"/>
            <a:chOff x="2870" y="1518"/>
            <a:chExt cx="292" cy="320"/>
          </a:xfrm>
        </p:grpSpPr>
        <p:graphicFrame>
          <p:nvGraphicFramePr>
            <p:cNvPr id="825396" name="Object 30">
              <a:extLst>
                <a:ext uri="{FF2B5EF4-FFF2-40B4-BE49-F238E27FC236}">
                  <a16:creationId xmlns:a16="http://schemas.microsoft.com/office/drawing/2014/main" id="{20F5BF23-9796-45E1-8623-20C34A1BCCB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59" name="Clip" r:id="rId17" imgW="826829" imgH="840406" progId="MS_ClipArt_Gallery.2">
                    <p:embed/>
                  </p:oleObj>
                </mc:Choice>
                <mc:Fallback>
                  <p:oleObj name="Clip" r:id="rId17" imgW="826829" imgH="840406" progId="MS_ClipArt_Gallery.2">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97" name="Object 31">
              <a:extLst>
                <a:ext uri="{FF2B5EF4-FFF2-40B4-BE49-F238E27FC236}">
                  <a16:creationId xmlns:a16="http://schemas.microsoft.com/office/drawing/2014/main" id="{F2E72512-0C06-4B51-8E85-759A7FDC4D8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60" name="Clip" r:id="rId18" imgW="1268295" imgH="1199426" progId="MS_ClipArt_Gallery.2">
                    <p:embed/>
                  </p:oleObj>
                </mc:Choice>
                <mc:Fallback>
                  <p:oleObj name="Clip" r:id="rId18" imgW="1268295" imgH="1199426" progId="MS_ClipArt_Gallery.2">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25359" name="Line 32">
            <a:extLst>
              <a:ext uri="{FF2B5EF4-FFF2-40B4-BE49-F238E27FC236}">
                <a16:creationId xmlns:a16="http://schemas.microsoft.com/office/drawing/2014/main" id="{0CE27FE9-14BC-4828-9219-E11455711A16}"/>
              </a:ext>
            </a:extLst>
          </p:cNvPr>
          <p:cNvSpPr>
            <a:spLocks noChangeShapeType="1"/>
          </p:cNvSpPr>
          <p:nvPr/>
        </p:nvSpPr>
        <p:spPr bwMode="auto">
          <a:xfrm flipV="1">
            <a:off x="2197100" y="3721100"/>
            <a:ext cx="974725" cy="725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25360" name="Group 33">
            <a:extLst>
              <a:ext uri="{FF2B5EF4-FFF2-40B4-BE49-F238E27FC236}">
                <a16:creationId xmlns:a16="http://schemas.microsoft.com/office/drawing/2014/main" id="{69152EF6-7475-4A57-B65E-D3202EA4652D}"/>
              </a:ext>
            </a:extLst>
          </p:cNvPr>
          <p:cNvGrpSpPr>
            <a:grpSpLocks/>
          </p:cNvGrpSpPr>
          <p:nvPr/>
        </p:nvGrpSpPr>
        <p:grpSpPr bwMode="auto">
          <a:xfrm>
            <a:off x="1373188" y="3960813"/>
            <a:ext cx="400050" cy="457200"/>
            <a:chOff x="2870" y="1518"/>
            <a:chExt cx="292" cy="320"/>
          </a:xfrm>
        </p:grpSpPr>
        <p:graphicFrame>
          <p:nvGraphicFramePr>
            <p:cNvPr id="825394" name="Object 34">
              <a:extLst>
                <a:ext uri="{FF2B5EF4-FFF2-40B4-BE49-F238E27FC236}">
                  <a16:creationId xmlns:a16="http://schemas.microsoft.com/office/drawing/2014/main" id="{C237AD1A-B446-4C3C-80EF-0C284E02206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61" name="Clip" r:id="rId19" imgW="826829" imgH="840406" progId="MS_ClipArt_Gallery.2">
                    <p:embed/>
                  </p:oleObj>
                </mc:Choice>
                <mc:Fallback>
                  <p:oleObj name="Clip" r:id="rId19" imgW="826829" imgH="840406" progId="MS_ClipArt_Gallery.2">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95" name="Object 35">
              <a:extLst>
                <a:ext uri="{FF2B5EF4-FFF2-40B4-BE49-F238E27FC236}">
                  <a16:creationId xmlns:a16="http://schemas.microsoft.com/office/drawing/2014/main" id="{DBE1C08F-E620-4C44-8BBA-000CFA50C5B1}"/>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62" name="Clip" r:id="rId20" imgW="1268295" imgH="1199426" progId="MS_ClipArt_Gallery.2">
                    <p:embed/>
                  </p:oleObj>
                </mc:Choice>
                <mc:Fallback>
                  <p:oleObj name="Clip" r:id="rId20" imgW="1268295" imgH="1199426" progId="MS_ClipArt_Gallery.2">
                    <p:embed/>
                    <p:pic>
                      <p:nvPicPr>
                        <p:cNvPr id="0"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25361" name="Oval 36">
            <a:extLst>
              <a:ext uri="{FF2B5EF4-FFF2-40B4-BE49-F238E27FC236}">
                <a16:creationId xmlns:a16="http://schemas.microsoft.com/office/drawing/2014/main" id="{2504A2C7-F482-4C0B-9D0C-ADA7124B51C2}"/>
              </a:ext>
            </a:extLst>
          </p:cNvPr>
          <p:cNvSpPr>
            <a:spLocks noChangeArrowheads="1"/>
          </p:cNvSpPr>
          <p:nvPr/>
        </p:nvSpPr>
        <p:spPr bwMode="auto">
          <a:xfrm>
            <a:off x="3630613" y="4583113"/>
            <a:ext cx="1755775" cy="1625600"/>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825362" name="Picture 37" descr="31u_bnrz[1]">
            <a:extLst>
              <a:ext uri="{FF2B5EF4-FFF2-40B4-BE49-F238E27FC236}">
                <a16:creationId xmlns:a16="http://schemas.microsoft.com/office/drawing/2014/main" id="{0D416DED-A4FE-44FC-85E8-C4B15862B9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3888" y="5265738"/>
            <a:ext cx="2143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5363" name="Group 38">
            <a:extLst>
              <a:ext uri="{FF2B5EF4-FFF2-40B4-BE49-F238E27FC236}">
                <a16:creationId xmlns:a16="http://schemas.microsoft.com/office/drawing/2014/main" id="{F811A0FC-03B3-4E5D-90E1-AE13C4448F9B}"/>
              </a:ext>
            </a:extLst>
          </p:cNvPr>
          <p:cNvGrpSpPr>
            <a:grpSpLocks/>
          </p:cNvGrpSpPr>
          <p:nvPr/>
        </p:nvGrpSpPr>
        <p:grpSpPr bwMode="auto">
          <a:xfrm>
            <a:off x="4421188" y="5616575"/>
            <a:ext cx="400050" cy="457200"/>
            <a:chOff x="2870" y="1518"/>
            <a:chExt cx="292" cy="320"/>
          </a:xfrm>
        </p:grpSpPr>
        <p:graphicFrame>
          <p:nvGraphicFramePr>
            <p:cNvPr id="825392" name="Object 39">
              <a:extLst>
                <a:ext uri="{FF2B5EF4-FFF2-40B4-BE49-F238E27FC236}">
                  <a16:creationId xmlns:a16="http://schemas.microsoft.com/office/drawing/2014/main" id="{F4D79496-DB43-4183-91EC-7C1E916F642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63" name="Clip" r:id="rId21" imgW="826829" imgH="840406" progId="MS_ClipArt_Gallery.2">
                    <p:embed/>
                  </p:oleObj>
                </mc:Choice>
                <mc:Fallback>
                  <p:oleObj name="Clip" r:id="rId21" imgW="826829" imgH="840406" progId="MS_ClipArt_Gallery.2">
                    <p:embed/>
                    <p:pic>
                      <p:nvPicPr>
                        <p:cNvPr id="0"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93" name="Object 40">
              <a:extLst>
                <a:ext uri="{FF2B5EF4-FFF2-40B4-BE49-F238E27FC236}">
                  <a16:creationId xmlns:a16="http://schemas.microsoft.com/office/drawing/2014/main" id="{88706781-8FC4-4066-9E59-EBEACF72B902}"/>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64" name="Clip" r:id="rId22" imgW="1268295" imgH="1199426" progId="MS_ClipArt_Gallery.2">
                    <p:embed/>
                  </p:oleObj>
                </mc:Choice>
                <mc:Fallback>
                  <p:oleObj name="Clip" r:id="rId22" imgW="1268295" imgH="1199426" progId="MS_ClipArt_Gallery.2">
                    <p:embed/>
                    <p:pic>
                      <p:nvPicPr>
                        <p:cNvPr id="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5364" name="Group 41">
            <a:extLst>
              <a:ext uri="{FF2B5EF4-FFF2-40B4-BE49-F238E27FC236}">
                <a16:creationId xmlns:a16="http://schemas.microsoft.com/office/drawing/2014/main" id="{9C0CDEF8-05F0-469D-895F-B6DE8B908AE8}"/>
              </a:ext>
            </a:extLst>
          </p:cNvPr>
          <p:cNvGrpSpPr>
            <a:grpSpLocks/>
          </p:cNvGrpSpPr>
          <p:nvPr/>
        </p:nvGrpSpPr>
        <p:grpSpPr bwMode="auto">
          <a:xfrm>
            <a:off x="4622800" y="4672013"/>
            <a:ext cx="400050" cy="457200"/>
            <a:chOff x="2870" y="1518"/>
            <a:chExt cx="292" cy="320"/>
          </a:xfrm>
        </p:grpSpPr>
        <p:graphicFrame>
          <p:nvGraphicFramePr>
            <p:cNvPr id="825390" name="Object 42">
              <a:extLst>
                <a:ext uri="{FF2B5EF4-FFF2-40B4-BE49-F238E27FC236}">
                  <a16:creationId xmlns:a16="http://schemas.microsoft.com/office/drawing/2014/main" id="{B7F3E12F-4CF3-411F-B61A-C2D925F05C3C}"/>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65" name="Clip" r:id="rId23" imgW="826829" imgH="840406" progId="MS_ClipArt_Gallery.2">
                    <p:embed/>
                  </p:oleObj>
                </mc:Choice>
                <mc:Fallback>
                  <p:oleObj name="Clip" r:id="rId23" imgW="826829" imgH="840406" progId="MS_ClipArt_Gallery.2">
                    <p:embed/>
                    <p:pic>
                      <p:nvPicPr>
                        <p:cNvPr id="0"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91" name="Object 43">
              <a:extLst>
                <a:ext uri="{FF2B5EF4-FFF2-40B4-BE49-F238E27FC236}">
                  <a16:creationId xmlns:a16="http://schemas.microsoft.com/office/drawing/2014/main" id="{FA6890D7-B254-4C34-9E32-7291BD25327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66" name="Clip" r:id="rId24" imgW="1268295" imgH="1199426" progId="MS_ClipArt_Gallery.2">
                    <p:embed/>
                  </p:oleObj>
                </mc:Choice>
                <mc:Fallback>
                  <p:oleObj name="Clip" r:id="rId24" imgW="1268295" imgH="1199426" progId="MS_ClipArt_Gallery.2">
                    <p:embed/>
                    <p:pic>
                      <p:nvPicPr>
                        <p:cNvPr id="0" name="Object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5365" name="Group 44">
            <a:extLst>
              <a:ext uri="{FF2B5EF4-FFF2-40B4-BE49-F238E27FC236}">
                <a16:creationId xmlns:a16="http://schemas.microsoft.com/office/drawing/2014/main" id="{AEE9FFE7-FD97-4EC0-BF9F-06FFD35AA336}"/>
              </a:ext>
            </a:extLst>
          </p:cNvPr>
          <p:cNvGrpSpPr>
            <a:grpSpLocks/>
          </p:cNvGrpSpPr>
          <p:nvPr/>
        </p:nvGrpSpPr>
        <p:grpSpPr bwMode="auto">
          <a:xfrm>
            <a:off x="3884613" y="5473700"/>
            <a:ext cx="400050" cy="457200"/>
            <a:chOff x="2870" y="1518"/>
            <a:chExt cx="292" cy="320"/>
          </a:xfrm>
        </p:grpSpPr>
        <p:graphicFrame>
          <p:nvGraphicFramePr>
            <p:cNvPr id="825388" name="Object 45">
              <a:extLst>
                <a:ext uri="{FF2B5EF4-FFF2-40B4-BE49-F238E27FC236}">
                  <a16:creationId xmlns:a16="http://schemas.microsoft.com/office/drawing/2014/main" id="{BBEE8B9D-045D-41E4-A922-B2651499BC47}"/>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67" name="Clip" r:id="rId25" imgW="826829" imgH="840406" progId="MS_ClipArt_Gallery.2">
                    <p:embed/>
                  </p:oleObj>
                </mc:Choice>
                <mc:Fallback>
                  <p:oleObj name="Clip" r:id="rId25" imgW="826829" imgH="840406" progId="MS_ClipArt_Gallery.2">
                    <p:embed/>
                    <p:pic>
                      <p:nvPicPr>
                        <p:cNvPr id="0" name="Object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89" name="Object 46">
              <a:extLst>
                <a:ext uri="{FF2B5EF4-FFF2-40B4-BE49-F238E27FC236}">
                  <a16:creationId xmlns:a16="http://schemas.microsoft.com/office/drawing/2014/main" id="{A2FE9F94-5412-48B3-B066-875CF7F0ECD6}"/>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68" name="Clip" r:id="rId26" imgW="1268295" imgH="1199426" progId="MS_ClipArt_Gallery.2">
                    <p:embed/>
                  </p:oleObj>
                </mc:Choice>
                <mc:Fallback>
                  <p:oleObj name="Clip" r:id="rId26" imgW="1268295" imgH="1199426" progId="MS_ClipArt_Gallery.2">
                    <p:embed/>
                    <p:pic>
                      <p:nvPicPr>
                        <p:cNvPr id="0" name="Object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5366" name="Group 47">
            <a:extLst>
              <a:ext uri="{FF2B5EF4-FFF2-40B4-BE49-F238E27FC236}">
                <a16:creationId xmlns:a16="http://schemas.microsoft.com/office/drawing/2014/main" id="{DE94E98F-0DF1-48B8-9AE5-CBF86A67A628}"/>
              </a:ext>
            </a:extLst>
          </p:cNvPr>
          <p:cNvGrpSpPr>
            <a:grpSpLocks/>
          </p:cNvGrpSpPr>
          <p:nvPr/>
        </p:nvGrpSpPr>
        <p:grpSpPr bwMode="auto">
          <a:xfrm>
            <a:off x="3760788" y="4926013"/>
            <a:ext cx="400050" cy="457200"/>
            <a:chOff x="2870" y="1518"/>
            <a:chExt cx="292" cy="320"/>
          </a:xfrm>
        </p:grpSpPr>
        <p:graphicFrame>
          <p:nvGraphicFramePr>
            <p:cNvPr id="825386" name="Object 48">
              <a:extLst>
                <a:ext uri="{FF2B5EF4-FFF2-40B4-BE49-F238E27FC236}">
                  <a16:creationId xmlns:a16="http://schemas.microsoft.com/office/drawing/2014/main" id="{6CEC99C1-46CA-433A-B57E-1C9CC4E8836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69" name="Clip" r:id="rId27" imgW="826829" imgH="840406" progId="MS_ClipArt_Gallery.2">
                    <p:embed/>
                  </p:oleObj>
                </mc:Choice>
                <mc:Fallback>
                  <p:oleObj name="Clip" r:id="rId27" imgW="826829" imgH="840406" progId="MS_ClipArt_Gallery.2">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87" name="Object 49">
              <a:extLst>
                <a:ext uri="{FF2B5EF4-FFF2-40B4-BE49-F238E27FC236}">
                  <a16:creationId xmlns:a16="http://schemas.microsoft.com/office/drawing/2014/main" id="{D4930457-8FC0-4960-AB6F-88D694A53921}"/>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70" name="Clip" r:id="rId28" imgW="1268295" imgH="1199426" progId="MS_ClipArt_Gallery.2">
                    <p:embed/>
                  </p:oleObj>
                </mc:Choice>
                <mc:Fallback>
                  <p:oleObj name="Clip" r:id="rId28" imgW="1268295" imgH="1199426" progId="MS_ClipArt_Gallery.2">
                    <p:embed/>
                    <p:pic>
                      <p:nvPicPr>
                        <p:cNvPr id="0" name="Object 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5367" name="Group 50">
            <a:extLst>
              <a:ext uri="{FF2B5EF4-FFF2-40B4-BE49-F238E27FC236}">
                <a16:creationId xmlns:a16="http://schemas.microsoft.com/office/drawing/2014/main" id="{5F77FBC0-1668-448D-B0A1-9EC058A0BD1A}"/>
              </a:ext>
            </a:extLst>
          </p:cNvPr>
          <p:cNvGrpSpPr>
            <a:grpSpLocks/>
          </p:cNvGrpSpPr>
          <p:nvPr/>
        </p:nvGrpSpPr>
        <p:grpSpPr bwMode="auto">
          <a:xfrm>
            <a:off x="5837238" y="5697538"/>
            <a:ext cx="400050" cy="457200"/>
            <a:chOff x="2870" y="1518"/>
            <a:chExt cx="292" cy="320"/>
          </a:xfrm>
        </p:grpSpPr>
        <p:graphicFrame>
          <p:nvGraphicFramePr>
            <p:cNvPr id="825384" name="Object 51">
              <a:extLst>
                <a:ext uri="{FF2B5EF4-FFF2-40B4-BE49-F238E27FC236}">
                  <a16:creationId xmlns:a16="http://schemas.microsoft.com/office/drawing/2014/main" id="{5E3ADAC0-B981-4770-94A7-6DDBD32CAC69}"/>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71" name="Clip" r:id="rId29" imgW="826829" imgH="840406" progId="MS_ClipArt_Gallery.2">
                    <p:embed/>
                  </p:oleObj>
                </mc:Choice>
                <mc:Fallback>
                  <p:oleObj name="Clip" r:id="rId29" imgW="826829" imgH="840406" progId="MS_ClipArt_Gallery.2">
                    <p:embed/>
                    <p:pic>
                      <p:nvPicPr>
                        <p:cNvPr id="0" name="Object 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85" name="Object 52">
              <a:extLst>
                <a:ext uri="{FF2B5EF4-FFF2-40B4-BE49-F238E27FC236}">
                  <a16:creationId xmlns:a16="http://schemas.microsoft.com/office/drawing/2014/main" id="{50729EBB-15E2-48DB-B37D-BE66FB0F57C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72" name="Clip" r:id="rId30" imgW="1268295" imgH="1199426" progId="MS_ClipArt_Gallery.2">
                    <p:embed/>
                  </p:oleObj>
                </mc:Choice>
                <mc:Fallback>
                  <p:oleObj name="Clip" r:id="rId30" imgW="1268295" imgH="1199426" progId="MS_ClipArt_Gallery.2">
                    <p:embed/>
                    <p:pic>
                      <p:nvPicPr>
                        <p:cNvPr id="0" name="Object 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5368" name="Group 53">
            <a:extLst>
              <a:ext uri="{FF2B5EF4-FFF2-40B4-BE49-F238E27FC236}">
                <a16:creationId xmlns:a16="http://schemas.microsoft.com/office/drawing/2014/main" id="{9FA1EAD3-D822-46D8-A361-7053584F13BA}"/>
              </a:ext>
            </a:extLst>
          </p:cNvPr>
          <p:cNvGrpSpPr>
            <a:grpSpLocks/>
          </p:cNvGrpSpPr>
          <p:nvPr/>
        </p:nvGrpSpPr>
        <p:grpSpPr bwMode="auto">
          <a:xfrm>
            <a:off x="4830763" y="5164138"/>
            <a:ext cx="835025" cy="457200"/>
            <a:chOff x="3345" y="3383"/>
            <a:chExt cx="526" cy="288"/>
          </a:xfrm>
        </p:grpSpPr>
        <p:grpSp>
          <p:nvGrpSpPr>
            <p:cNvPr id="825377" name="Group 54">
              <a:extLst>
                <a:ext uri="{FF2B5EF4-FFF2-40B4-BE49-F238E27FC236}">
                  <a16:creationId xmlns:a16="http://schemas.microsoft.com/office/drawing/2014/main" id="{94FB494A-7E40-4617-886D-B9F0EC848A4E}"/>
                </a:ext>
              </a:extLst>
            </p:cNvPr>
            <p:cNvGrpSpPr>
              <a:grpSpLocks/>
            </p:cNvGrpSpPr>
            <p:nvPr/>
          </p:nvGrpSpPr>
          <p:grpSpPr bwMode="auto">
            <a:xfrm>
              <a:off x="3426" y="3383"/>
              <a:ext cx="252" cy="288"/>
              <a:chOff x="2870" y="1518"/>
              <a:chExt cx="292" cy="320"/>
            </a:xfrm>
          </p:grpSpPr>
          <p:graphicFrame>
            <p:nvGraphicFramePr>
              <p:cNvPr id="825382" name="Object 55">
                <a:extLst>
                  <a:ext uri="{FF2B5EF4-FFF2-40B4-BE49-F238E27FC236}">
                    <a16:creationId xmlns:a16="http://schemas.microsoft.com/office/drawing/2014/main" id="{E45D67BD-298F-442A-BC1A-A7CA8CBA435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5673" name="Clip" r:id="rId31" imgW="826829" imgH="840406" progId="MS_ClipArt_Gallery.2">
                      <p:embed/>
                    </p:oleObj>
                  </mc:Choice>
                  <mc:Fallback>
                    <p:oleObj name="Clip" r:id="rId31" imgW="826829" imgH="840406" progId="MS_ClipArt_Gallery.2">
                      <p:embed/>
                      <p:pic>
                        <p:nvPicPr>
                          <p:cNvPr id="0"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83" name="Object 56">
                <a:extLst>
                  <a:ext uri="{FF2B5EF4-FFF2-40B4-BE49-F238E27FC236}">
                    <a16:creationId xmlns:a16="http://schemas.microsoft.com/office/drawing/2014/main" id="{003146C7-EFFB-4338-ADC4-98D70AE4701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5674" name="Clip" r:id="rId32" imgW="1268295" imgH="1199426" progId="MS_ClipArt_Gallery.2">
                      <p:embed/>
                    </p:oleObj>
                  </mc:Choice>
                  <mc:Fallback>
                    <p:oleObj name="Clip" r:id="rId32" imgW="1268295" imgH="1199426" progId="MS_ClipArt_Gallery.2">
                      <p:embed/>
                      <p:pic>
                        <p:nvPicPr>
                          <p:cNvPr id="0" name="Object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25378" name="Line 57">
              <a:extLst>
                <a:ext uri="{FF2B5EF4-FFF2-40B4-BE49-F238E27FC236}">
                  <a16:creationId xmlns:a16="http://schemas.microsoft.com/office/drawing/2014/main" id="{644FD5E2-2DD6-47FF-943A-A7714544E0F4}"/>
                </a:ext>
              </a:extLst>
            </p:cNvPr>
            <p:cNvSpPr>
              <a:spLocks noChangeShapeType="1"/>
            </p:cNvSpPr>
            <p:nvPr/>
          </p:nvSpPr>
          <p:spPr bwMode="auto">
            <a:xfrm>
              <a:off x="3679" y="3547"/>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5379" name="Line 58">
              <a:extLst>
                <a:ext uri="{FF2B5EF4-FFF2-40B4-BE49-F238E27FC236}">
                  <a16:creationId xmlns:a16="http://schemas.microsoft.com/office/drawing/2014/main" id="{20C086A5-3F11-42B8-9D9C-F721EBA1D7AA}"/>
                </a:ext>
              </a:extLst>
            </p:cNvPr>
            <p:cNvSpPr>
              <a:spLocks noChangeShapeType="1"/>
            </p:cNvSpPr>
            <p:nvPr/>
          </p:nvSpPr>
          <p:spPr bwMode="auto">
            <a:xfrm flipH="1">
              <a:off x="3372" y="3486"/>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5380" name="Line 59">
              <a:extLst>
                <a:ext uri="{FF2B5EF4-FFF2-40B4-BE49-F238E27FC236}">
                  <a16:creationId xmlns:a16="http://schemas.microsoft.com/office/drawing/2014/main" id="{9AA861D8-7626-4534-BA88-43D54201B14B}"/>
                </a:ext>
              </a:extLst>
            </p:cNvPr>
            <p:cNvSpPr>
              <a:spLocks noChangeShapeType="1"/>
            </p:cNvSpPr>
            <p:nvPr/>
          </p:nvSpPr>
          <p:spPr bwMode="auto">
            <a:xfrm flipH="1">
              <a:off x="3381" y="3534"/>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5381" name="Line 60">
              <a:extLst>
                <a:ext uri="{FF2B5EF4-FFF2-40B4-BE49-F238E27FC236}">
                  <a16:creationId xmlns:a16="http://schemas.microsoft.com/office/drawing/2014/main" id="{A8B03FFB-5D4C-4F97-8030-4768A5FA7E04}"/>
                </a:ext>
              </a:extLst>
            </p:cNvPr>
            <p:cNvSpPr>
              <a:spLocks noChangeShapeType="1"/>
            </p:cNvSpPr>
            <p:nvPr/>
          </p:nvSpPr>
          <p:spPr bwMode="auto">
            <a:xfrm flipH="1">
              <a:off x="3345" y="3576"/>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25369" name="Line 61">
            <a:extLst>
              <a:ext uri="{FF2B5EF4-FFF2-40B4-BE49-F238E27FC236}">
                <a16:creationId xmlns:a16="http://schemas.microsoft.com/office/drawing/2014/main" id="{C0FF16CF-D1F8-4B13-97E1-714D8A3DB85A}"/>
              </a:ext>
            </a:extLst>
          </p:cNvPr>
          <p:cNvSpPr>
            <a:spLocks noChangeShapeType="1"/>
          </p:cNvSpPr>
          <p:nvPr/>
        </p:nvSpPr>
        <p:spPr bwMode="auto">
          <a:xfrm flipH="1" flipV="1">
            <a:off x="5068888" y="4303713"/>
            <a:ext cx="747712" cy="1095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5370" name="Line 62">
            <a:extLst>
              <a:ext uri="{FF2B5EF4-FFF2-40B4-BE49-F238E27FC236}">
                <a16:creationId xmlns:a16="http://schemas.microsoft.com/office/drawing/2014/main" id="{29448D11-619A-4402-8D74-D7D832D53264}"/>
              </a:ext>
            </a:extLst>
          </p:cNvPr>
          <p:cNvSpPr>
            <a:spLocks noChangeShapeType="1"/>
          </p:cNvSpPr>
          <p:nvPr/>
        </p:nvSpPr>
        <p:spPr bwMode="auto">
          <a:xfrm flipH="1" flipV="1">
            <a:off x="4297363" y="4451350"/>
            <a:ext cx="176212"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25371" name="Group 63">
            <a:extLst>
              <a:ext uri="{FF2B5EF4-FFF2-40B4-BE49-F238E27FC236}">
                <a16:creationId xmlns:a16="http://schemas.microsoft.com/office/drawing/2014/main" id="{242BD4D8-8711-4CBC-A737-3120F59BAD95}"/>
              </a:ext>
            </a:extLst>
          </p:cNvPr>
          <p:cNvGrpSpPr>
            <a:grpSpLocks/>
          </p:cNvGrpSpPr>
          <p:nvPr/>
        </p:nvGrpSpPr>
        <p:grpSpPr bwMode="auto">
          <a:xfrm>
            <a:off x="5484813" y="944563"/>
            <a:ext cx="3659187" cy="3824287"/>
            <a:chOff x="3369" y="569"/>
            <a:chExt cx="2108" cy="2300"/>
          </a:xfrm>
        </p:grpSpPr>
        <p:sp>
          <p:nvSpPr>
            <p:cNvPr id="825373" name="Rectangle 64">
              <a:extLst>
                <a:ext uri="{FF2B5EF4-FFF2-40B4-BE49-F238E27FC236}">
                  <a16:creationId xmlns:a16="http://schemas.microsoft.com/office/drawing/2014/main" id="{19791197-93CB-4D41-A21A-DC0613752EA5}"/>
                </a:ext>
              </a:extLst>
            </p:cNvPr>
            <p:cNvSpPr>
              <a:spLocks noChangeArrowheads="1"/>
            </p:cNvSpPr>
            <p:nvPr/>
          </p:nvSpPr>
          <p:spPr bwMode="auto">
            <a:xfrm>
              <a:off x="3369" y="865"/>
              <a:ext cx="2108" cy="2004"/>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5374" name="Rectangle 65">
              <a:extLst>
                <a:ext uri="{FF2B5EF4-FFF2-40B4-BE49-F238E27FC236}">
                  <a16:creationId xmlns:a16="http://schemas.microsoft.com/office/drawing/2014/main" id="{12206970-3A2A-4BAA-A8B7-AAFBF5EA891C}"/>
                </a:ext>
              </a:extLst>
            </p:cNvPr>
            <p:cNvSpPr>
              <a:spLocks noChangeArrowheads="1"/>
            </p:cNvSpPr>
            <p:nvPr/>
          </p:nvSpPr>
          <p:spPr bwMode="auto">
            <a:xfrm>
              <a:off x="3403" y="768"/>
              <a:ext cx="1205" cy="1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5375" name="Rectangle 66">
              <a:extLst>
                <a:ext uri="{FF2B5EF4-FFF2-40B4-BE49-F238E27FC236}">
                  <a16:creationId xmlns:a16="http://schemas.microsoft.com/office/drawing/2014/main" id="{8A14DE9F-EFEA-49BB-A496-6BC7CDD7F971}"/>
                </a:ext>
              </a:extLst>
            </p:cNvPr>
            <p:cNvSpPr>
              <a:spLocks noChangeArrowheads="1"/>
            </p:cNvSpPr>
            <p:nvPr/>
          </p:nvSpPr>
          <p:spPr bwMode="auto">
            <a:xfrm>
              <a:off x="3402" y="742"/>
              <a:ext cx="1984" cy="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Font typeface="Wingdings" panose="05000000000000000000" pitchFamily="2" charset="2"/>
                <a:buNone/>
              </a:pPr>
              <a:r>
                <a:rPr lang="en-US" altLang="ko-KR" sz="2000">
                  <a:ea typeface="Gulim" panose="020B0600000101010101" pitchFamily="34" charset="-127"/>
                </a:rPr>
                <a:t> base station</a:t>
              </a:r>
            </a:p>
            <a:p>
              <a:pPr>
                <a:lnSpc>
                  <a:spcPct val="90000"/>
                </a:lnSpc>
              </a:pPr>
              <a:r>
                <a:rPr lang="en-US" altLang="ko-KR" sz="2000">
                  <a:ea typeface="Gulim" panose="020B0600000101010101" pitchFamily="34" charset="-127"/>
                </a:rPr>
                <a:t>thường được kết nối đến mạng đi dây</a:t>
              </a:r>
            </a:p>
            <a:p>
              <a:pPr>
                <a:lnSpc>
                  <a:spcPct val="90000"/>
                </a:lnSpc>
              </a:pPr>
              <a:r>
                <a:rPr lang="en-US" altLang="ko-KR" sz="2000">
                  <a:ea typeface="Gulim" panose="020B0600000101010101" pitchFamily="34" charset="-127"/>
                </a:rPr>
                <a:t>chuyển tiếp – chịu trách nhiệm gởi các gói giữa mạng đi dây và các trạm không dây trong “khu vực” của nó</a:t>
              </a:r>
            </a:p>
            <a:p>
              <a:pPr lvl="1">
                <a:lnSpc>
                  <a:spcPct val="90000"/>
                </a:lnSpc>
              </a:pPr>
              <a:r>
                <a:rPr lang="en-US" altLang="ko-KR" sz="2000">
                  <a:ea typeface="Gulim" panose="020B0600000101010101" pitchFamily="34" charset="-127"/>
                </a:rPr>
                <a:t>vd, cell towers  802.11 access points </a:t>
              </a:r>
            </a:p>
          </p:txBody>
        </p:sp>
        <p:pic>
          <p:nvPicPr>
            <p:cNvPr id="825376" name="Picture 67" descr="31u_bnrz[1]">
              <a:extLst>
                <a:ext uri="{FF2B5EF4-FFF2-40B4-BE49-F238E27FC236}">
                  <a16:creationId xmlns:a16="http://schemas.microsoft.com/office/drawing/2014/main" id="{7CBE0AB1-9F19-4D17-8EA0-2A52009C63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8" y="569"/>
              <a:ext cx="249"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25372" name="Line 68">
            <a:extLst>
              <a:ext uri="{FF2B5EF4-FFF2-40B4-BE49-F238E27FC236}">
                <a16:creationId xmlns:a16="http://schemas.microsoft.com/office/drawing/2014/main" id="{1C1EF481-F523-41CF-AFCB-BF3A005B9428}"/>
              </a:ext>
            </a:extLst>
          </p:cNvPr>
          <p:cNvSpPr>
            <a:spLocks noChangeShapeType="1"/>
          </p:cNvSpPr>
          <p:nvPr/>
        </p:nvSpPr>
        <p:spPr bwMode="auto">
          <a:xfrm flipH="1">
            <a:off x="6019800" y="4754563"/>
            <a:ext cx="792163" cy="63976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2" name="Rectangle 2">
            <a:extLst>
              <a:ext uri="{FF2B5EF4-FFF2-40B4-BE49-F238E27FC236}">
                <a16:creationId xmlns:a16="http://schemas.microsoft.com/office/drawing/2014/main" id="{7D794A9A-692D-4E36-A5C0-4D7A539ABCF8}"/>
              </a:ext>
            </a:extLst>
          </p:cNvPr>
          <p:cNvSpPr>
            <a:spLocks noChangeArrowheads="1"/>
          </p:cNvSpPr>
          <p:nvPr/>
        </p:nvSpPr>
        <p:spPr bwMode="auto">
          <a:xfrm>
            <a:off x="5484813" y="1557338"/>
            <a:ext cx="3346450" cy="28448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6373" name="Rectangle 3">
            <a:extLst>
              <a:ext uri="{FF2B5EF4-FFF2-40B4-BE49-F238E27FC236}">
                <a16:creationId xmlns:a16="http://schemas.microsoft.com/office/drawing/2014/main" id="{4AC839C3-4677-4151-B011-0B56D8765C26}"/>
              </a:ext>
            </a:extLst>
          </p:cNvPr>
          <p:cNvSpPr>
            <a:spLocks noChangeArrowheads="1"/>
          </p:cNvSpPr>
          <p:nvPr/>
        </p:nvSpPr>
        <p:spPr bwMode="auto">
          <a:xfrm>
            <a:off x="5562600" y="1384300"/>
            <a:ext cx="1752600" cy="317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2" name="Group 4">
            <a:extLst>
              <a:ext uri="{FF2B5EF4-FFF2-40B4-BE49-F238E27FC236}">
                <a16:creationId xmlns:a16="http://schemas.microsoft.com/office/drawing/2014/main" id="{2F083876-7232-484B-81F7-89686A9E9514}"/>
              </a:ext>
            </a:extLst>
          </p:cNvPr>
          <p:cNvGrpSpPr>
            <a:grpSpLocks/>
          </p:cNvGrpSpPr>
          <p:nvPr/>
        </p:nvGrpSpPr>
        <p:grpSpPr bwMode="auto">
          <a:xfrm>
            <a:off x="876300" y="1717675"/>
            <a:ext cx="1755775" cy="1625600"/>
            <a:chOff x="1824" y="1076"/>
            <a:chExt cx="1106" cy="1024"/>
          </a:xfrm>
        </p:grpSpPr>
        <p:sp>
          <p:nvSpPr>
            <p:cNvPr id="826419" name="Oval 5">
              <a:extLst>
                <a:ext uri="{FF2B5EF4-FFF2-40B4-BE49-F238E27FC236}">
                  <a16:creationId xmlns:a16="http://schemas.microsoft.com/office/drawing/2014/main" id="{710BEFDE-8D62-4185-80B1-BF2E0A544D0A}"/>
                </a:ext>
              </a:extLst>
            </p:cNvPr>
            <p:cNvSpPr>
              <a:spLocks noChangeArrowheads="1"/>
            </p:cNvSpPr>
            <p:nvPr/>
          </p:nvSpPr>
          <p:spPr bwMode="auto">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gradFill>
            <a:ln w="12700">
              <a:solidFill>
                <a:srgbClr val="3333CC"/>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26420" name="Group 6">
              <a:extLst>
                <a:ext uri="{FF2B5EF4-FFF2-40B4-BE49-F238E27FC236}">
                  <a16:creationId xmlns:a16="http://schemas.microsoft.com/office/drawing/2014/main" id="{731F2526-A5FA-498A-B476-D3B4A4C6494B}"/>
                </a:ext>
              </a:extLst>
            </p:cNvPr>
            <p:cNvGrpSpPr>
              <a:grpSpLocks/>
            </p:cNvGrpSpPr>
            <p:nvPr/>
          </p:nvGrpSpPr>
          <p:grpSpPr bwMode="auto">
            <a:xfrm>
              <a:off x="2204" y="1436"/>
              <a:ext cx="252" cy="288"/>
              <a:chOff x="2870" y="1518"/>
              <a:chExt cx="292" cy="320"/>
            </a:xfrm>
          </p:grpSpPr>
          <p:graphicFrame>
            <p:nvGraphicFramePr>
              <p:cNvPr id="826421" name="Object 7">
                <a:extLst>
                  <a:ext uri="{FF2B5EF4-FFF2-40B4-BE49-F238E27FC236}">
                    <a16:creationId xmlns:a16="http://schemas.microsoft.com/office/drawing/2014/main" id="{6CD0380E-1CFE-42AC-957B-7A9E2F34C81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6603" name="Clip" r:id="rId3" imgW="826829" imgH="840406" progId="MS_ClipArt_Gallery.2">
                      <p:embed/>
                    </p:oleObj>
                  </mc:Choice>
                  <mc:Fallback>
                    <p:oleObj name="Clip" r:id="rId3" imgW="826829" imgH="840406"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6422" name="Object 8">
                <a:extLst>
                  <a:ext uri="{FF2B5EF4-FFF2-40B4-BE49-F238E27FC236}">
                    <a16:creationId xmlns:a16="http://schemas.microsoft.com/office/drawing/2014/main" id="{693C49A8-C497-4C3C-894A-2E2FAEEE61D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6604" name="Clip" r:id="rId5" imgW="1268295" imgH="1199426" progId="MS_ClipArt_Gallery.2">
                      <p:embed/>
                    </p:oleObj>
                  </mc:Choice>
                  <mc:Fallback>
                    <p:oleObj name="Clip" r:id="rId5" imgW="1268295" imgH="1199426" progId="MS_ClipArt_Gallery.2">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826375" name="Rectangle 9">
            <a:extLst>
              <a:ext uri="{FF2B5EF4-FFF2-40B4-BE49-F238E27FC236}">
                <a16:creationId xmlns:a16="http://schemas.microsoft.com/office/drawing/2014/main" id="{2C76BB81-4DAF-4EEB-84ED-FD0F9ED2BB3E}"/>
              </a:ext>
            </a:extLst>
          </p:cNvPr>
          <p:cNvSpPr>
            <a:spLocks noGrp="1" noChangeArrowheads="1"/>
          </p:cNvSpPr>
          <p:nvPr>
            <p:ph type="title"/>
          </p:nvPr>
        </p:nvSpPr>
        <p:spPr>
          <a:xfrm>
            <a:off x="0" y="400050"/>
            <a:ext cx="9144000" cy="647700"/>
          </a:xfrm>
        </p:spPr>
        <p:txBody>
          <a:bodyPr/>
          <a:lstStyle/>
          <a:p>
            <a:r>
              <a:rPr lang="en-US" altLang="ko-KR" sz="3200">
                <a:ea typeface="Gulim" panose="020B0600000101010101" pitchFamily="34" charset="-127"/>
              </a:rPr>
              <a:t>Các thành phần của một mạng không dây:</a:t>
            </a:r>
            <a:br>
              <a:rPr lang="en-US" altLang="ko-KR" sz="3200">
                <a:ea typeface="Gulim" panose="020B0600000101010101" pitchFamily="34" charset="-127"/>
              </a:rPr>
            </a:br>
            <a:r>
              <a:rPr lang="en-US" altLang="ko-KR" sz="3200">
                <a:ea typeface="Gulim" panose="020B0600000101010101" pitchFamily="34" charset="-127"/>
              </a:rPr>
              <a:t>ad hoc mode</a:t>
            </a:r>
          </a:p>
        </p:txBody>
      </p:sp>
      <p:sp>
        <p:nvSpPr>
          <p:cNvPr id="826376" name="Rectangle 10">
            <a:extLst>
              <a:ext uri="{FF2B5EF4-FFF2-40B4-BE49-F238E27FC236}">
                <a16:creationId xmlns:a16="http://schemas.microsoft.com/office/drawing/2014/main" id="{D094F977-4232-4D04-9D93-440D91CE820C}"/>
              </a:ext>
            </a:extLst>
          </p:cNvPr>
          <p:cNvSpPr>
            <a:spLocks noChangeArrowheads="1"/>
          </p:cNvSpPr>
          <p:nvPr/>
        </p:nvSpPr>
        <p:spPr bwMode="auto">
          <a:xfrm>
            <a:off x="5537200" y="1362075"/>
            <a:ext cx="3149600" cy="257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Font typeface="Wingdings" panose="05000000000000000000" pitchFamily="2" charset="2"/>
              <a:buNone/>
            </a:pPr>
            <a:r>
              <a:rPr lang="en-US" altLang="ko-KR" sz="2000">
                <a:ea typeface="Gulim" panose="020B0600000101010101" pitchFamily="34" charset="-127"/>
              </a:rPr>
              <a:t>Ad hoc mode</a:t>
            </a:r>
          </a:p>
          <a:p>
            <a:pPr>
              <a:lnSpc>
                <a:spcPct val="90000"/>
              </a:lnSpc>
            </a:pPr>
            <a:r>
              <a:rPr lang="en-US" altLang="ko-KR" sz="2000">
                <a:ea typeface="Gulim" panose="020B0600000101010101" pitchFamily="34" charset="-127"/>
              </a:rPr>
              <a:t>không có base stations</a:t>
            </a:r>
          </a:p>
          <a:p>
            <a:pPr>
              <a:lnSpc>
                <a:spcPct val="90000"/>
              </a:lnSpc>
            </a:pPr>
            <a:r>
              <a:rPr lang="en-US" altLang="ko-KR" sz="2000">
                <a:ea typeface="Gulim" panose="020B0600000101010101" pitchFamily="34" charset="-127"/>
              </a:rPr>
              <a:t>các nodes chỉ có thể truyền cho nhau các nodes khác bên trong vùng bao phủ kết nối</a:t>
            </a:r>
          </a:p>
          <a:p>
            <a:pPr>
              <a:lnSpc>
                <a:spcPct val="90000"/>
              </a:lnSpc>
            </a:pPr>
            <a:r>
              <a:rPr lang="en-US" altLang="ko-KR" sz="2000">
                <a:ea typeface="Gulim" panose="020B0600000101010101" pitchFamily="34" charset="-127"/>
              </a:rPr>
              <a:t>nodes tổ chức với nhau thành một mạng: định tuyến giữa chúng</a:t>
            </a:r>
          </a:p>
        </p:txBody>
      </p:sp>
      <p:grpSp>
        <p:nvGrpSpPr>
          <p:cNvPr id="4" name="Group 11">
            <a:extLst>
              <a:ext uri="{FF2B5EF4-FFF2-40B4-BE49-F238E27FC236}">
                <a16:creationId xmlns:a16="http://schemas.microsoft.com/office/drawing/2014/main" id="{3DDF22D7-A707-4E1E-99A9-3919E53C504A}"/>
              </a:ext>
            </a:extLst>
          </p:cNvPr>
          <p:cNvGrpSpPr>
            <a:grpSpLocks/>
          </p:cNvGrpSpPr>
          <p:nvPr/>
        </p:nvGrpSpPr>
        <p:grpSpPr bwMode="auto">
          <a:xfrm>
            <a:off x="2181225" y="3041650"/>
            <a:ext cx="1755775" cy="1625600"/>
            <a:chOff x="1824" y="1076"/>
            <a:chExt cx="1106" cy="1024"/>
          </a:xfrm>
        </p:grpSpPr>
        <p:sp>
          <p:nvSpPr>
            <p:cNvPr id="826415" name="Oval 12">
              <a:extLst>
                <a:ext uri="{FF2B5EF4-FFF2-40B4-BE49-F238E27FC236}">
                  <a16:creationId xmlns:a16="http://schemas.microsoft.com/office/drawing/2014/main" id="{D5640893-C14C-4ADB-ADE2-311C86A445D1}"/>
                </a:ext>
              </a:extLst>
            </p:cNvPr>
            <p:cNvSpPr>
              <a:spLocks noChangeArrowheads="1"/>
            </p:cNvSpPr>
            <p:nvPr/>
          </p:nvSpPr>
          <p:spPr bwMode="auto">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gradFill>
            <a:ln w="12700">
              <a:solidFill>
                <a:srgbClr val="3333CC"/>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26416" name="Group 13">
              <a:extLst>
                <a:ext uri="{FF2B5EF4-FFF2-40B4-BE49-F238E27FC236}">
                  <a16:creationId xmlns:a16="http://schemas.microsoft.com/office/drawing/2014/main" id="{ACFF48E6-4DB7-45C4-B9E9-F0A03D78FDD1}"/>
                </a:ext>
              </a:extLst>
            </p:cNvPr>
            <p:cNvGrpSpPr>
              <a:grpSpLocks/>
            </p:cNvGrpSpPr>
            <p:nvPr/>
          </p:nvGrpSpPr>
          <p:grpSpPr bwMode="auto">
            <a:xfrm>
              <a:off x="2204" y="1436"/>
              <a:ext cx="252" cy="288"/>
              <a:chOff x="2870" y="1518"/>
              <a:chExt cx="292" cy="320"/>
            </a:xfrm>
          </p:grpSpPr>
          <p:graphicFrame>
            <p:nvGraphicFramePr>
              <p:cNvPr id="826417" name="Object 14">
                <a:extLst>
                  <a:ext uri="{FF2B5EF4-FFF2-40B4-BE49-F238E27FC236}">
                    <a16:creationId xmlns:a16="http://schemas.microsoft.com/office/drawing/2014/main" id="{62BEE440-1A7F-4BB3-B528-B28EC0518F1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6605" name="Clip" r:id="rId7" imgW="826829" imgH="840406" progId="MS_ClipArt_Gallery.2">
                      <p:embed/>
                    </p:oleObj>
                  </mc:Choice>
                  <mc:Fallback>
                    <p:oleObj name="Clip" r:id="rId7" imgW="826829" imgH="840406" progId="MS_ClipArt_Gallery.2">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6418" name="Object 15">
                <a:extLst>
                  <a:ext uri="{FF2B5EF4-FFF2-40B4-BE49-F238E27FC236}">
                    <a16:creationId xmlns:a16="http://schemas.microsoft.com/office/drawing/2014/main" id="{78BCDEE9-5928-4839-BD8B-E8104AC3AB7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6606" name="Clip" r:id="rId8" imgW="1268295" imgH="1199426" progId="MS_ClipArt_Gallery.2">
                      <p:embed/>
                    </p:oleObj>
                  </mc:Choice>
                  <mc:Fallback>
                    <p:oleObj name="Clip" r:id="rId8" imgW="1268295" imgH="1199426" progId="MS_ClipArt_Gallery.2">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6" name="Group 16">
            <a:extLst>
              <a:ext uri="{FF2B5EF4-FFF2-40B4-BE49-F238E27FC236}">
                <a16:creationId xmlns:a16="http://schemas.microsoft.com/office/drawing/2014/main" id="{CDCCA148-BAEB-4228-A41E-766035426E23}"/>
              </a:ext>
            </a:extLst>
          </p:cNvPr>
          <p:cNvGrpSpPr>
            <a:grpSpLocks/>
          </p:cNvGrpSpPr>
          <p:nvPr/>
        </p:nvGrpSpPr>
        <p:grpSpPr bwMode="auto">
          <a:xfrm>
            <a:off x="1933575" y="4765675"/>
            <a:ext cx="1755775" cy="1625600"/>
            <a:chOff x="1824" y="1076"/>
            <a:chExt cx="1106" cy="1024"/>
          </a:xfrm>
        </p:grpSpPr>
        <p:sp>
          <p:nvSpPr>
            <p:cNvPr id="826411" name="Oval 17">
              <a:extLst>
                <a:ext uri="{FF2B5EF4-FFF2-40B4-BE49-F238E27FC236}">
                  <a16:creationId xmlns:a16="http://schemas.microsoft.com/office/drawing/2014/main" id="{194F91D8-4A7B-4C20-A45E-7148D59F4B23}"/>
                </a:ext>
              </a:extLst>
            </p:cNvPr>
            <p:cNvSpPr>
              <a:spLocks noChangeArrowheads="1"/>
            </p:cNvSpPr>
            <p:nvPr/>
          </p:nvSpPr>
          <p:spPr bwMode="auto">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gradFill>
            <a:ln w="12700">
              <a:solidFill>
                <a:srgbClr val="3333CC"/>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26412" name="Group 18">
              <a:extLst>
                <a:ext uri="{FF2B5EF4-FFF2-40B4-BE49-F238E27FC236}">
                  <a16:creationId xmlns:a16="http://schemas.microsoft.com/office/drawing/2014/main" id="{A4831C52-80DD-4231-8C66-5E4804A70F15}"/>
                </a:ext>
              </a:extLst>
            </p:cNvPr>
            <p:cNvGrpSpPr>
              <a:grpSpLocks/>
            </p:cNvGrpSpPr>
            <p:nvPr/>
          </p:nvGrpSpPr>
          <p:grpSpPr bwMode="auto">
            <a:xfrm>
              <a:off x="2204" y="1436"/>
              <a:ext cx="252" cy="288"/>
              <a:chOff x="2870" y="1518"/>
              <a:chExt cx="292" cy="320"/>
            </a:xfrm>
          </p:grpSpPr>
          <p:graphicFrame>
            <p:nvGraphicFramePr>
              <p:cNvPr id="826413" name="Object 19">
                <a:extLst>
                  <a:ext uri="{FF2B5EF4-FFF2-40B4-BE49-F238E27FC236}">
                    <a16:creationId xmlns:a16="http://schemas.microsoft.com/office/drawing/2014/main" id="{8BE2E89A-2701-4E0B-B6EE-155CD22CCA1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6607" name="Clip" r:id="rId9" imgW="826829" imgH="840406" progId="MS_ClipArt_Gallery.2">
                      <p:embed/>
                    </p:oleObj>
                  </mc:Choice>
                  <mc:Fallback>
                    <p:oleObj name="Clip" r:id="rId9" imgW="826829" imgH="840406" progId="MS_ClipArt_Gallery.2">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6414" name="Object 20">
                <a:extLst>
                  <a:ext uri="{FF2B5EF4-FFF2-40B4-BE49-F238E27FC236}">
                    <a16:creationId xmlns:a16="http://schemas.microsoft.com/office/drawing/2014/main" id="{7C38CAD5-F0A1-413B-B8CA-5773BFA859A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6608" name="Clip" r:id="rId10" imgW="1268295" imgH="1199426" progId="MS_ClipArt_Gallery.2">
                      <p:embed/>
                    </p:oleObj>
                  </mc:Choice>
                  <mc:Fallback>
                    <p:oleObj name="Clip" r:id="rId10" imgW="1268295" imgH="1199426" progId="MS_ClipArt_Gallery.2">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8" name="Group 21">
            <a:extLst>
              <a:ext uri="{FF2B5EF4-FFF2-40B4-BE49-F238E27FC236}">
                <a16:creationId xmlns:a16="http://schemas.microsoft.com/office/drawing/2014/main" id="{BDC8D1E8-C508-4670-84C2-69C33DF9D515}"/>
              </a:ext>
            </a:extLst>
          </p:cNvPr>
          <p:cNvGrpSpPr>
            <a:grpSpLocks/>
          </p:cNvGrpSpPr>
          <p:nvPr/>
        </p:nvGrpSpPr>
        <p:grpSpPr bwMode="auto">
          <a:xfrm>
            <a:off x="1047750" y="2317750"/>
            <a:ext cx="1755775" cy="1625600"/>
            <a:chOff x="1824" y="1076"/>
            <a:chExt cx="1106" cy="1024"/>
          </a:xfrm>
        </p:grpSpPr>
        <p:sp>
          <p:nvSpPr>
            <p:cNvPr id="826407" name="Oval 22">
              <a:extLst>
                <a:ext uri="{FF2B5EF4-FFF2-40B4-BE49-F238E27FC236}">
                  <a16:creationId xmlns:a16="http://schemas.microsoft.com/office/drawing/2014/main" id="{A7DA14F1-5AE8-49FA-A9F8-7F2457E5A58F}"/>
                </a:ext>
              </a:extLst>
            </p:cNvPr>
            <p:cNvSpPr>
              <a:spLocks noChangeArrowheads="1"/>
            </p:cNvSpPr>
            <p:nvPr/>
          </p:nvSpPr>
          <p:spPr bwMode="auto">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gradFill>
            <a:ln w="12700">
              <a:solidFill>
                <a:srgbClr val="3333CC"/>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26408" name="Group 23">
              <a:extLst>
                <a:ext uri="{FF2B5EF4-FFF2-40B4-BE49-F238E27FC236}">
                  <a16:creationId xmlns:a16="http://schemas.microsoft.com/office/drawing/2014/main" id="{A891B0E7-4B5C-49E3-A9D1-8BEBA0AAFF05}"/>
                </a:ext>
              </a:extLst>
            </p:cNvPr>
            <p:cNvGrpSpPr>
              <a:grpSpLocks/>
            </p:cNvGrpSpPr>
            <p:nvPr/>
          </p:nvGrpSpPr>
          <p:grpSpPr bwMode="auto">
            <a:xfrm>
              <a:off x="2204" y="1436"/>
              <a:ext cx="252" cy="288"/>
              <a:chOff x="2870" y="1518"/>
              <a:chExt cx="292" cy="320"/>
            </a:xfrm>
          </p:grpSpPr>
          <p:graphicFrame>
            <p:nvGraphicFramePr>
              <p:cNvPr id="826409" name="Object 24">
                <a:extLst>
                  <a:ext uri="{FF2B5EF4-FFF2-40B4-BE49-F238E27FC236}">
                    <a16:creationId xmlns:a16="http://schemas.microsoft.com/office/drawing/2014/main" id="{0A19144D-9BD1-4DDA-9477-A624D6EB49D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6609" name="Clip" r:id="rId11" imgW="826829" imgH="840406" progId="MS_ClipArt_Gallery.2">
                      <p:embed/>
                    </p:oleObj>
                  </mc:Choice>
                  <mc:Fallback>
                    <p:oleObj name="Clip" r:id="rId11" imgW="826829" imgH="840406" progId="MS_ClipArt_Gallery.2">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6410" name="Object 25">
                <a:extLst>
                  <a:ext uri="{FF2B5EF4-FFF2-40B4-BE49-F238E27FC236}">
                    <a16:creationId xmlns:a16="http://schemas.microsoft.com/office/drawing/2014/main" id="{072632B4-C534-40AF-AC16-61F078C8EFB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6610" name="Clip" r:id="rId12" imgW="1268295" imgH="1199426" progId="MS_ClipArt_Gallery.2">
                      <p:embed/>
                    </p:oleObj>
                  </mc:Choice>
                  <mc:Fallback>
                    <p:oleObj name="Clip" r:id="rId12" imgW="1268295" imgH="1199426" progId="MS_ClipArt_Gallery.2">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0" name="Group 26">
            <a:extLst>
              <a:ext uri="{FF2B5EF4-FFF2-40B4-BE49-F238E27FC236}">
                <a16:creationId xmlns:a16="http://schemas.microsoft.com/office/drawing/2014/main" id="{660B50E2-89A2-41C9-9E30-9B5ACDB54618}"/>
              </a:ext>
            </a:extLst>
          </p:cNvPr>
          <p:cNvGrpSpPr>
            <a:grpSpLocks/>
          </p:cNvGrpSpPr>
          <p:nvPr/>
        </p:nvGrpSpPr>
        <p:grpSpPr bwMode="auto">
          <a:xfrm>
            <a:off x="1620838" y="2741613"/>
            <a:ext cx="1755775" cy="1625600"/>
            <a:chOff x="1824" y="1076"/>
            <a:chExt cx="1106" cy="1024"/>
          </a:xfrm>
        </p:grpSpPr>
        <p:sp>
          <p:nvSpPr>
            <p:cNvPr id="826403" name="Oval 27">
              <a:extLst>
                <a:ext uri="{FF2B5EF4-FFF2-40B4-BE49-F238E27FC236}">
                  <a16:creationId xmlns:a16="http://schemas.microsoft.com/office/drawing/2014/main" id="{CA5E221D-9021-432C-9EE6-00E084CAE756}"/>
                </a:ext>
              </a:extLst>
            </p:cNvPr>
            <p:cNvSpPr>
              <a:spLocks noChangeArrowheads="1"/>
            </p:cNvSpPr>
            <p:nvPr/>
          </p:nvSpPr>
          <p:spPr bwMode="auto">
            <a:xfrm>
              <a:off x="1824" y="1076"/>
              <a:ext cx="1106" cy="1024"/>
            </a:xfrm>
            <a:prstGeom prst="ellipse">
              <a:avLst/>
            </a:prstGeom>
            <a:gradFill rotWithShape="1">
              <a:gsLst>
                <a:gs pos="0">
                  <a:srgbClr val="CCECFF"/>
                </a:gs>
                <a:gs pos="100000">
                  <a:srgbClr val="CCFFFF">
                    <a:alpha val="50998"/>
                  </a:srgbClr>
                </a:gs>
              </a:gsLst>
              <a:path path="shape">
                <a:fillToRect l="50000" t="50000" r="50000" b="50000"/>
              </a:path>
            </a:gradFill>
            <a:ln w="12700">
              <a:solidFill>
                <a:srgbClr val="3333CC"/>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26404" name="Group 28">
              <a:extLst>
                <a:ext uri="{FF2B5EF4-FFF2-40B4-BE49-F238E27FC236}">
                  <a16:creationId xmlns:a16="http://schemas.microsoft.com/office/drawing/2014/main" id="{D9DEFE6A-05BC-4061-BFC9-F968C6653A3B}"/>
                </a:ext>
              </a:extLst>
            </p:cNvPr>
            <p:cNvGrpSpPr>
              <a:grpSpLocks/>
            </p:cNvGrpSpPr>
            <p:nvPr/>
          </p:nvGrpSpPr>
          <p:grpSpPr bwMode="auto">
            <a:xfrm>
              <a:off x="2204" y="1436"/>
              <a:ext cx="252" cy="288"/>
              <a:chOff x="2870" y="1518"/>
              <a:chExt cx="292" cy="320"/>
            </a:xfrm>
          </p:grpSpPr>
          <p:graphicFrame>
            <p:nvGraphicFramePr>
              <p:cNvPr id="826405" name="Object 29">
                <a:extLst>
                  <a:ext uri="{FF2B5EF4-FFF2-40B4-BE49-F238E27FC236}">
                    <a16:creationId xmlns:a16="http://schemas.microsoft.com/office/drawing/2014/main" id="{D644917C-4643-4A91-B5EE-FAF258454B4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6611" name="Clip" r:id="rId13" imgW="826829" imgH="840406" progId="MS_ClipArt_Gallery.2">
                      <p:embed/>
                    </p:oleObj>
                  </mc:Choice>
                  <mc:Fallback>
                    <p:oleObj name="Clip" r:id="rId13" imgW="826829" imgH="840406" progId="MS_ClipArt_Gallery.2">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6406" name="Object 30">
                <a:extLst>
                  <a:ext uri="{FF2B5EF4-FFF2-40B4-BE49-F238E27FC236}">
                    <a16:creationId xmlns:a16="http://schemas.microsoft.com/office/drawing/2014/main" id="{39A953DD-8420-4426-BC02-89DBAA0DBEB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6612" name="Clip" r:id="rId14" imgW="1268295" imgH="1199426" progId="MS_ClipArt_Gallery.2">
                      <p:embed/>
                    </p:oleObj>
                  </mc:Choice>
                  <mc:Fallback>
                    <p:oleObj name="Clip" r:id="rId14" imgW="1268295" imgH="1199426" progId="MS_ClipArt_Gallery.2">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2" name="Group 31">
            <a:extLst>
              <a:ext uri="{FF2B5EF4-FFF2-40B4-BE49-F238E27FC236}">
                <a16:creationId xmlns:a16="http://schemas.microsoft.com/office/drawing/2014/main" id="{9899D33E-018C-477D-AC46-6B7504602A23}"/>
              </a:ext>
            </a:extLst>
          </p:cNvPr>
          <p:cNvGrpSpPr>
            <a:grpSpLocks/>
          </p:cNvGrpSpPr>
          <p:nvPr/>
        </p:nvGrpSpPr>
        <p:grpSpPr bwMode="auto">
          <a:xfrm>
            <a:off x="879475" y="1468438"/>
            <a:ext cx="3543300" cy="4935537"/>
            <a:chOff x="2346" y="893"/>
            <a:chExt cx="2232" cy="3109"/>
          </a:xfrm>
        </p:grpSpPr>
        <p:sp>
          <p:nvSpPr>
            <p:cNvPr id="826382" name="Rectangle 32">
              <a:extLst>
                <a:ext uri="{FF2B5EF4-FFF2-40B4-BE49-F238E27FC236}">
                  <a16:creationId xmlns:a16="http://schemas.microsoft.com/office/drawing/2014/main" id="{5EFD3751-F5B5-444F-8D21-C0B234B22D8F}"/>
                </a:ext>
              </a:extLst>
            </p:cNvPr>
            <p:cNvSpPr>
              <a:spLocks noChangeArrowheads="1"/>
            </p:cNvSpPr>
            <p:nvPr/>
          </p:nvSpPr>
          <p:spPr bwMode="auto">
            <a:xfrm>
              <a:off x="3489" y="893"/>
              <a:ext cx="1089" cy="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6383" name="Oval 33">
              <a:extLst>
                <a:ext uri="{FF2B5EF4-FFF2-40B4-BE49-F238E27FC236}">
                  <a16:creationId xmlns:a16="http://schemas.microsoft.com/office/drawing/2014/main" id="{BABBD900-F40D-4082-9762-F076135F2E9B}"/>
                </a:ext>
              </a:extLst>
            </p:cNvPr>
            <p:cNvSpPr>
              <a:spLocks noChangeArrowheads="1"/>
            </p:cNvSpPr>
            <p:nvPr/>
          </p:nvSpPr>
          <p:spPr bwMode="auto">
            <a:xfrm>
              <a:off x="2346" y="1058"/>
              <a:ext cx="1106" cy="1024"/>
            </a:xfrm>
            <a:prstGeom prst="ellipse">
              <a:avLst/>
            </a:prstGeom>
            <a:solidFill>
              <a:srgbClr val="66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6384" name="Oval 34">
              <a:extLst>
                <a:ext uri="{FF2B5EF4-FFF2-40B4-BE49-F238E27FC236}">
                  <a16:creationId xmlns:a16="http://schemas.microsoft.com/office/drawing/2014/main" id="{35743E22-BBA9-4129-B102-168EA613F271}"/>
                </a:ext>
              </a:extLst>
            </p:cNvPr>
            <p:cNvSpPr>
              <a:spLocks noChangeArrowheads="1"/>
            </p:cNvSpPr>
            <p:nvPr/>
          </p:nvSpPr>
          <p:spPr bwMode="auto">
            <a:xfrm>
              <a:off x="3168" y="1892"/>
              <a:ext cx="1106" cy="1024"/>
            </a:xfrm>
            <a:prstGeom prst="ellipse">
              <a:avLst/>
            </a:prstGeom>
            <a:solidFill>
              <a:srgbClr val="66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6385" name="Oval 35">
              <a:extLst>
                <a:ext uri="{FF2B5EF4-FFF2-40B4-BE49-F238E27FC236}">
                  <a16:creationId xmlns:a16="http://schemas.microsoft.com/office/drawing/2014/main" id="{46CD895E-29AF-4D47-8A56-6AFBE45DA26A}"/>
                </a:ext>
              </a:extLst>
            </p:cNvPr>
            <p:cNvSpPr>
              <a:spLocks noChangeArrowheads="1"/>
            </p:cNvSpPr>
            <p:nvPr/>
          </p:nvSpPr>
          <p:spPr bwMode="auto">
            <a:xfrm>
              <a:off x="2454" y="1436"/>
              <a:ext cx="1106" cy="1024"/>
            </a:xfrm>
            <a:prstGeom prst="ellipse">
              <a:avLst/>
            </a:prstGeom>
            <a:solidFill>
              <a:srgbClr val="66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6386" name="Oval 36">
              <a:extLst>
                <a:ext uri="{FF2B5EF4-FFF2-40B4-BE49-F238E27FC236}">
                  <a16:creationId xmlns:a16="http://schemas.microsoft.com/office/drawing/2014/main" id="{9253A929-F288-4F01-AB7F-1060F9D9140B}"/>
                </a:ext>
              </a:extLst>
            </p:cNvPr>
            <p:cNvSpPr>
              <a:spLocks noChangeArrowheads="1"/>
            </p:cNvSpPr>
            <p:nvPr/>
          </p:nvSpPr>
          <p:spPr bwMode="auto">
            <a:xfrm>
              <a:off x="2815" y="1703"/>
              <a:ext cx="1106" cy="1024"/>
            </a:xfrm>
            <a:prstGeom prst="ellipse">
              <a:avLst/>
            </a:prstGeom>
            <a:solidFill>
              <a:srgbClr val="66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6387" name="Oval 37">
              <a:extLst>
                <a:ext uri="{FF2B5EF4-FFF2-40B4-BE49-F238E27FC236}">
                  <a16:creationId xmlns:a16="http://schemas.microsoft.com/office/drawing/2014/main" id="{8B6D703E-B99E-4425-9F8B-7620AE863B62}"/>
                </a:ext>
              </a:extLst>
            </p:cNvPr>
            <p:cNvSpPr>
              <a:spLocks noChangeArrowheads="1"/>
            </p:cNvSpPr>
            <p:nvPr/>
          </p:nvSpPr>
          <p:spPr bwMode="auto">
            <a:xfrm>
              <a:off x="3012" y="2978"/>
              <a:ext cx="1106" cy="1024"/>
            </a:xfrm>
            <a:prstGeom prst="ellipse">
              <a:avLst/>
            </a:prstGeom>
            <a:solidFill>
              <a:srgbClr val="66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26388" name="Group 38">
              <a:extLst>
                <a:ext uri="{FF2B5EF4-FFF2-40B4-BE49-F238E27FC236}">
                  <a16:creationId xmlns:a16="http://schemas.microsoft.com/office/drawing/2014/main" id="{FDC30AEE-5979-4D46-8685-C40567C1DE78}"/>
                </a:ext>
              </a:extLst>
            </p:cNvPr>
            <p:cNvGrpSpPr>
              <a:grpSpLocks/>
            </p:cNvGrpSpPr>
            <p:nvPr/>
          </p:nvGrpSpPr>
          <p:grpSpPr bwMode="auto">
            <a:xfrm>
              <a:off x="3392" y="3338"/>
              <a:ext cx="252" cy="288"/>
              <a:chOff x="2870" y="1518"/>
              <a:chExt cx="292" cy="320"/>
            </a:xfrm>
          </p:grpSpPr>
          <p:graphicFrame>
            <p:nvGraphicFramePr>
              <p:cNvPr id="826401" name="Object 39">
                <a:extLst>
                  <a:ext uri="{FF2B5EF4-FFF2-40B4-BE49-F238E27FC236}">
                    <a16:creationId xmlns:a16="http://schemas.microsoft.com/office/drawing/2014/main" id="{44425F84-7D20-418C-B21F-38A4B9922ECC}"/>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6613" name="Clip" r:id="rId15" imgW="826829" imgH="840406" progId="MS_ClipArt_Gallery.2">
                      <p:embed/>
                    </p:oleObj>
                  </mc:Choice>
                  <mc:Fallback>
                    <p:oleObj name="Clip" r:id="rId15" imgW="826829" imgH="840406" progId="MS_ClipArt_Gallery.2">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6402" name="Object 40">
                <a:extLst>
                  <a:ext uri="{FF2B5EF4-FFF2-40B4-BE49-F238E27FC236}">
                    <a16:creationId xmlns:a16="http://schemas.microsoft.com/office/drawing/2014/main" id="{9B3A0FEB-8C03-4B38-9E2D-8730E1FE1C3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6614" name="Clip" r:id="rId16" imgW="1268295" imgH="1199426" progId="MS_ClipArt_Gallery.2">
                      <p:embed/>
                    </p:oleObj>
                  </mc:Choice>
                  <mc:Fallback>
                    <p:oleObj name="Clip" r:id="rId16" imgW="1268295" imgH="1199426" progId="MS_ClipArt_Gallery.2">
                      <p:embed/>
                      <p:pic>
                        <p:nvPicPr>
                          <p:cNvPr id="0" name="Object 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6389" name="Group 41">
              <a:extLst>
                <a:ext uri="{FF2B5EF4-FFF2-40B4-BE49-F238E27FC236}">
                  <a16:creationId xmlns:a16="http://schemas.microsoft.com/office/drawing/2014/main" id="{3292A4C0-2A62-4883-A2B0-8C5E71A4EBD4}"/>
                </a:ext>
              </a:extLst>
            </p:cNvPr>
            <p:cNvGrpSpPr>
              <a:grpSpLocks/>
            </p:cNvGrpSpPr>
            <p:nvPr/>
          </p:nvGrpSpPr>
          <p:grpSpPr bwMode="auto">
            <a:xfrm>
              <a:off x="3195" y="2063"/>
              <a:ext cx="252" cy="288"/>
              <a:chOff x="2870" y="1518"/>
              <a:chExt cx="292" cy="320"/>
            </a:xfrm>
          </p:grpSpPr>
          <p:graphicFrame>
            <p:nvGraphicFramePr>
              <p:cNvPr id="826399" name="Object 42">
                <a:extLst>
                  <a:ext uri="{FF2B5EF4-FFF2-40B4-BE49-F238E27FC236}">
                    <a16:creationId xmlns:a16="http://schemas.microsoft.com/office/drawing/2014/main" id="{DBAE300A-0CA1-42D2-B13B-85412A02988B}"/>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6615" name="Clip" r:id="rId17" imgW="826829" imgH="840406" progId="MS_ClipArt_Gallery.2">
                      <p:embed/>
                    </p:oleObj>
                  </mc:Choice>
                  <mc:Fallback>
                    <p:oleObj name="Clip" r:id="rId17" imgW="826829" imgH="840406" progId="MS_ClipArt_Gallery.2">
                      <p:embed/>
                      <p:pic>
                        <p:nvPicPr>
                          <p:cNvPr id="0" name="Object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6400" name="Object 43">
                <a:extLst>
                  <a:ext uri="{FF2B5EF4-FFF2-40B4-BE49-F238E27FC236}">
                    <a16:creationId xmlns:a16="http://schemas.microsoft.com/office/drawing/2014/main" id="{6AA2BCD1-82C0-4BE2-9445-606F4312E6B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6616" name="Clip" r:id="rId18" imgW="1268295" imgH="1199426" progId="MS_ClipArt_Gallery.2">
                      <p:embed/>
                    </p:oleObj>
                  </mc:Choice>
                  <mc:Fallback>
                    <p:oleObj name="Clip" r:id="rId18" imgW="1268295" imgH="1199426" progId="MS_ClipArt_Gallery.2">
                      <p:embed/>
                      <p:pic>
                        <p:nvPicPr>
                          <p:cNvPr id="0" name="Object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6390" name="Group 44">
              <a:extLst>
                <a:ext uri="{FF2B5EF4-FFF2-40B4-BE49-F238E27FC236}">
                  <a16:creationId xmlns:a16="http://schemas.microsoft.com/office/drawing/2014/main" id="{0334C60C-2A38-413D-A65D-0B2EBA3A7A11}"/>
                </a:ext>
              </a:extLst>
            </p:cNvPr>
            <p:cNvGrpSpPr>
              <a:grpSpLocks/>
            </p:cNvGrpSpPr>
            <p:nvPr/>
          </p:nvGrpSpPr>
          <p:grpSpPr bwMode="auto">
            <a:xfrm>
              <a:off x="3548" y="2252"/>
              <a:ext cx="252" cy="288"/>
              <a:chOff x="2870" y="1518"/>
              <a:chExt cx="292" cy="320"/>
            </a:xfrm>
          </p:grpSpPr>
          <p:graphicFrame>
            <p:nvGraphicFramePr>
              <p:cNvPr id="826397" name="Object 45">
                <a:extLst>
                  <a:ext uri="{FF2B5EF4-FFF2-40B4-BE49-F238E27FC236}">
                    <a16:creationId xmlns:a16="http://schemas.microsoft.com/office/drawing/2014/main" id="{1891F1AE-E667-416C-86E6-230C0C9002E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6617" name="Clip" r:id="rId19" imgW="826829" imgH="840406" progId="MS_ClipArt_Gallery.2">
                      <p:embed/>
                    </p:oleObj>
                  </mc:Choice>
                  <mc:Fallback>
                    <p:oleObj name="Clip" r:id="rId19" imgW="826829" imgH="840406" progId="MS_ClipArt_Gallery.2">
                      <p:embed/>
                      <p:pic>
                        <p:nvPicPr>
                          <p:cNvPr id="0" name="Object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6398" name="Object 46">
                <a:extLst>
                  <a:ext uri="{FF2B5EF4-FFF2-40B4-BE49-F238E27FC236}">
                    <a16:creationId xmlns:a16="http://schemas.microsoft.com/office/drawing/2014/main" id="{23BA7D3D-9A70-452C-BF8A-79D380923BC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6618" name="Clip" r:id="rId20" imgW="1268295" imgH="1199426" progId="MS_ClipArt_Gallery.2">
                      <p:embed/>
                    </p:oleObj>
                  </mc:Choice>
                  <mc:Fallback>
                    <p:oleObj name="Clip" r:id="rId20" imgW="1268295" imgH="1199426" progId="MS_ClipArt_Gallery.2">
                      <p:embed/>
                      <p:pic>
                        <p:nvPicPr>
                          <p:cNvPr id="0"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6391" name="Group 47">
              <a:extLst>
                <a:ext uri="{FF2B5EF4-FFF2-40B4-BE49-F238E27FC236}">
                  <a16:creationId xmlns:a16="http://schemas.microsoft.com/office/drawing/2014/main" id="{80CAA4A8-D3CA-4AFA-8F26-C57B2448BE7C}"/>
                </a:ext>
              </a:extLst>
            </p:cNvPr>
            <p:cNvGrpSpPr>
              <a:grpSpLocks/>
            </p:cNvGrpSpPr>
            <p:nvPr/>
          </p:nvGrpSpPr>
          <p:grpSpPr bwMode="auto">
            <a:xfrm>
              <a:off x="2726" y="1418"/>
              <a:ext cx="252" cy="288"/>
              <a:chOff x="2870" y="1518"/>
              <a:chExt cx="292" cy="320"/>
            </a:xfrm>
          </p:grpSpPr>
          <p:graphicFrame>
            <p:nvGraphicFramePr>
              <p:cNvPr id="826395" name="Object 48">
                <a:extLst>
                  <a:ext uri="{FF2B5EF4-FFF2-40B4-BE49-F238E27FC236}">
                    <a16:creationId xmlns:a16="http://schemas.microsoft.com/office/drawing/2014/main" id="{A336AAC0-03D5-4FF5-9D98-7001B7FAB6B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6619" name="Clip" r:id="rId21" imgW="826829" imgH="840406" progId="MS_ClipArt_Gallery.2">
                      <p:embed/>
                    </p:oleObj>
                  </mc:Choice>
                  <mc:Fallback>
                    <p:oleObj name="Clip" r:id="rId21" imgW="826829" imgH="840406" progId="MS_ClipArt_Gallery.2">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6396" name="Object 49">
                <a:extLst>
                  <a:ext uri="{FF2B5EF4-FFF2-40B4-BE49-F238E27FC236}">
                    <a16:creationId xmlns:a16="http://schemas.microsoft.com/office/drawing/2014/main" id="{D49E692A-CB09-4C88-BF80-2934BFAD65C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6620" name="Clip" r:id="rId22" imgW="1268295" imgH="1199426" progId="MS_ClipArt_Gallery.2">
                      <p:embed/>
                    </p:oleObj>
                  </mc:Choice>
                  <mc:Fallback>
                    <p:oleObj name="Clip" r:id="rId22" imgW="1268295" imgH="1199426" progId="MS_ClipArt_Gallery.2">
                      <p:embed/>
                      <p:pic>
                        <p:nvPicPr>
                          <p:cNvPr id="0" name="Object 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6392" name="Group 50">
              <a:extLst>
                <a:ext uri="{FF2B5EF4-FFF2-40B4-BE49-F238E27FC236}">
                  <a16:creationId xmlns:a16="http://schemas.microsoft.com/office/drawing/2014/main" id="{A6D6310E-62AE-4BF4-99C0-4D78968198FD}"/>
                </a:ext>
              </a:extLst>
            </p:cNvPr>
            <p:cNvGrpSpPr>
              <a:grpSpLocks/>
            </p:cNvGrpSpPr>
            <p:nvPr/>
          </p:nvGrpSpPr>
          <p:grpSpPr bwMode="auto">
            <a:xfrm>
              <a:off x="2834" y="1796"/>
              <a:ext cx="252" cy="288"/>
              <a:chOff x="2870" y="1518"/>
              <a:chExt cx="292" cy="320"/>
            </a:xfrm>
          </p:grpSpPr>
          <p:graphicFrame>
            <p:nvGraphicFramePr>
              <p:cNvPr id="826393" name="Object 51">
                <a:extLst>
                  <a:ext uri="{FF2B5EF4-FFF2-40B4-BE49-F238E27FC236}">
                    <a16:creationId xmlns:a16="http://schemas.microsoft.com/office/drawing/2014/main" id="{38238526-A181-46A6-BD57-00372B1D79FB}"/>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6621" name="Clip" r:id="rId23" imgW="826829" imgH="840406" progId="MS_ClipArt_Gallery.2">
                      <p:embed/>
                    </p:oleObj>
                  </mc:Choice>
                  <mc:Fallback>
                    <p:oleObj name="Clip" r:id="rId23" imgW="826829" imgH="840406" progId="MS_ClipArt_Gallery.2">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6394" name="Object 52">
                <a:extLst>
                  <a:ext uri="{FF2B5EF4-FFF2-40B4-BE49-F238E27FC236}">
                    <a16:creationId xmlns:a16="http://schemas.microsoft.com/office/drawing/2014/main" id="{8ADAECDD-E99F-4AB5-8147-433B19B30FD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6622" name="Clip" r:id="rId24" imgW="1268295" imgH="1199426" progId="MS_ClipArt_Gallery.2">
                      <p:embed/>
                    </p:oleObj>
                  </mc:Choice>
                  <mc:Fallback>
                    <p:oleObj name="Clip" r:id="rId24" imgW="1268295" imgH="1199426" progId="MS_ClipArt_Gallery.2">
                      <p:embed/>
                      <p:pic>
                        <p:nvPicPr>
                          <p:cNvPr id="0" name="Object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500"/>
                                        <p:tgtEl>
                                          <p:spTgt spid="4"/>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childTnLst>
                          </p:cTn>
                        </p:par>
                        <p:par>
                          <p:cTn id="20" fill="hold" nodeType="afterGroup">
                            <p:stCondLst>
                              <p:cond delay="2000"/>
                            </p:stCondLst>
                            <p:childTnLst>
                              <p:par>
                                <p:cTn id="21" presetID="9" presetClass="entr" presetSubtype="0"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dissolve">
                                      <p:cBhvr>
                                        <p:cTn id="23" dur="500"/>
                                        <p:tgtEl>
                                          <p:spTgt spid="2"/>
                                        </p:tgtEl>
                                      </p:cBhvr>
                                    </p:animEffect>
                                  </p:childTnLst>
                                </p:cTn>
                              </p:par>
                            </p:childTnLst>
                          </p:cTn>
                        </p:par>
                        <p:par>
                          <p:cTn id="24" fill="hold" nodeType="afterGroup">
                            <p:stCondLst>
                              <p:cond delay="2500"/>
                            </p:stCondLst>
                            <p:childTnLst>
                              <p:par>
                                <p:cTn id="25" presetID="9" presetClass="entr" presetSubtype="0" fill="hold" nodeType="afterEffect">
                                  <p:stCondLst>
                                    <p:cond delay="100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6" name="Rectangle 64">
            <a:extLst>
              <a:ext uri="{FF2B5EF4-FFF2-40B4-BE49-F238E27FC236}">
                <a16:creationId xmlns:a16="http://schemas.microsoft.com/office/drawing/2014/main" id="{D0EBE659-8FF8-4BE0-8D12-DC0F744F6833}"/>
              </a:ext>
            </a:extLst>
          </p:cNvPr>
          <p:cNvSpPr>
            <a:spLocks noChangeArrowheads="1"/>
          </p:cNvSpPr>
          <p:nvPr/>
        </p:nvSpPr>
        <p:spPr bwMode="auto">
          <a:xfrm>
            <a:off x="5484813" y="1514475"/>
            <a:ext cx="3346450" cy="252412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7397" name="Rectangle 2">
            <a:extLst>
              <a:ext uri="{FF2B5EF4-FFF2-40B4-BE49-F238E27FC236}">
                <a16:creationId xmlns:a16="http://schemas.microsoft.com/office/drawing/2014/main" id="{332DAD06-7AA4-4644-BEA1-9EE5B352AB95}"/>
              </a:ext>
            </a:extLst>
          </p:cNvPr>
          <p:cNvSpPr>
            <a:spLocks noGrp="1" noChangeArrowheads="1"/>
          </p:cNvSpPr>
          <p:nvPr>
            <p:ph type="title"/>
          </p:nvPr>
        </p:nvSpPr>
        <p:spPr>
          <a:xfrm>
            <a:off x="533400" y="66675"/>
            <a:ext cx="8153400" cy="1143000"/>
          </a:xfrm>
        </p:spPr>
        <p:txBody>
          <a:bodyPr/>
          <a:lstStyle/>
          <a:p>
            <a:r>
              <a:rPr lang="en-US" altLang="ko-KR" sz="3200">
                <a:ea typeface="Gulim" panose="020B0600000101010101" pitchFamily="34" charset="-127"/>
              </a:rPr>
              <a:t>Các thành phần của một mạng không dây: Infrastructure mode</a:t>
            </a:r>
          </a:p>
        </p:txBody>
      </p:sp>
      <p:sp>
        <p:nvSpPr>
          <p:cNvPr id="827398" name="Oval 3">
            <a:extLst>
              <a:ext uri="{FF2B5EF4-FFF2-40B4-BE49-F238E27FC236}">
                <a16:creationId xmlns:a16="http://schemas.microsoft.com/office/drawing/2014/main" id="{C11A5AF3-F64B-47D2-8541-54911A7FBA80}"/>
              </a:ext>
            </a:extLst>
          </p:cNvPr>
          <p:cNvSpPr>
            <a:spLocks noChangeArrowheads="1"/>
          </p:cNvSpPr>
          <p:nvPr/>
        </p:nvSpPr>
        <p:spPr bwMode="auto">
          <a:xfrm>
            <a:off x="4940300" y="4810125"/>
            <a:ext cx="1755775" cy="1625600"/>
          </a:xfrm>
          <a:prstGeom prst="ellipse">
            <a:avLst/>
          </a:pr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27399" name="Group 4">
            <a:extLst>
              <a:ext uri="{FF2B5EF4-FFF2-40B4-BE49-F238E27FC236}">
                <a16:creationId xmlns:a16="http://schemas.microsoft.com/office/drawing/2014/main" id="{94DF2419-6B33-44D9-AB4F-39BE4C202697}"/>
              </a:ext>
            </a:extLst>
          </p:cNvPr>
          <p:cNvGrpSpPr>
            <a:grpSpLocks/>
          </p:cNvGrpSpPr>
          <p:nvPr/>
        </p:nvGrpSpPr>
        <p:grpSpPr bwMode="auto">
          <a:xfrm>
            <a:off x="3059113" y="2924175"/>
            <a:ext cx="2362200" cy="1762125"/>
            <a:chOff x="3839" y="1737"/>
            <a:chExt cx="1488" cy="1110"/>
          </a:xfrm>
        </p:grpSpPr>
        <p:sp>
          <p:nvSpPr>
            <p:cNvPr id="827461" name="Freeform 5">
              <a:extLst>
                <a:ext uri="{FF2B5EF4-FFF2-40B4-BE49-F238E27FC236}">
                  <a16:creationId xmlns:a16="http://schemas.microsoft.com/office/drawing/2014/main" id="{539D29A7-53EA-4646-A81F-A76E18977A3C}"/>
                </a:ext>
              </a:extLst>
            </p:cNvPr>
            <p:cNvSpPr>
              <a:spLocks/>
            </p:cNvSpPr>
            <p:nvPr/>
          </p:nvSpPr>
          <p:spPr bwMode="auto">
            <a:xfrm>
              <a:off x="3839" y="1737"/>
              <a:ext cx="1488" cy="1110"/>
            </a:xfrm>
            <a:custGeom>
              <a:avLst/>
              <a:gdLst>
                <a:gd name="T0" fmla="*/ 1 w 2135"/>
                <a:gd name="T1" fmla="*/ 1 h 1662"/>
                <a:gd name="T2" fmla="*/ 1 w 2135"/>
                <a:gd name="T3" fmla="*/ 1 h 1662"/>
                <a:gd name="T4" fmla="*/ 3 w 2135"/>
                <a:gd name="T5" fmla="*/ 1 h 1662"/>
                <a:gd name="T6" fmla="*/ 6 w 2135"/>
                <a:gd name="T7" fmla="*/ 1 h 1662"/>
                <a:gd name="T8" fmla="*/ 9 w 2135"/>
                <a:gd name="T9" fmla="*/ 1 h 1662"/>
                <a:gd name="T10" fmla="*/ 9 w 2135"/>
                <a:gd name="T11" fmla="*/ 3 h 1662"/>
                <a:gd name="T12" fmla="*/ 7 w 2135"/>
                <a:gd name="T13" fmla="*/ 4 h 1662"/>
                <a:gd name="T14" fmla="*/ 3 w 2135"/>
                <a:gd name="T15" fmla="*/ 3 h 1662"/>
                <a:gd name="T16" fmla="*/ 2 w 2135"/>
                <a:gd name="T17" fmla="*/ 3 h 1662"/>
                <a:gd name="T18" fmla="*/ 1 w 2135"/>
                <a:gd name="T19" fmla="*/ 3 h 1662"/>
                <a:gd name="T20" fmla="*/ 1 w 2135"/>
                <a:gd name="T21" fmla="*/ 1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7462" name="Text Box 6">
              <a:extLst>
                <a:ext uri="{FF2B5EF4-FFF2-40B4-BE49-F238E27FC236}">
                  <a16:creationId xmlns:a16="http://schemas.microsoft.com/office/drawing/2014/main" id="{F521C7DF-23CD-4211-95B1-CAD1A12A671F}"/>
                </a:ext>
              </a:extLst>
            </p:cNvPr>
            <p:cNvSpPr txBox="1">
              <a:spLocks noChangeArrowheads="1"/>
            </p:cNvSpPr>
            <p:nvPr/>
          </p:nvSpPr>
          <p:spPr bwMode="auto">
            <a:xfrm>
              <a:off x="4075" y="1947"/>
              <a:ext cx="109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ko-KR" sz="1800">
                  <a:ea typeface="Gulim" panose="020B0600000101010101" pitchFamily="34" charset="-127"/>
                </a:rPr>
                <a:t>network </a:t>
              </a:r>
            </a:p>
            <a:p>
              <a:pPr algn="ctr" eaLnBrk="1" hangingPunct="1">
                <a:spcBef>
                  <a:spcPct val="0"/>
                </a:spcBef>
                <a:buClrTx/>
                <a:buSzTx/>
                <a:buFontTx/>
                <a:buNone/>
              </a:pPr>
              <a:r>
                <a:rPr lang="en-US" altLang="ko-KR" sz="1800">
                  <a:ea typeface="Gulim" panose="020B0600000101010101" pitchFamily="34" charset="-127"/>
                </a:rPr>
                <a:t>infrastructure</a:t>
              </a:r>
            </a:p>
          </p:txBody>
        </p:sp>
      </p:grpSp>
      <p:pic>
        <p:nvPicPr>
          <p:cNvPr id="827400" name="Picture 7" descr="31u_bnrz[1]">
            <a:extLst>
              <a:ext uri="{FF2B5EF4-FFF2-40B4-BE49-F238E27FC236}">
                <a16:creationId xmlns:a16="http://schemas.microsoft.com/office/drawing/2014/main" id="{409B16C5-4CE4-474A-9D98-EE8DCFE837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5325" y="5387975"/>
            <a:ext cx="214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7401" name="Group 8">
            <a:extLst>
              <a:ext uri="{FF2B5EF4-FFF2-40B4-BE49-F238E27FC236}">
                <a16:creationId xmlns:a16="http://schemas.microsoft.com/office/drawing/2014/main" id="{E09169F4-8E03-4E27-84DC-39E6EEC9C971}"/>
              </a:ext>
            </a:extLst>
          </p:cNvPr>
          <p:cNvGrpSpPr>
            <a:grpSpLocks/>
          </p:cNvGrpSpPr>
          <p:nvPr/>
        </p:nvGrpSpPr>
        <p:grpSpPr bwMode="auto">
          <a:xfrm>
            <a:off x="1147763" y="1852613"/>
            <a:ext cx="1755775" cy="1625600"/>
            <a:chOff x="567" y="1326"/>
            <a:chExt cx="1106" cy="1024"/>
          </a:xfrm>
        </p:grpSpPr>
        <p:sp>
          <p:nvSpPr>
            <p:cNvPr id="827450" name="Oval 9">
              <a:extLst>
                <a:ext uri="{FF2B5EF4-FFF2-40B4-BE49-F238E27FC236}">
                  <a16:creationId xmlns:a16="http://schemas.microsoft.com/office/drawing/2014/main" id="{EA9BE183-8BDD-4755-8E6C-FA62B02A2C35}"/>
                </a:ext>
              </a:extLst>
            </p:cNvPr>
            <p:cNvSpPr>
              <a:spLocks noChangeArrowheads="1"/>
            </p:cNvSpPr>
            <p:nvPr/>
          </p:nvSpPr>
          <p:spPr bwMode="auto">
            <a:xfrm>
              <a:off x="567" y="1326"/>
              <a:ext cx="1106" cy="1024"/>
            </a:xfrm>
            <a:prstGeom prst="ellipse">
              <a:avLst/>
            </a:pr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827451" name="Picture 10" descr="31u_bnrz[1]">
              <a:extLst>
                <a:ext uri="{FF2B5EF4-FFF2-40B4-BE49-F238E27FC236}">
                  <a16:creationId xmlns:a16="http://schemas.microsoft.com/office/drawing/2014/main" id="{EE9BE416-A5B6-4659-B1F5-B7B1B241F1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1035" y="1785"/>
              <a:ext cx="212" cy="135"/>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827452" name="Group 11">
              <a:extLst>
                <a:ext uri="{FF2B5EF4-FFF2-40B4-BE49-F238E27FC236}">
                  <a16:creationId xmlns:a16="http://schemas.microsoft.com/office/drawing/2014/main" id="{9D0AA287-F905-4F85-8B99-3A4D160A37BC}"/>
                </a:ext>
              </a:extLst>
            </p:cNvPr>
            <p:cNvGrpSpPr>
              <a:grpSpLocks/>
            </p:cNvGrpSpPr>
            <p:nvPr/>
          </p:nvGrpSpPr>
          <p:grpSpPr bwMode="auto">
            <a:xfrm>
              <a:off x="1221" y="1447"/>
              <a:ext cx="252" cy="288"/>
              <a:chOff x="2870" y="1518"/>
              <a:chExt cx="292" cy="320"/>
            </a:xfrm>
          </p:grpSpPr>
          <p:graphicFrame>
            <p:nvGraphicFramePr>
              <p:cNvPr id="827459" name="Object 12">
                <a:extLst>
                  <a:ext uri="{FF2B5EF4-FFF2-40B4-BE49-F238E27FC236}">
                    <a16:creationId xmlns:a16="http://schemas.microsoft.com/office/drawing/2014/main" id="{4F894935-D6AE-45C0-A7D1-0646396D4469}"/>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697" name="Clip" r:id="rId5" imgW="826829" imgH="840406" progId="MS_ClipArt_Gallery.2">
                      <p:embed/>
                    </p:oleObj>
                  </mc:Choice>
                  <mc:Fallback>
                    <p:oleObj name="Clip" r:id="rId5" imgW="826829" imgH="840406" progId="MS_ClipArt_Gallery.2">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66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60" name="Object 13">
                <a:extLst>
                  <a:ext uri="{FF2B5EF4-FFF2-40B4-BE49-F238E27FC236}">
                    <a16:creationId xmlns:a16="http://schemas.microsoft.com/office/drawing/2014/main" id="{16696833-4E8C-47E1-930B-1995D4D7AA7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698" name="Clip" r:id="rId7" imgW="1268295" imgH="1199426" progId="MS_ClipArt_Gallery.2">
                      <p:embed/>
                    </p:oleObj>
                  </mc:Choice>
                  <mc:Fallback>
                    <p:oleObj name="Clip" r:id="rId7" imgW="1268295" imgH="1199426" progId="MS_ClipArt_Gallery.2">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66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7453" name="Group 14">
              <a:extLst>
                <a:ext uri="{FF2B5EF4-FFF2-40B4-BE49-F238E27FC236}">
                  <a16:creationId xmlns:a16="http://schemas.microsoft.com/office/drawing/2014/main" id="{3C89DBBF-2F0D-484F-9563-B6C739BA4B7F}"/>
                </a:ext>
              </a:extLst>
            </p:cNvPr>
            <p:cNvGrpSpPr>
              <a:grpSpLocks/>
            </p:cNvGrpSpPr>
            <p:nvPr/>
          </p:nvGrpSpPr>
          <p:grpSpPr bwMode="auto">
            <a:xfrm>
              <a:off x="869" y="1379"/>
              <a:ext cx="252" cy="288"/>
              <a:chOff x="2870" y="1518"/>
              <a:chExt cx="292" cy="320"/>
            </a:xfrm>
          </p:grpSpPr>
          <p:graphicFrame>
            <p:nvGraphicFramePr>
              <p:cNvPr id="827457" name="Object 15">
                <a:extLst>
                  <a:ext uri="{FF2B5EF4-FFF2-40B4-BE49-F238E27FC236}">
                    <a16:creationId xmlns:a16="http://schemas.microsoft.com/office/drawing/2014/main" id="{3022E9E0-4272-4F49-BDCD-961DA9C7887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699" name="Clip" r:id="rId9" imgW="826829" imgH="840406" progId="MS_ClipArt_Gallery.2">
                      <p:embed/>
                    </p:oleObj>
                  </mc:Choice>
                  <mc:Fallback>
                    <p:oleObj name="Clip" r:id="rId9" imgW="826829" imgH="840406" progId="MS_ClipArt_Gallery.2">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66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58" name="Object 16">
                <a:extLst>
                  <a:ext uri="{FF2B5EF4-FFF2-40B4-BE49-F238E27FC236}">
                    <a16:creationId xmlns:a16="http://schemas.microsoft.com/office/drawing/2014/main" id="{6C77AAE6-CC7D-4C9E-9CFB-4C6320FFE01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00" name="Clip" r:id="rId10" imgW="1268295" imgH="1199426" progId="MS_ClipArt_Gallery.2">
                      <p:embed/>
                    </p:oleObj>
                  </mc:Choice>
                  <mc:Fallback>
                    <p:oleObj name="Clip" r:id="rId10" imgW="1268295" imgH="1199426" progId="MS_ClipArt_Gallery.2">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66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7454" name="Group 17">
              <a:extLst>
                <a:ext uri="{FF2B5EF4-FFF2-40B4-BE49-F238E27FC236}">
                  <a16:creationId xmlns:a16="http://schemas.microsoft.com/office/drawing/2014/main" id="{046B70FB-DCF4-44F6-9AA2-1A570FDAB694}"/>
                </a:ext>
              </a:extLst>
            </p:cNvPr>
            <p:cNvGrpSpPr>
              <a:grpSpLocks/>
            </p:cNvGrpSpPr>
            <p:nvPr/>
          </p:nvGrpSpPr>
          <p:grpSpPr bwMode="auto">
            <a:xfrm>
              <a:off x="727" y="1878"/>
              <a:ext cx="252" cy="288"/>
              <a:chOff x="2870" y="1518"/>
              <a:chExt cx="292" cy="320"/>
            </a:xfrm>
          </p:grpSpPr>
          <p:graphicFrame>
            <p:nvGraphicFramePr>
              <p:cNvPr id="827455" name="Object 18">
                <a:extLst>
                  <a:ext uri="{FF2B5EF4-FFF2-40B4-BE49-F238E27FC236}">
                    <a16:creationId xmlns:a16="http://schemas.microsoft.com/office/drawing/2014/main" id="{FCFB93C6-3A91-4324-907A-58D1F184ACB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701" name="Clip" r:id="rId11" imgW="826829" imgH="840406" progId="MS_ClipArt_Gallery.2">
                      <p:embed/>
                    </p:oleObj>
                  </mc:Choice>
                  <mc:Fallback>
                    <p:oleObj name="Clip" r:id="rId11" imgW="826829" imgH="840406" progId="MS_ClipArt_Gallery.2">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solidFill>
                            <a:srgbClr val="66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56" name="Object 19">
                <a:extLst>
                  <a:ext uri="{FF2B5EF4-FFF2-40B4-BE49-F238E27FC236}">
                    <a16:creationId xmlns:a16="http://schemas.microsoft.com/office/drawing/2014/main" id="{8D62F603-876E-4F40-84DB-343E5BAECE4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02" name="Clip" r:id="rId12" imgW="1268295" imgH="1199426" progId="MS_ClipArt_Gallery.2">
                      <p:embed/>
                    </p:oleObj>
                  </mc:Choice>
                  <mc:Fallback>
                    <p:oleObj name="Clip" r:id="rId12" imgW="1268295" imgH="1199426" progId="MS_ClipArt_Gallery.2">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solidFill>
                            <a:srgbClr val="66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827402" name="Line 20">
            <a:extLst>
              <a:ext uri="{FF2B5EF4-FFF2-40B4-BE49-F238E27FC236}">
                <a16:creationId xmlns:a16="http://schemas.microsoft.com/office/drawing/2014/main" id="{3CE7B8DF-8DCD-42AC-8B7A-3620F44C1110}"/>
              </a:ext>
            </a:extLst>
          </p:cNvPr>
          <p:cNvSpPr>
            <a:spLocks noChangeShapeType="1"/>
          </p:cNvSpPr>
          <p:nvPr/>
        </p:nvSpPr>
        <p:spPr bwMode="auto">
          <a:xfrm>
            <a:off x="2176463" y="2854325"/>
            <a:ext cx="900112" cy="392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7403" name="Oval 21">
            <a:extLst>
              <a:ext uri="{FF2B5EF4-FFF2-40B4-BE49-F238E27FC236}">
                <a16:creationId xmlns:a16="http://schemas.microsoft.com/office/drawing/2014/main" id="{4E104112-E31E-4870-93FF-A4C311954761}"/>
              </a:ext>
            </a:extLst>
          </p:cNvPr>
          <p:cNvSpPr>
            <a:spLocks noChangeArrowheads="1"/>
          </p:cNvSpPr>
          <p:nvPr/>
        </p:nvSpPr>
        <p:spPr bwMode="auto">
          <a:xfrm>
            <a:off x="1243013" y="3775075"/>
            <a:ext cx="1755775" cy="1625600"/>
          </a:xfrm>
          <a:prstGeom prst="ellipse">
            <a:avLst/>
          </a:pr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827404" name="Picture 22" descr="31u_bnrz[1]">
            <a:extLst>
              <a:ext uri="{FF2B5EF4-FFF2-40B4-BE49-F238E27FC236}">
                <a16:creationId xmlns:a16="http://schemas.microsoft.com/office/drawing/2014/main" id="{0548D21C-7E66-4FC5-9B43-D33DD80DFE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6288" y="4443413"/>
            <a:ext cx="2143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7405" name="Group 23">
            <a:extLst>
              <a:ext uri="{FF2B5EF4-FFF2-40B4-BE49-F238E27FC236}">
                <a16:creationId xmlns:a16="http://schemas.microsoft.com/office/drawing/2014/main" id="{A454F823-D433-4470-BC10-4F66044AC4CF}"/>
              </a:ext>
            </a:extLst>
          </p:cNvPr>
          <p:cNvGrpSpPr>
            <a:grpSpLocks/>
          </p:cNvGrpSpPr>
          <p:nvPr/>
        </p:nvGrpSpPr>
        <p:grpSpPr bwMode="auto">
          <a:xfrm>
            <a:off x="2033588" y="4794250"/>
            <a:ext cx="400050" cy="457200"/>
            <a:chOff x="2870" y="1518"/>
            <a:chExt cx="292" cy="320"/>
          </a:xfrm>
        </p:grpSpPr>
        <p:graphicFrame>
          <p:nvGraphicFramePr>
            <p:cNvPr id="827448" name="Object 24">
              <a:extLst>
                <a:ext uri="{FF2B5EF4-FFF2-40B4-BE49-F238E27FC236}">
                  <a16:creationId xmlns:a16="http://schemas.microsoft.com/office/drawing/2014/main" id="{08DBD6DE-CCEC-4AEF-809F-9DA0A7023C0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703" name="Clip" r:id="rId13" imgW="826829" imgH="840406" progId="MS_ClipArt_Gallery.2">
                    <p:embed/>
                  </p:oleObj>
                </mc:Choice>
                <mc:Fallback>
                  <p:oleObj name="Clip" r:id="rId13" imgW="826829" imgH="840406" progId="MS_ClipArt_Gallery.2">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49" name="Object 25">
              <a:extLst>
                <a:ext uri="{FF2B5EF4-FFF2-40B4-BE49-F238E27FC236}">
                  <a16:creationId xmlns:a16="http://schemas.microsoft.com/office/drawing/2014/main" id="{B82FC25C-04DB-4662-BC5A-B3A3AD25A95F}"/>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04" name="Clip" r:id="rId14" imgW="1268295" imgH="1199426" progId="MS_ClipArt_Gallery.2">
                    <p:embed/>
                  </p:oleObj>
                </mc:Choice>
                <mc:Fallback>
                  <p:oleObj name="Clip" r:id="rId14" imgW="1268295" imgH="1199426" progId="MS_ClipArt_Gallery.2">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7406" name="Group 26">
            <a:extLst>
              <a:ext uri="{FF2B5EF4-FFF2-40B4-BE49-F238E27FC236}">
                <a16:creationId xmlns:a16="http://schemas.microsoft.com/office/drawing/2014/main" id="{3C122937-8C92-4BE8-9022-0F57D5944A63}"/>
              </a:ext>
            </a:extLst>
          </p:cNvPr>
          <p:cNvGrpSpPr>
            <a:grpSpLocks/>
          </p:cNvGrpSpPr>
          <p:nvPr/>
        </p:nvGrpSpPr>
        <p:grpSpPr bwMode="auto">
          <a:xfrm>
            <a:off x="1882775" y="3844925"/>
            <a:ext cx="400050" cy="457200"/>
            <a:chOff x="2870" y="1518"/>
            <a:chExt cx="292" cy="320"/>
          </a:xfrm>
        </p:grpSpPr>
        <p:graphicFrame>
          <p:nvGraphicFramePr>
            <p:cNvPr id="827446" name="Object 27">
              <a:extLst>
                <a:ext uri="{FF2B5EF4-FFF2-40B4-BE49-F238E27FC236}">
                  <a16:creationId xmlns:a16="http://schemas.microsoft.com/office/drawing/2014/main" id="{002D4261-C9BA-4E48-A787-1D280E6F12CF}"/>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705" name="Clip" r:id="rId15" imgW="826829" imgH="840406" progId="MS_ClipArt_Gallery.2">
                    <p:embed/>
                  </p:oleObj>
                </mc:Choice>
                <mc:Fallback>
                  <p:oleObj name="Clip" r:id="rId15" imgW="826829" imgH="840406" progId="MS_ClipArt_Gallery.2">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47" name="Object 28">
              <a:extLst>
                <a:ext uri="{FF2B5EF4-FFF2-40B4-BE49-F238E27FC236}">
                  <a16:creationId xmlns:a16="http://schemas.microsoft.com/office/drawing/2014/main" id="{585A940F-CD44-4BDE-964A-37C1A3563EF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06" name="Clip" r:id="rId16" imgW="1268295" imgH="1199426" progId="MS_ClipArt_Gallery.2">
                    <p:embed/>
                  </p:oleObj>
                </mc:Choice>
                <mc:Fallback>
                  <p:oleObj name="Clip" r:id="rId16" imgW="1268295" imgH="1199426" progId="MS_ClipArt_Gallery.2">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7407" name="Group 29">
            <a:extLst>
              <a:ext uri="{FF2B5EF4-FFF2-40B4-BE49-F238E27FC236}">
                <a16:creationId xmlns:a16="http://schemas.microsoft.com/office/drawing/2014/main" id="{BB9C9385-7AA9-442C-8236-6B07C859FBA3}"/>
              </a:ext>
            </a:extLst>
          </p:cNvPr>
          <p:cNvGrpSpPr>
            <a:grpSpLocks/>
          </p:cNvGrpSpPr>
          <p:nvPr/>
        </p:nvGrpSpPr>
        <p:grpSpPr bwMode="auto">
          <a:xfrm>
            <a:off x="1497013" y="4651375"/>
            <a:ext cx="400050" cy="457200"/>
            <a:chOff x="2870" y="1518"/>
            <a:chExt cx="292" cy="320"/>
          </a:xfrm>
        </p:grpSpPr>
        <p:graphicFrame>
          <p:nvGraphicFramePr>
            <p:cNvPr id="827444" name="Object 30">
              <a:extLst>
                <a:ext uri="{FF2B5EF4-FFF2-40B4-BE49-F238E27FC236}">
                  <a16:creationId xmlns:a16="http://schemas.microsoft.com/office/drawing/2014/main" id="{9C96C7F2-0A42-4EA7-AC43-C92938BA32F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707" name="Clip" r:id="rId17" imgW="826829" imgH="840406" progId="MS_ClipArt_Gallery.2">
                    <p:embed/>
                  </p:oleObj>
                </mc:Choice>
                <mc:Fallback>
                  <p:oleObj name="Clip" r:id="rId17" imgW="826829" imgH="840406" progId="MS_ClipArt_Gallery.2">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45" name="Object 31">
              <a:extLst>
                <a:ext uri="{FF2B5EF4-FFF2-40B4-BE49-F238E27FC236}">
                  <a16:creationId xmlns:a16="http://schemas.microsoft.com/office/drawing/2014/main" id="{14A31003-658C-453F-9529-07369AF9C49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08" name="Clip" r:id="rId18" imgW="1268295" imgH="1199426" progId="MS_ClipArt_Gallery.2">
                    <p:embed/>
                  </p:oleObj>
                </mc:Choice>
                <mc:Fallback>
                  <p:oleObj name="Clip" r:id="rId18" imgW="1268295" imgH="1199426" progId="MS_ClipArt_Gallery.2">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27408" name="Line 32">
            <a:extLst>
              <a:ext uri="{FF2B5EF4-FFF2-40B4-BE49-F238E27FC236}">
                <a16:creationId xmlns:a16="http://schemas.microsoft.com/office/drawing/2014/main" id="{CE1108B8-9365-4B5E-B9A3-8FF392DE4B84}"/>
              </a:ext>
            </a:extLst>
          </p:cNvPr>
          <p:cNvSpPr>
            <a:spLocks noChangeShapeType="1"/>
          </p:cNvSpPr>
          <p:nvPr/>
        </p:nvSpPr>
        <p:spPr bwMode="auto">
          <a:xfrm flipV="1">
            <a:off x="2197100" y="3863975"/>
            <a:ext cx="974725" cy="725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27409" name="Group 33">
            <a:extLst>
              <a:ext uri="{FF2B5EF4-FFF2-40B4-BE49-F238E27FC236}">
                <a16:creationId xmlns:a16="http://schemas.microsoft.com/office/drawing/2014/main" id="{D776F412-1706-424C-AB71-6D7838274E4E}"/>
              </a:ext>
            </a:extLst>
          </p:cNvPr>
          <p:cNvGrpSpPr>
            <a:grpSpLocks/>
          </p:cNvGrpSpPr>
          <p:nvPr/>
        </p:nvGrpSpPr>
        <p:grpSpPr bwMode="auto">
          <a:xfrm>
            <a:off x="1373188" y="4103688"/>
            <a:ext cx="400050" cy="457200"/>
            <a:chOff x="2870" y="1518"/>
            <a:chExt cx="292" cy="320"/>
          </a:xfrm>
        </p:grpSpPr>
        <p:graphicFrame>
          <p:nvGraphicFramePr>
            <p:cNvPr id="827442" name="Object 34">
              <a:extLst>
                <a:ext uri="{FF2B5EF4-FFF2-40B4-BE49-F238E27FC236}">
                  <a16:creationId xmlns:a16="http://schemas.microsoft.com/office/drawing/2014/main" id="{95CF61F1-72A5-42E3-8027-FD42117680F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709" name="Clip" r:id="rId19" imgW="826829" imgH="840406" progId="MS_ClipArt_Gallery.2">
                    <p:embed/>
                  </p:oleObj>
                </mc:Choice>
                <mc:Fallback>
                  <p:oleObj name="Clip" r:id="rId19" imgW="826829" imgH="840406" progId="MS_ClipArt_Gallery.2">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43" name="Object 35">
              <a:extLst>
                <a:ext uri="{FF2B5EF4-FFF2-40B4-BE49-F238E27FC236}">
                  <a16:creationId xmlns:a16="http://schemas.microsoft.com/office/drawing/2014/main" id="{03473A2F-8FED-498D-BD0C-A42CA6DF50E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10" name="Clip" r:id="rId20" imgW="1268295" imgH="1199426" progId="MS_ClipArt_Gallery.2">
                    <p:embed/>
                  </p:oleObj>
                </mc:Choice>
                <mc:Fallback>
                  <p:oleObj name="Clip" r:id="rId20" imgW="1268295" imgH="1199426" progId="MS_ClipArt_Gallery.2">
                    <p:embed/>
                    <p:pic>
                      <p:nvPicPr>
                        <p:cNvPr id="0"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27410" name="Oval 36">
            <a:extLst>
              <a:ext uri="{FF2B5EF4-FFF2-40B4-BE49-F238E27FC236}">
                <a16:creationId xmlns:a16="http://schemas.microsoft.com/office/drawing/2014/main" id="{D166EF83-F4FD-4145-965C-CA337F3539DF}"/>
              </a:ext>
            </a:extLst>
          </p:cNvPr>
          <p:cNvSpPr>
            <a:spLocks noChangeArrowheads="1"/>
          </p:cNvSpPr>
          <p:nvPr/>
        </p:nvSpPr>
        <p:spPr bwMode="auto">
          <a:xfrm>
            <a:off x="3630613" y="4725988"/>
            <a:ext cx="1755775" cy="1625600"/>
          </a:xfrm>
          <a:prstGeom prst="ellipse">
            <a:avLst/>
          </a:pr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827411" name="Picture 37" descr="31u_bnrz[1]">
            <a:extLst>
              <a:ext uri="{FF2B5EF4-FFF2-40B4-BE49-F238E27FC236}">
                <a16:creationId xmlns:a16="http://schemas.microsoft.com/office/drawing/2014/main" id="{3FBE6C8D-DDC5-428D-BE73-C970CE2D0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3888" y="5408613"/>
            <a:ext cx="2143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7412" name="Group 38">
            <a:extLst>
              <a:ext uri="{FF2B5EF4-FFF2-40B4-BE49-F238E27FC236}">
                <a16:creationId xmlns:a16="http://schemas.microsoft.com/office/drawing/2014/main" id="{A835A3BF-D8C7-4569-A90D-8C93ADCA75DD}"/>
              </a:ext>
            </a:extLst>
          </p:cNvPr>
          <p:cNvGrpSpPr>
            <a:grpSpLocks/>
          </p:cNvGrpSpPr>
          <p:nvPr/>
        </p:nvGrpSpPr>
        <p:grpSpPr bwMode="auto">
          <a:xfrm>
            <a:off x="4421188" y="5759450"/>
            <a:ext cx="400050" cy="457200"/>
            <a:chOff x="2870" y="1518"/>
            <a:chExt cx="292" cy="320"/>
          </a:xfrm>
        </p:grpSpPr>
        <p:graphicFrame>
          <p:nvGraphicFramePr>
            <p:cNvPr id="827440" name="Object 39">
              <a:extLst>
                <a:ext uri="{FF2B5EF4-FFF2-40B4-BE49-F238E27FC236}">
                  <a16:creationId xmlns:a16="http://schemas.microsoft.com/office/drawing/2014/main" id="{21F18861-ECCD-4C7B-B406-FECC7EF9569F}"/>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711" name="Clip" r:id="rId21" imgW="826829" imgH="840406" progId="MS_ClipArt_Gallery.2">
                    <p:embed/>
                  </p:oleObj>
                </mc:Choice>
                <mc:Fallback>
                  <p:oleObj name="Clip" r:id="rId21" imgW="826829" imgH="840406" progId="MS_ClipArt_Gallery.2">
                    <p:embed/>
                    <p:pic>
                      <p:nvPicPr>
                        <p:cNvPr id="0"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41" name="Object 40">
              <a:extLst>
                <a:ext uri="{FF2B5EF4-FFF2-40B4-BE49-F238E27FC236}">
                  <a16:creationId xmlns:a16="http://schemas.microsoft.com/office/drawing/2014/main" id="{79DE18EC-DEA8-46E1-92DE-0B3DAB5C848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12" name="Clip" r:id="rId22" imgW="1268295" imgH="1199426" progId="MS_ClipArt_Gallery.2">
                    <p:embed/>
                  </p:oleObj>
                </mc:Choice>
                <mc:Fallback>
                  <p:oleObj name="Clip" r:id="rId22" imgW="1268295" imgH="1199426" progId="MS_ClipArt_Gallery.2">
                    <p:embed/>
                    <p:pic>
                      <p:nvPicPr>
                        <p:cNvPr id="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7413" name="Group 41">
            <a:extLst>
              <a:ext uri="{FF2B5EF4-FFF2-40B4-BE49-F238E27FC236}">
                <a16:creationId xmlns:a16="http://schemas.microsoft.com/office/drawing/2014/main" id="{37E748DF-CC73-48E9-87BC-A5BCE1E0B468}"/>
              </a:ext>
            </a:extLst>
          </p:cNvPr>
          <p:cNvGrpSpPr>
            <a:grpSpLocks/>
          </p:cNvGrpSpPr>
          <p:nvPr/>
        </p:nvGrpSpPr>
        <p:grpSpPr bwMode="auto">
          <a:xfrm>
            <a:off x="4622800" y="4814888"/>
            <a:ext cx="400050" cy="457200"/>
            <a:chOff x="2870" y="1518"/>
            <a:chExt cx="292" cy="320"/>
          </a:xfrm>
        </p:grpSpPr>
        <p:graphicFrame>
          <p:nvGraphicFramePr>
            <p:cNvPr id="827438" name="Object 42">
              <a:extLst>
                <a:ext uri="{FF2B5EF4-FFF2-40B4-BE49-F238E27FC236}">
                  <a16:creationId xmlns:a16="http://schemas.microsoft.com/office/drawing/2014/main" id="{8F0027FB-A4FB-4D04-9FC4-A94F45D6A78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713" name="Clip" r:id="rId23" imgW="826829" imgH="840406" progId="MS_ClipArt_Gallery.2">
                    <p:embed/>
                  </p:oleObj>
                </mc:Choice>
                <mc:Fallback>
                  <p:oleObj name="Clip" r:id="rId23" imgW="826829" imgH="840406" progId="MS_ClipArt_Gallery.2">
                    <p:embed/>
                    <p:pic>
                      <p:nvPicPr>
                        <p:cNvPr id="0"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39" name="Object 43">
              <a:extLst>
                <a:ext uri="{FF2B5EF4-FFF2-40B4-BE49-F238E27FC236}">
                  <a16:creationId xmlns:a16="http://schemas.microsoft.com/office/drawing/2014/main" id="{361BF658-C7B5-4241-A145-C1D40DA94ED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14" name="Clip" r:id="rId24" imgW="1268295" imgH="1199426" progId="MS_ClipArt_Gallery.2">
                    <p:embed/>
                  </p:oleObj>
                </mc:Choice>
                <mc:Fallback>
                  <p:oleObj name="Clip" r:id="rId24" imgW="1268295" imgH="1199426" progId="MS_ClipArt_Gallery.2">
                    <p:embed/>
                    <p:pic>
                      <p:nvPicPr>
                        <p:cNvPr id="0" name="Object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7414" name="Group 44">
            <a:extLst>
              <a:ext uri="{FF2B5EF4-FFF2-40B4-BE49-F238E27FC236}">
                <a16:creationId xmlns:a16="http://schemas.microsoft.com/office/drawing/2014/main" id="{883771B3-1CC3-4DCE-993A-F73F785E7172}"/>
              </a:ext>
            </a:extLst>
          </p:cNvPr>
          <p:cNvGrpSpPr>
            <a:grpSpLocks/>
          </p:cNvGrpSpPr>
          <p:nvPr/>
        </p:nvGrpSpPr>
        <p:grpSpPr bwMode="auto">
          <a:xfrm>
            <a:off x="3884613" y="5616575"/>
            <a:ext cx="400050" cy="457200"/>
            <a:chOff x="2870" y="1518"/>
            <a:chExt cx="292" cy="320"/>
          </a:xfrm>
        </p:grpSpPr>
        <p:graphicFrame>
          <p:nvGraphicFramePr>
            <p:cNvPr id="827436" name="Object 45">
              <a:extLst>
                <a:ext uri="{FF2B5EF4-FFF2-40B4-BE49-F238E27FC236}">
                  <a16:creationId xmlns:a16="http://schemas.microsoft.com/office/drawing/2014/main" id="{19B05BFB-FC96-4B71-901E-DADE3385B79D}"/>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715" name="Clip" r:id="rId25" imgW="826829" imgH="840406" progId="MS_ClipArt_Gallery.2">
                    <p:embed/>
                  </p:oleObj>
                </mc:Choice>
                <mc:Fallback>
                  <p:oleObj name="Clip" r:id="rId25" imgW="826829" imgH="840406" progId="MS_ClipArt_Gallery.2">
                    <p:embed/>
                    <p:pic>
                      <p:nvPicPr>
                        <p:cNvPr id="0" name="Object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37" name="Object 46">
              <a:extLst>
                <a:ext uri="{FF2B5EF4-FFF2-40B4-BE49-F238E27FC236}">
                  <a16:creationId xmlns:a16="http://schemas.microsoft.com/office/drawing/2014/main" id="{ECFC4B12-6A59-4E5E-8E7D-39B409BE4CD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16" name="Clip" r:id="rId26" imgW="1268295" imgH="1199426" progId="MS_ClipArt_Gallery.2">
                    <p:embed/>
                  </p:oleObj>
                </mc:Choice>
                <mc:Fallback>
                  <p:oleObj name="Clip" r:id="rId26" imgW="1268295" imgH="1199426" progId="MS_ClipArt_Gallery.2">
                    <p:embed/>
                    <p:pic>
                      <p:nvPicPr>
                        <p:cNvPr id="0" name="Object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7415" name="Group 47">
            <a:extLst>
              <a:ext uri="{FF2B5EF4-FFF2-40B4-BE49-F238E27FC236}">
                <a16:creationId xmlns:a16="http://schemas.microsoft.com/office/drawing/2014/main" id="{F9C85D28-ACFB-4EEB-8B64-41AB09230DF0}"/>
              </a:ext>
            </a:extLst>
          </p:cNvPr>
          <p:cNvGrpSpPr>
            <a:grpSpLocks/>
          </p:cNvGrpSpPr>
          <p:nvPr/>
        </p:nvGrpSpPr>
        <p:grpSpPr bwMode="auto">
          <a:xfrm>
            <a:off x="3760788" y="5068888"/>
            <a:ext cx="400050" cy="457200"/>
            <a:chOff x="2870" y="1518"/>
            <a:chExt cx="292" cy="320"/>
          </a:xfrm>
        </p:grpSpPr>
        <p:graphicFrame>
          <p:nvGraphicFramePr>
            <p:cNvPr id="827434" name="Object 48">
              <a:extLst>
                <a:ext uri="{FF2B5EF4-FFF2-40B4-BE49-F238E27FC236}">
                  <a16:creationId xmlns:a16="http://schemas.microsoft.com/office/drawing/2014/main" id="{3A72BE60-0E00-41F2-B4CA-55245CA34CB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717" name="Clip" r:id="rId27" imgW="826829" imgH="840406" progId="MS_ClipArt_Gallery.2">
                    <p:embed/>
                  </p:oleObj>
                </mc:Choice>
                <mc:Fallback>
                  <p:oleObj name="Clip" r:id="rId27" imgW="826829" imgH="840406" progId="MS_ClipArt_Gallery.2">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35" name="Object 49">
              <a:extLst>
                <a:ext uri="{FF2B5EF4-FFF2-40B4-BE49-F238E27FC236}">
                  <a16:creationId xmlns:a16="http://schemas.microsoft.com/office/drawing/2014/main" id="{9DF8D564-3E4F-45B0-97F6-5CFE4D27742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18" name="Clip" r:id="rId28" imgW="1268295" imgH="1199426" progId="MS_ClipArt_Gallery.2">
                    <p:embed/>
                  </p:oleObj>
                </mc:Choice>
                <mc:Fallback>
                  <p:oleObj name="Clip" r:id="rId28" imgW="1268295" imgH="1199426" progId="MS_ClipArt_Gallery.2">
                    <p:embed/>
                    <p:pic>
                      <p:nvPicPr>
                        <p:cNvPr id="0" name="Object 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7416" name="Group 50">
            <a:extLst>
              <a:ext uri="{FF2B5EF4-FFF2-40B4-BE49-F238E27FC236}">
                <a16:creationId xmlns:a16="http://schemas.microsoft.com/office/drawing/2014/main" id="{4CFCF496-37D0-4919-9D23-30B6C3F14C4B}"/>
              </a:ext>
            </a:extLst>
          </p:cNvPr>
          <p:cNvGrpSpPr>
            <a:grpSpLocks/>
          </p:cNvGrpSpPr>
          <p:nvPr/>
        </p:nvGrpSpPr>
        <p:grpSpPr bwMode="auto">
          <a:xfrm>
            <a:off x="5837238" y="5840413"/>
            <a:ext cx="400050" cy="457200"/>
            <a:chOff x="2870" y="1518"/>
            <a:chExt cx="292" cy="320"/>
          </a:xfrm>
        </p:grpSpPr>
        <p:graphicFrame>
          <p:nvGraphicFramePr>
            <p:cNvPr id="827432" name="Object 51">
              <a:extLst>
                <a:ext uri="{FF2B5EF4-FFF2-40B4-BE49-F238E27FC236}">
                  <a16:creationId xmlns:a16="http://schemas.microsoft.com/office/drawing/2014/main" id="{6B716890-A659-4833-AC8B-D3B23E70FBD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719" name="Clip" r:id="rId29" imgW="826829" imgH="840406" progId="MS_ClipArt_Gallery.2">
                    <p:embed/>
                  </p:oleObj>
                </mc:Choice>
                <mc:Fallback>
                  <p:oleObj name="Clip" r:id="rId29" imgW="826829" imgH="840406" progId="MS_ClipArt_Gallery.2">
                    <p:embed/>
                    <p:pic>
                      <p:nvPicPr>
                        <p:cNvPr id="0" name="Object 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33" name="Object 52">
              <a:extLst>
                <a:ext uri="{FF2B5EF4-FFF2-40B4-BE49-F238E27FC236}">
                  <a16:creationId xmlns:a16="http://schemas.microsoft.com/office/drawing/2014/main" id="{5793BC56-621F-41A9-8CC1-3E1FE86D5FEF}"/>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20" name="Clip" r:id="rId30" imgW="1268295" imgH="1199426" progId="MS_ClipArt_Gallery.2">
                    <p:embed/>
                  </p:oleObj>
                </mc:Choice>
                <mc:Fallback>
                  <p:oleObj name="Clip" r:id="rId30" imgW="1268295" imgH="1199426" progId="MS_ClipArt_Gallery.2">
                    <p:embed/>
                    <p:pic>
                      <p:nvPicPr>
                        <p:cNvPr id="0" name="Object 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7417" name="Group 53">
            <a:extLst>
              <a:ext uri="{FF2B5EF4-FFF2-40B4-BE49-F238E27FC236}">
                <a16:creationId xmlns:a16="http://schemas.microsoft.com/office/drawing/2014/main" id="{5D07D44B-246C-4B1B-9CAA-8C8F26063FF9}"/>
              </a:ext>
            </a:extLst>
          </p:cNvPr>
          <p:cNvGrpSpPr>
            <a:grpSpLocks/>
          </p:cNvGrpSpPr>
          <p:nvPr/>
        </p:nvGrpSpPr>
        <p:grpSpPr bwMode="auto">
          <a:xfrm>
            <a:off x="4830763" y="5307013"/>
            <a:ext cx="835025" cy="457200"/>
            <a:chOff x="3345" y="3383"/>
            <a:chExt cx="526" cy="288"/>
          </a:xfrm>
        </p:grpSpPr>
        <p:grpSp>
          <p:nvGrpSpPr>
            <p:cNvPr id="827425" name="Group 54">
              <a:extLst>
                <a:ext uri="{FF2B5EF4-FFF2-40B4-BE49-F238E27FC236}">
                  <a16:creationId xmlns:a16="http://schemas.microsoft.com/office/drawing/2014/main" id="{67E193CA-D840-4906-B926-882C24BEA3AD}"/>
                </a:ext>
              </a:extLst>
            </p:cNvPr>
            <p:cNvGrpSpPr>
              <a:grpSpLocks/>
            </p:cNvGrpSpPr>
            <p:nvPr/>
          </p:nvGrpSpPr>
          <p:grpSpPr bwMode="auto">
            <a:xfrm>
              <a:off x="3426" y="3383"/>
              <a:ext cx="252" cy="288"/>
              <a:chOff x="2870" y="1518"/>
              <a:chExt cx="292" cy="320"/>
            </a:xfrm>
          </p:grpSpPr>
          <p:graphicFrame>
            <p:nvGraphicFramePr>
              <p:cNvPr id="827430" name="Object 55">
                <a:extLst>
                  <a:ext uri="{FF2B5EF4-FFF2-40B4-BE49-F238E27FC236}">
                    <a16:creationId xmlns:a16="http://schemas.microsoft.com/office/drawing/2014/main" id="{AB7191F1-93E2-4825-9652-36B26BD6195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7721" name="Clip" r:id="rId31" imgW="826829" imgH="840406" progId="MS_ClipArt_Gallery.2">
                      <p:embed/>
                    </p:oleObj>
                  </mc:Choice>
                  <mc:Fallback>
                    <p:oleObj name="Clip" r:id="rId31" imgW="826829" imgH="840406" progId="MS_ClipArt_Gallery.2">
                      <p:embed/>
                      <p:pic>
                        <p:nvPicPr>
                          <p:cNvPr id="0"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7431" name="Object 56">
                <a:extLst>
                  <a:ext uri="{FF2B5EF4-FFF2-40B4-BE49-F238E27FC236}">
                    <a16:creationId xmlns:a16="http://schemas.microsoft.com/office/drawing/2014/main" id="{4FFA9F29-7320-41EF-B93F-0586F8C23FE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7722" name="Clip" r:id="rId32" imgW="1268295" imgH="1199426" progId="MS_ClipArt_Gallery.2">
                      <p:embed/>
                    </p:oleObj>
                  </mc:Choice>
                  <mc:Fallback>
                    <p:oleObj name="Clip" r:id="rId32" imgW="1268295" imgH="1199426" progId="MS_ClipArt_Gallery.2">
                      <p:embed/>
                      <p:pic>
                        <p:nvPicPr>
                          <p:cNvPr id="0" name="Object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27426" name="Line 57">
              <a:extLst>
                <a:ext uri="{FF2B5EF4-FFF2-40B4-BE49-F238E27FC236}">
                  <a16:creationId xmlns:a16="http://schemas.microsoft.com/office/drawing/2014/main" id="{ABC664EE-718A-4A72-A355-BC86D0DED9F5}"/>
                </a:ext>
              </a:extLst>
            </p:cNvPr>
            <p:cNvSpPr>
              <a:spLocks noChangeShapeType="1"/>
            </p:cNvSpPr>
            <p:nvPr/>
          </p:nvSpPr>
          <p:spPr bwMode="auto">
            <a:xfrm>
              <a:off x="3679" y="3547"/>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7427" name="Line 58">
              <a:extLst>
                <a:ext uri="{FF2B5EF4-FFF2-40B4-BE49-F238E27FC236}">
                  <a16:creationId xmlns:a16="http://schemas.microsoft.com/office/drawing/2014/main" id="{A0DD4D97-BB09-4D58-8A2B-93CA2B64B81E}"/>
                </a:ext>
              </a:extLst>
            </p:cNvPr>
            <p:cNvSpPr>
              <a:spLocks noChangeShapeType="1"/>
            </p:cNvSpPr>
            <p:nvPr/>
          </p:nvSpPr>
          <p:spPr bwMode="auto">
            <a:xfrm flipH="1">
              <a:off x="3372" y="3486"/>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7428" name="Line 59">
              <a:extLst>
                <a:ext uri="{FF2B5EF4-FFF2-40B4-BE49-F238E27FC236}">
                  <a16:creationId xmlns:a16="http://schemas.microsoft.com/office/drawing/2014/main" id="{B48DF77C-BBC9-4FF2-8A96-8B7A8B22F2AB}"/>
                </a:ext>
              </a:extLst>
            </p:cNvPr>
            <p:cNvSpPr>
              <a:spLocks noChangeShapeType="1"/>
            </p:cNvSpPr>
            <p:nvPr/>
          </p:nvSpPr>
          <p:spPr bwMode="auto">
            <a:xfrm flipH="1">
              <a:off x="3381" y="3534"/>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7429" name="Line 60">
              <a:extLst>
                <a:ext uri="{FF2B5EF4-FFF2-40B4-BE49-F238E27FC236}">
                  <a16:creationId xmlns:a16="http://schemas.microsoft.com/office/drawing/2014/main" id="{F28D673E-2A95-4D68-B8F6-57E779D54641}"/>
                </a:ext>
              </a:extLst>
            </p:cNvPr>
            <p:cNvSpPr>
              <a:spLocks noChangeShapeType="1"/>
            </p:cNvSpPr>
            <p:nvPr/>
          </p:nvSpPr>
          <p:spPr bwMode="auto">
            <a:xfrm flipH="1">
              <a:off x="3345" y="3576"/>
              <a:ext cx="1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27418" name="Line 61">
            <a:extLst>
              <a:ext uri="{FF2B5EF4-FFF2-40B4-BE49-F238E27FC236}">
                <a16:creationId xmlns:a16="http://schemas.microsoft.com/office/drawing/2014/main" id="{9E833B7C-6464-4920-A249-263822996B6C}"/>
              </a:ext>
            </a:extLst>
          </p:cNvPr>
          <p:cNvSpPr>
            <a:spLocks noChangeShapeType="1"/>
          </p:cNvSpPr>
          <p:nvPr/>
        </p:nvSpPr>
        <p:spPr bwMode="auto">
          <a:xfrm flipH="1" flipV="1">
            <a:off x="5068888" y="4446588"/>
            <a:ext cx="747712" cy="1095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7419" name="Line 62">
            <a:extLst>
              <a:ext uri="{FF2B5EF4-FFF2-40B4-BE49-F238E27FC236}">
                <a16:creationId xmlns:a16="http://schemas.microsoft.com/office/drawing/2014/main" id="{2675880B-EEDA-4431-B3C3-2EE0225B587E}"/>
              </a:ext>
            </a:extLst>
          </p:cNvPr>
          <p:cNvSpPr>
            <a:spLocks noChangeShapeType="1"/>
          </p:cNvSpPr>
          <p:nvPr/>
        </p:nvSpPr>
        <p:spPr bwMode="auto">
          <a:xfrm flipH="1" flipV="1">
            <a:off x="4297363" y="4594225"/>
            <a:ext cx="176212"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7420" name="Rectangle 65">
            <a:extLst>
              <a:ext uri="{FF2B5EF4-FFF2-40B4-BE49-F238E27FC236}">
                <a16:creationId xmlns:a16="http://schemas.microsoft.com/office/drawing/2014/main" id="{09D73837-9D26-4A40-B417-F1543FE5E508}"/>
              </a:ext>
            </a:extLst>
          </p:cNvPr>
          <p:cNvSpPr>
            <a:spLocks noChangeArrowheads="1"/>
          </p:cNvSpPr>
          <p:nvPr/>
        </p:nvSpPr>
        <p:spPr bwMode="auto">
          <a:xfrm>
            <a:off x="5538788" y="1546225"/>
            <a:ext cx="2728912" cy="252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27421" name="Rectangle 66">
            <a:extLst>
              <a:ext uri="{FF2B5EF4-FFF2-40B4-BE49-F238E27FC236}">
                <a16:creationId xmlns:a16="http://schemas.microsoft.com/office/drawing/2014/main" id="{9B57ABD6-FD1E-43C1-AB6A-5CAAB908DD69}"/>
              </a:ext>
            </a:extLst>
          </p:cNvPr>
          <p:cNvSpPr>
            <a:spLocks noChangeArrowheads="1"/>
          </p:cNvSpPr>
          <p:nvPr/>
        </p:nvSpPr>
        <p:spPr bwMode="auto">
          <a:xfrm>
            <a:off x="5537200" y="1209675"/>
            <a:ext cx="3149600" cy="267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buFont typeface="Wingdings" panose="05000000000000000000" pitchFamily="2" charset="2"/>
              <a:buNone/>
            </a:pPr>
            <a:r>
              <a:rPr lang="en-US" altLang="ko-KR" sz="2000">
                <a:ea typeface="Gulim" panose="020B0600000101010101" pitchFamily="34" charset="-127"/>
              </a:rPr>
              <a:t> infrastructure mode</a:t>
            </a:r>
          </a:p>
          <a:p>
            <a:pPr>
              <a:lnSpc>
                <a:spcPct val="90000"/>
              </a:lnSpc>
            </a:pPr>
            <a:r>
              <a:rPr lang="en-US" altLang="ko-KR" sz="2000">
                <a:ea typeface="Gulim" panose="020B0600000101010101" pitchFamily="34" charset="-127"/>
              </a:rPr>
              <a:t>base station kết nối các trạm di động vào mạng đi dây</a:t>
            </a:r>
          </a:p>
          <a:p>
            <a:pPr>
              <a:lnSpc>
                <a:spcPct val="90000"/>
              </a:lnSpc>
            </a:pPr>
            <a:r>
              <a:rPr lang="en-US" altLang="ko-KR" sz="2000">
                <a:ea typeface="Gulim" panose="020B0600000101010101" pitchFamily="34" charset="-127"/>
              </a:rPr>
              <a:t>chuyển giao-handover: thiết bị di động thay đổi base station (cung cấp kết nối vào mạng đi dây)</a:t>
            </a:r>
          </a:p>
        </p:txBody>
      </p:sp>
      <p:sp>
        <p:nvSpPr>
          <p:cNvPr id="827422" name="Line 67">
            <a:extLst>
              <a:ext uri="{FF2B5EF4-FFF2-40B4-BE49-F238E27FC236}">
                <a16:creationId xmlns:a16="http://schemas.microsoft.com/office/drawing/2014/main" id="{D6C6C965-658E-41B7-B6DF-E92704FEDB3B}"/>
              </a:ext>
            </a:extLst>
          </p:cNvPr>
          <p:cNvSpPr>
            <a:spLocks noChangeShapeType="1"/>
          </p:cNvSpPr>
          <p:nvPr/>
        </p:nvSpPr>
        <p:spPr bwMode="auto">
          <a:xfrm flipH="1">
            <a:off x="5260975" y="4025900"/>
            <a:ext cx="1701800" cy="14065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27423" name="Line 68">
            <a:extLst>
              <a:ext uri="{FF2B5EF4-FFF2-40B4-BE49-F238E27FC236}">
                <a16:creationId xmlns:a16="http://schemas.microsoft.com/office/drawing/2014/main" id="{2DF56405-4BDB-44B5-AA97-799D353CFB2C}"/>
              </a:ext>
            </a:extLst>
          </p:cNvPr>
          <p:cNvSpPr>
            <a:spLocks noChangeShapeType="1"/>
          </p:cNvSpPr>
          <p:nvPr/>
        </p:nvSpPr>
        <p:spPr bwMode="auto">
          <a:xfrm flipH="1">
            <a:off x="5948363" y="4024313"/>
            <a:ext cx="1011237" cy="143351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27424" name="Line 69">
            <a:extLst>
              <a:ext uri="{FF2B5EF4-FFF2-40B4-BE49-F238E27FC236}">
                <a16:creationId xmlns:a16="http://schemas.microsoft.com/office/drawing/2014/main" id="{29BE407F-BDBD-4957-99B8-87BC288888AA}"/>
              </a:ext>
            </a:extLst>
          </p:cNvPr>
          <p:cNvSpPr>
            <a:spLocks noChangeShapeType="1"/>
          </p:cNvSpPr>
          <p:nvPr/>
        </p:nvSpPr>
        <p:spPr bwMode="auto">
          <a:xfrm flipH="1">
            <a:off x="4597400" y="4037013"/>
            <a:ext cx="2333625" cy="153193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20" name="Rectangle 2">
            <a:extLst>
              <a:ext uri="{FF2B5EF4-FFF2-40B4-BE49-F238E27FC236}">
                <a16:creationId xmlns:a16="http://schemas.microsoft.com/office/drawing/2014/main" id="{D273F6A0-CA8D-4A30-962C-04957866DD35}"/>
              </a:ext>
            </a:extLst>
          </p:cNvPr>
          <p:cNvSpPr>
            <a:spLocks noGrp="1" noChangeArrowheads="1"/>
          </p:cNvSpPr>
          <p:nvPr>
            <p:ph type="title"/>
          </p:nvPr>
        </p:nvSpPr>
        <p:spPr>
          <a:xfrm>
            <a:off x="0" y="85725"/>
            <a:ext cx="9144000" cy="1143000"/>
          </a:xfrm>
          <a:noFill/>
        </p:spPr>
        <p:txBody>
          <a:bodyPr lIns="90624" tIns="44517" rIns="90624" bIns="44517" anchor="b"/>
          <a:lstStyle/>
          <a:p>
            <a:r>
              <a:rPr lang="en-US" altLang="ko-KR" sz="3600">
                <a:ea typeface="Gulim" panose="020B0600000101010101" pitchFamily="34" charset="-127"/>
              </a:rPr>
              <a:t>Các vấn đề về kiểm soát truy cập phương tiện truyền trong mạng không dây</a:t>
            </a:r>
          </a:p>
        </p:txBody>
      </p:sp>
      <p:sp>
        <p:nvSpPr>
          <p:cNvPr id="828421" name="Rectangle 3">
            <a:extLst>
              <a:ext uri="{FF2B5EF4-FFF2-40B4-BE49-F238E27FC236}">
                <a16:creationId xmlns:a16="http://schemas.microsoft.com/office/drawing/2014/main" id="{8891EB7C-17B5-437C-8FE1-BBBA958C936F}"/>
              </a:ext>
            </a:extLst>
          </p:cNvPr>
          <p:cNvSpPr>
            <a:spLocks noGrp="1" noChangeArrowheads="1"/>
          </p:cNvSpPr>
          <p:nvPr>
            <p:ph type="body" idx="1"/>
          </p:nvPr>
        </p:nvSpPr>
        <p:spPr>
          <a:xfrm>
            <a:off x="0" y="1228725"/>
            <a:ext cx="8688388" cy="2616200"/>
          </a:xfrm>
          <a:noFill/>
        </p:spPr>
        <p:txBody>
          <a:bodyPr lIns="90624" tIns="44517" rIns="90624" bIns="44517"/>
          <a:lstStyle/>
          <a:p>
            <a:pPr>
              <a:lnSpc>
                <a:spcPct val="90000"/>
              </a:lnSpc>
            </a:pPr>
            <a:r>
              <a:rPr lang="en-US" altLang="ko-KR" sz="2400">
                <a:ea typeface="Gulim" panose="020B0600000101010101" pitchFamily="34" charset="-127"/>
              </a:rPr>
              <a:t>Các vấn đề về kiểm soát truy cập phương tiện truyền trong mạng không dây</a:t>
            </a:r>
            <a:r>
              <a:rPr lang="en-US" altLang="ko-KR" sz="2400" i="1">
                <a:ea typeface="Gulim" panose="020B0600000101010101" pitchFamily="34" charset="-127"/>
              </a:rPr>
              <a:t>: </a:t>
            </a:r>
            <a:r>
              <a:rPr lang="en-US" altLang="ko-KR" sz="2400" i="1">
                <a:solidFill>
                  <a:srgbClr val="FF6600"/>
                </a:solidFill>
                <a:ea typeface="Gulim" panose="020B0600000101010101" pitchFamily="34" charset="-127"/>
              </a:rPr>
              <a:t>sử dụng CSMA/CD</a:t>
            </a:r>
          </a:p>
          <a:p>
            <a:pPr lvl="1">
              <a:lnSpc>
                <a:spcPct val="90000"/>
              </a:lnSpc>
            </a:pPr>
            <a:r>
              <a:rPr lang="en-US" altLang="ko-KR" sz="2000">
                <a:ea typeface="Gulim" panose="020B0600000101010101" pitchFamily="34" charset="-127"/>
              </a:rPr>
              <a:t>Phát hiện xung đột - Collision Detection(CD) không được</a:t>
            </a:r>
          </a:p>
          <a:p>
            <a:pPr lvl="1">
              <a:lnSpc>
                <a:spcPct val="90000"/>
              </a:lnSpc>
            </a:pPr>
            <a:r>
              <a:rPr lang="en-US" altLang="ko-KR" sz="2000">
                <a:ea typeface="Gulim" panose="020B0600000101010101" pitchFamily="34" charset="-127"/>
              </a:rPr>
              <a:t>Có thể không cảm nhận sóng mang được trong một số trường hợp (nếu một thiết bị đầu cuối bị </a:t>
            </a:r>
            <a:r>
              <a:rPr lang="en-US" altLang="ko-KR" sz="2000">
                <a:solidFill>
                  <a:srgbClr val="FF0000"/>
                </a:solidFill>
                <a:ea typeface="Gulim" panose="020B0600000101010101" pitchFamily="34" charset="-127"/>
              </a:rPr>
              <a:t>“ẩn”</a:t>
            </a:r>
            <a:r>
              <a:rPr lang="en-US" altLang="ko-KR" sz="2000">
                <a:ea typeface="Gulim" panose="020B0600000101010101" pitchFamily="34" charset="-127"/>
              </a:rPr>
              <a:t>)</a:t>
            </a:r>
            <a:endParaRPr lang="en-US" altLang="ko-KR" sz="1600" i="1">
              <a:ea typeface="Gulim" panose="020B0600000101010101" pitchFamily="34" charset="-127"/>
            </a:endParaRPr>
          </a:p>
          <a:p>
            <a:pPr>
              <a:lnSpc>
                <a:spcPct val="90000"/>
              </a:lnSpc>
            </a:pPr>
            <a:r>
              <a:rPr lang="en-US" altLang="ko-KR" sz="2400">
                <a:ea typeface="Gulim" panose="020B0600000101010101" pitchFamily="34" charset="-127"/>
              </a:rPr>
              <a:t>Vấn đề thiết bị cuối bị ẩn</a:t>
            </a:r>
          </a:p>
          <a:p>
            <a:pPr lvl="1">
              <a:lnSpc>
                <a:spcPct val="90000"/>
              </a:lnSpc>
            </a:pPr>
            <a:r>
              <a:rPr lang="en-US" altLang="ko-KR" sz="1800">
                <a:ea typeface="Gulim" panose="020B0600000101010101" pitchFamily="34" charset="-127"/>
              </a:rPr>
              <a:t>Nút A và C không thể nghe lẫn nhau</a:t>
            </a:r>
          </a:p>
          <a:p>
            <a:pPr lvl="2">
              <a:lnSpc>
                <a:spcPct val="90000"/>
              </a:lnSpc>
            </a:pPr>
            <a:r>
              <a:rPr lang="en-US" altLang="ko-KR" sz="1600">
                <a:ea typeface="Gulim" panose="020B0600000101010101" pitchFamily="34" charset="-127"/>
              </a:rPr>
              <a:t>Nút A: hiện đang truyền cho B</a:t>
            </a:r>
          </a:p>
          <a:p>
            <a:pPr lvl="2">
              <a:lnSpc>
                <a:spcPct val="90000"/>
              </a:lnSpc>
            </a:pPr>
            <a:r>
              <a:rPr lang="en-US" altLang="ko-KR" sz="1600">
                <a:ea typeface="Gulim" panose="020B0600000101010101" pitchFamily="34" charset="-127"/>
              </a:rPr>
              <a:t>Nút C: muốn truyền cho B</a:t>
            </a:r>
          </a:p>
          <a:p>
            <a:pPr lvl="2">
              <a:lnSpc>
                <a:spcPct val="90000"/>
              </a:lnSpc>
            </a:pPr>
            <a:r>
              <a:rPr lang="en-US" altLang="ko-KR" sz="1600">
                <a:ea typeface="Gulim" panose="020B0600000101010101" pitchFamily="34" charset="-127"/>
              </a:rPr>
              <a:t>Việc truyền thông bởi các nút A và C có thể xung  đột tại nút B</a:t>
            </a:r>
          </a:p>
          <a:p>
            <a:pPr lvl="1">
              <a:lnSpc>
                <a:spcPct val="90000"/>
              </a:lnSpc>
              <a:spcBef>
                <a:spcPct val="0"/>
              </a:spcBef>
              <a:buClrTx/>
              <a:buFontTx/>
              <a:buChar char="•"/>
            </a:pPr>
            <a:r>
              <a:rPr lang="en-US" altLang="ko-KR" sz="1800">
                <a:ea typeface="Gulim" panose="020B0600000101010101" pitchFamily="34" charset="-127"/>
              </a:rPr>
              <a:t>Nút A và C là </a:t>
            </a:r>
            <a:r>
              <a:rPr lang="en-US" altLang="ko-KR" sz="1800">
                <a:solidFill>
                  <a:srgbClr val="FF0000"/>
                </a:solidFill>
                <a:ea typeface="Gulim" panose="020B0600000101010101" pitchFamily="34" charset="-127"/>
              </a:rPr>
              <a:t>bị ẩn lẫn nhau</a:t>
            </a:r>
          </a:p>
          <a:p>
            <a:pPr lvl="1">
              <a:lnSpc>
                <a:spcPct val="90000"/>
              </a:lnSpc>
              <a:spcBef>
                <a:spcPct val="0"/>
              </a:spcBef>
              <a:buClrTx/>
              <a:buFontTx/>
              <a:buChar char="•"/>
            </a:pPr>
            <a:endParaRPr lang="en-US" altLang="ko-KR" sz="1800">
              <a:solidFill>
                <a:srgbClr val="FF0000"/>
              </a:solidFill>
              <a:ea typeface="Gulim" panose="020B0600000101010101" pitchFamily="34" charset="-127"/>
            </a:endParaRPr>
          </a:p>
        </p:txBody>
      </p:sp>
      <p:sp>
        <p:nvSpPr>
          <p:cNvPr id="828422" name="Oval 4">
            <a:extLst>
              <a:ext uri="{FF2B5EF4-FFF2-40B4-BE49-F238E27FC236}">
                <a16:creationId xmlns:a16="http://schemas.microsoft.com/office/drawing/2014/main" id="{EA180E5D-9D61-4CD9-9A67-F0A351D22697}"/>
              </a:ext>
            </a:extLst>
          </p:cNvPr>
          <p:cNvSpPr>
            <a:spLocks noChangeArrowheads="1"/>
          </p:cNvSpPr>
          <p:nvPr/>
        </p:nvSpPr>
        <p:spPr bwMode="auto">
          <a:xfrm>
            <a:off x="1836738" y="4694238"/>
            <a:ext cx="2879725" cy="18478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ko-KR" sz="2000" b="1">
                <a:latin typeface="Arial" panose="020B0604020202020204" pitchFamily="34" charset="0"/>
                <a:ea typeface="Gulim" panose="020B0600000101010101" pitchFamily="34" charset="-127"/>
              </a:rPr>
              <a:t>A</a:t>
            </a:r>
          </a:p>
        </p:txBody>
      </p:sp>
      <p:sp>
        <p:nvSpPr>
          <p:cNvPr id="828423" name="Oval 5">
            <a:extLst>
              <a:ext uri="{FF2B5EF4-FFF2-40B4-BE49-F238E27FC236}">
                <a16:creationId xmlns:a16="http://schemas.microsoft.com/office/drawing/2014/main" id="{005C5D95-53B9-41A9-80B1-B5E7BF95BEAE}"/>
              </a:ext>
            </a:extLst>
          </p:cNvPr>
          <p:cNvSpPr>
            <a:spLocks noChangeArrowheads="1"/>
          </p:cNvSpPr>
          <p:nvPr/>
        </p:nvSpPr>
        <p:spPr bwMode="auto">
          <a:xfrm>
            <a:off x="2843213" y="4730750"/>
            <a:ext cx="2952750" cy="1811338"/>
          </a:xfrm>
          <a:prstGeom prst="ellipse">
            <a:avLst/>
          </a:prstGeom>
          <a:noFill/>
          <a:ln w="9525">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ko-KR" sz="2000" b="1">
                <a:latin typeface="Arial" panose="020B0604020202020204" pitchFamily="34" charset="0"/>
                <a:ea typeface="Gulim" panose="020B0600000101010101" pitchFamily="34" charset="-127"/>
              </a:rPr>
              <a:t>B</a:t>
            </a:r>
          </a:p>
        </p:txBody>
      </p:sp>
      <p:sp>
        <p:nvSpPr>
          <p:cNvPr id="828424" name="Oval 6">
            <a:extLst>
              <a:ext uri="{FF2B5EF4-FFF2-40B4-BE49-F238E27FC236}">
                <a16:creationId xmlns:a16="http://schemas.microsoft.com/office/drawing/2014/main" id="{CEA19B2C-2555-447F-9FF0-92D645F75AA0}"/>
              </a:ext>
            </a:extLst>
          </p:cNvPr>
          <p:cNvSpPr>
            <a:spLocks noChangeArrowheads="1"/>
          </p:cNvSpPr>
          <p:nvPr/>
        </p:nvSpPr>
        <p:spPr bwMode="auto">
          <a:xfrm>
            <a:off x="4124325" y="4689475"/>
            <a:ext cx="2730500" cy="1874838"/>
          </a:xfrm>
          <a:prstGeom prst="ellipse">
            <a:avLst/>
          </a:prstGeom>
          <a:noFill/>
          <a:ln w="952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ko-KR" sz="2000" b="1">
                <a:latin typeface="Arial" panose="020B0604020202020204" pitchFamily="34" charset="0"/>
                <a:ea typeface="Gulim" panose="020B0600000101010101" pitchFamily="34" charset="-127"/>
              </a:rPr>
              <a:t>C</a:t>
            </a:r>
          </a:p>
        </p:txBody>
      </p:sp>
      <p:sp>
        <p:nvSpPr>
          <p:cNvPr id="828425" name="Line 7">
            <a:extLst>
              <a:ext uri="{FF2B5EF4-FFF2-40B4-BE49-F238E27FC236}">
                <a16:creationId xmlns:a16="http://schemas.microsoft.com/office/drawing/2014/main" id="{656E3B91-0D7B-4407-A12B-2051A457C1F1}"/>
              </a:ext>
            </a:extLst>
          </p:cNvPr>
          <p:cNvSpPr>
            <a:spLocks noChangeShapeType="1"/>
          </p:cNvSpPr>
          <p:nvPr/>
        </p:nvSpPr>
        <p:spPr bwMode="auto">
          <a:xfrm flipV="1">
            <a:off x="3573463" y="5607050"/>
            <a:ext cx="496887" cy="1428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828426" name="Line 8">
            <a:extLst>
              <a:ext uri="{FF2B5EF4-FFF2-40B4-BE49-F238E27FC236}">
                <a16:creationId xmlns:a16="http://schemas.microsoft.com/office/drawing/2014/main" id="{20A527F4-BB33-4FE1-A246-C56525F812AC}"/>
              </a:ext>
            </a:extLst>
          </p:cNvPr>
          <p:cNvSpPr>
            <a:spLocks noChangeShapeType="1"/>
          </p:cNvSpPr>
          <p:nvPr/>
        </p:nvSpPr>
        <p:spPr bwMode="auto">
          <a:xfrm flipH="1" flipV="1">
            <a:off x="4859338" y="5659438"/>
            <a:ext cx="387350" cy="9525"/>
          </a:xfrm>
          <a:prstGeom prst="line">
            <a:avLst/>
          </a:prstGeom>
          <a:noFill/>
          <a:ln w="38100">
            <a:solidFill>
              <a:srgbClr val="FF66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4" name="Rectangle 3">
            <a:extLst>
              <a:ext uri="{FF2B5EF4-FFF2-40B4-BE49-F238E27FC236}">
                <a16:creationId xmlns:a16="http://schemas.microsoft.com/office/drawing/2014/main" id="{9F345800-AF83-43A2-89BB-3778C7300F47}"/>
              </a:ext>
            </a:extLst>
          </p:cNvPr>
          <p:cNvSpPr>
            <a:spLocks noGrp="1" noChangeArrowheads="1"/>
          </p:cNvSpPr>
          <p:nvPr>
            <p:ph type="body" idx="1"/>
          </p:nvPr>
        </p:nvSpPr>
        <p:spPr>
          <a:xfrm>
            <a:off x="0" y="1376363"/>
            <a:ext cx="8688388" cy="2616200"/>
          </a:xfrm>
          <a:noFill/>
        </p:spPr>
        <p:txBody>
          <a:bodyPr lIns="90624" tIns="44517" rIns="90624" bIns="44517"/>
          <a:lstStyle/>
          <a:p>
            <a:pPr>
              <a:lnSpc>
                <a:spcPct val="90000"/>
              </a:lnSpc>
            </a:pPr>
            <a:r>
              <a:rPr lang="en-US" altLang="ko-KR">
                <a:ea typeface="Gulim" panose="020B0600000101010101" pitchFamily="34" charset="-127"/>
              </a:rPr>
              <a:t>Vấn đề thiết bị cuối bị phơi sóng</a:t>
            </a:r>
          </a:p>
          <a:p>
            <a:pPr lvl="1">
              <a:lnSpc>
                <a:spcPct val="90000"/>
              </a:lnSpc>
            </a:pPr>
            <a:r>
              <a:rPr lang="en-US" altLang="ko-KR" sz="2000">
                <a:ea typeface="Gulim" panose="020B0600000101010101" pitchFamily="34" charset="-127"/>
              </a:rPr>
              <a:t>Nút C không thể gởi đến D do cảm nhận sóng mang từ nút B</a:t>
            </a:r>
          </a:p>
          <a:p>
            <a:pPr lvl="2">
              <a:lnSpc>
                <a:spcPct val="90000"/>
              </a:lnSpc>
            </a:pPr>
            <a:r>
              <a:rPr lang="en-US" altLang="ko-KR" sz="1800">
                <a:ea typeface="Gulim" panose="020B0600000101010101" pitchFamily="34" charset="-127"/>
              </a:rPr>
              <a:t>Nút B: hiện đang truyền đến A</a:t>
            </a:r>
          </a:p>
          <a:p>
            <a:pPr lvl="2">
              <a:lnSpc>
                <a:spcPct val="90000"/>
              </a:lnSpc>
            </a:pPr>
            <a:r>
              <a:rPr lang="en-US" altLang="ko-KR" sz="1800">
                <a:ea typeface="Gulim" panose="020B0600000101010101" pitchFamily="34" charset="-127"/>
              </a:rPr>
              <a:t>Nút C: muốn truyền đến D</a:t>
            </a:r>
          </a:p>
          <a:p>
            <a:pPr lvl="2">
              <a:lnSpc>
                <a:spcPct val="90000"/>
              </a:lnSpc>
            </a:pPr>
            <a:r>
              <a:rPr lang="en-US" altLang="ko-KR" sz="1800">
                <a:solidFill>
                  <a:srgbClr val="0066FF"/>
                </a:solidFill>
                <a:ea typeface="Gulim" panose="020B0600000101010101" pitchFamily="34" charset="-127"/>
              </a:rPr>
              <a:t>Sóng mang của C không cản trở/gây nhiễu sự thu của, sóng mang của B không cản trở sự thu của D</a:t>
            </a:r>
          </a:p>
          <a:p>
            <a:pPr lvl="3">
              <a:lnSpc>
                <a:spcPct val="90000"/>
              </a:lnSpc>
            </a:pPr>
            <a:r>
              <a:rPr lang="en-US" altLang="ko-KR" sz="1800">
                <a:solidFill>
                  <a:srgbClr val="0066FF"/>
                </a:solidFill>
                <a:ea typeface="Gulim" panose="020B0600000101010101" pitchFamily="34" charset="-127"/>
              </a:rPr>
              <a:t>Chờ đợi là không cần thiết</a:t>
            </a:r>
          </a:p>
          <a:p>
            <a:pPr lvl="2">
              <a:lnSpc>
                <a:spcPct val="90000"/>
              </a:lnSpc>
            </a:pPr>
            <a:r>
              <a:rPr lang="en-US" altLang="ko-KR" sz="1800">
                <a:ea typeface="Gulim" panose="020B0600000101010101" pitchFamily="34" charset="-127"/>
              </a:rPr>
              <a:t>Nhưng C đang đợi do nó cảm nhận sóng mang từ B</a:t>
            </a:r>
          </a:p>
          <a:p>
            <a:pPr lvl="1">
              <a:lnSpc>
                <a:spcPct val="90000"/>
              </a:lnSpc>
            </a:pPr>
            <a:r>
              <a:rPr lang="en-US" altLang="ko-KR" sz="2000">
                <a:ea typeface="Gulim" panose="020B0600000101010101" pitchFamily="34" charset="-127"/>
              </a:rPr>
              <a:t>C bị phơi sóng bởi B</a:t>
            </a:r>
            <a:endParaRPr lang="en-US" altLang="ko-KR" sz="2000">
              <a:solidFill>
                <a:srgbClr val="FF0000"/>
              </a:solidFill>
              <a:ea typeface="Gulim" panose="020B0600000101010101" pitchFamily="34" charset="-127"/>
            </a:endParaRPr>
          </a:p>
        </p:txBody>
      </p:sp>
      <p:sp>
        <p:nvSpPr>
          <p:cNvPr id="829445" name="Oval 4">
            <a:extLst>
              <a:ext uri="{FF2B5EF4-FFF2-40B4-BE49-F238E27FC236}">
                <a16:creationId xmlns:a16="http://schemas.microsoft.com/office/drawing/2014/main" id="{D7BAAE0F-E462-402B-B2A9-60B382B5D239}"/>
              </a:ext>
            </a:extLst>
          </p:cNvPr>
          <p:cNvSpPr>
            <a:spLocks noChangeArrowheads="1"/>
          </p:cNvSpPr>
          <p:nvPr/>
        </p:nvSpPr>
        <p:spPr bwMode="auto">
          <a:xfrm>
            <a:off x="1878013" y="4548188"/>
            <a:ext cx="2516187" cy="2036762"/>
          </a:xfrm>
          <a:prstGeom prst="ellipse">
            <a:avLst/>
          </a:prstGeom>
          <a:noFill/>
          <a:ln w="952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ko-KR" sz="2000" b="1">
                <a:solidFill>
                  <a:srgbClr val="0000FF"/>
                </a:solidFill>
                <a:latin typeface="Arial" panose="020B0604020202020204" pitchFamily="34" charset="0"/>
                <a:ea typeface="Gulim" panose="020B0600000101010101" pitchFamily="34" charset="-127"/>
              </a:rPr>
              <a:t>A</a:t>
            </a:r>
          </a:p>
        </p:txBody>
      </p:sp>
      <p:sp>
        <p:nvSpPr>
          <p:cNvPr id="829446" name="Oval 5">
            <a:extLst>
              <a:ext uri="{FF2B5EF4-FFF2-40B4-BE49-F238E27FC236}">
                <a16:creationId xmlns:a16="http://schemas.microsoft.com/office/drawing/2014/main" id="{FC5B2E64-7F92-4B72-8354-8C5A81715EC7}"/>
              </a:ext>
            </a:extLst>
          </p:cNvPr>
          <p:cNvSpPr>
            <a:spLocks noChangeArrowheads="1"/>
          </p:cNvSpPr>
          <p:nvPr/>
        </p:nvSpPr>
        <p:spPr bwMode="auto">
          <a:xfrm>
            <a:off x="2767013" y="4530725"/>
            <a:ext cx="2490787" cy="199707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ko-KR" sz="2000" b="1">
                <a:latin typeface="Arial" panose="020B0604020202020204" pitchFamily="34" charset="0"/>
                <a:ea typeface="Gulim" panose="020B0600000101010101" pitchFamily="34" charset="-127"/>
              </a:rPr>
              <a:t>B</a:t>
            </a:r>
          </a:p>
        </p:txBody>
      </p:sp>
      <p:sp>
        <p:nvSpPr>
          <p:cNvPr id="829447" name="Oval 6">
            <a:extLst>
              <a:ext uri="{FF2B5EF4-FFF2-40B4-BE49-F238E27FC236}">
                <a16:creationId xmlns:a16="http://schemas.microsoft.com/office/drawing/2014/main" id="{6C74BB31-6D3A-4CCF-A25D-4AF5B50A0343}"/>
              </a:ext>
            </a:extLst>
          </p:cNvPr>
          <p:cNvSpPr>
            <a:spLocks noChangeArrowheads="1"/>
          </p:cNvSpPr>
          <p:nvPr/>
        </p:nvSpPr>
        <p:spPr bwMode="auto">
          <a:xfrm>
            <a:off x="3749675" y="4441825"/>
            <a:ext cx="2478088" cy="2066925"/>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ko-KR" sz="2000" b="1">
                <a:solidFill>
                  <a:srgbClr val="FF0000"/>
                </a:solidFill>
                <a:latin typeface="Arial" panose="020B0604020202020204" pitchFamily="34" charset="0"/>
                <a:ea typeface="Gulim" panose="020B0600000101010101" pitchFamily="34" charset="-127"/>
              </a:rPr>
              <a:t>C</a:t>
            </a:r>
          </a:p>
        </p:txBody>
      </p:sp>
      <p:sp>
        <p:nvSpPr>
          <p:cNvPr id="829448" name="Line 7">
            <a:extLst>
              <a:ext uri="{FF2B5EF4-FFF2-40B4-BE49-F238E27FC236}">
                <a16:creationId xmlns:a16="http://schemas.microsoft.com/office/drawing/2014/main" id="{0F4A8C82-1687-4113-92C2-D7FEB2204A27}"/>
              </a:ext>
            </a:extLst>
          </p:cNvPr>
          <p:cNvSpPr>
            <a:spLocks noChangeShapeType="1"/>
          </p:cNvSpPr>
          <p:nvPr/>
        </p:nvSpPr>
        <p:spPr bwMode="auto">
          <a:xfrm>
            <a:off x="5230813" y="5472113"/>
            <a:ext cx="501650" cy="9525"/>
          </a:xfrm>
          <a:prstGeom prst="line">
            <a:avLst/>
          </a:prstGeom>
          <a:noFill/>
          <a:ln w="381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829449" name="Oval 8">
            <a:extLst>
              <a:ext uri="{FF2B5EF4-FFF2-40B4-BE49-F238E27FC236}">
                <a16:creationId xmlns:a16="http://schemas.microsoft.com/office/drawing/2014/main" id="{C1F11D02-8EEF-4386-AE78-6AAFE270B064}"/>
              </a:ext>
            </a:extLst>
          </p:cNvPr>
          <p:cNvSpPr>
            <a:spLocks noChangeArrowheads="1"/>
          </p:cNvSpPr>
          <p:nvPr/>
        </p:nvSpPr>
        <p:spPr bwMode="auto">
          <a:xfrm>
            <a:off x="4675188" y="4414838"/>
            <a:ext cx="2478087" cy="2066925"/>
          </a:xfrm>
          <a:prstGeom prst="ellipse">
            <a:avLst/>
          </a:prstGeom>
          <a:noFill/>
          <a:ln w="952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ko-KR" sz="2000" b="1">
                <a:solidFill>
                  <a:srgbClr val="0000FF"/>
                </a:solidFill>
                <a:latin typeface="Arial" panose="020B0604020202020204" pitchFamily="34" charset="0"/>
                <a:ea typeface="Gulim" panose="020B0600000101010101" pitchFamily="34" charset="-127"/>
              </a:rPr>
              <a:t>D</a:t>
            </a:r>
          </a:p>
        </p:txBody>
      </p:sp>
      <p:sp>
        <p:nvSpPr>
          <p:cNvPr id="829450" name="Line 9">
            <a:extLst>
              <a:ext uri="{FF2B5EF4-FFF2-40B4-BE49-F238E27FC236}">
                <a16:creationId xmlns:a16="http://schemas.microsoft.com/office/drawing/2014/main" id="{F4EE465B-8130-4E35-96EE-5480ED923EB2}"/>
              </a:ext>
            </a:extLst>
          </p:cNvPr>
          <p:cNvSpPr>
            <a:spLocks noChangeShapeType="1"/>
          </p:cNvSpPr>
          <p:nvPr/>
        </p:nvSpPr>
        <p:spPr bwMode="auto">
          <a:xfrm flipH="1" flipV="1">
            <a:off x="3287713" y="5505450"/>
            <a:ext cx="471487" cy="11113"/>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829451" name="Rectangle 12">
            <a:extLst>
              <a:ext uri="{FF2B5EF4-FFF2-40B4-BE49-F238E27FC236}">
                <a16:creationId xmlns:a16="http://schemas.microsoft.com/office/drawing/2014/main" id="{45D34EC5-1A0E-41AB-BB9D-A6D6C4C5A46D}"/>
              </a:ext>
            </a:extLst>
          </p:cNvPr>
          <p:cNvSpPr>
            <a:spLocks noGrp="1" noChangeArrowheads="1"/>
          </p:cNvSpPr>
          <p:nvPr>
            <p:ph type="title"/>
          </p:nvPr>
        </p:nvSpPr>
        <p:spPr>
          <a:xfrm>
            <a:off x="0" y="85725"/>
            <a:ext cx="9144000" cy="1143000"/>
          </a:xfrm>
          <a:noFill/>
        </p:spPr>
        <p:txBody>
          <a:bodyPr lIns="90624" tIns="44517" rIns="90624" bIns="44517" anchor="b"/>
          <a:lstStyle/>
          <a:p>
            <a:r>
              <a:rPr lang="en-US" altLang="ko-KR" sz="3600">
                <a:ea typeface="Gulim" panose="020B0600000101010101" pitchFamily="34" charset="-127"/>
              </a:rPr>
              <a:t>Các vấn đề về kiểm soát truy cập phương tiện truyền trong mạng không dây</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8" name="Rectangle 2">
            <a:extLst>
              <a:ext uri="{FF2B5EF4-FFF2-40B4-BE49-F238E27FC236}">
                <a16:creationId xmlns:a16="http://schemas.microsoft.com/office/drawing/2014/main" id="{0D30C671-55CB-425D-9B0B-17B84AF9AE97}"/>
              </a:ext>
            </a:extLst>
          </p:cNvPr>
          <p:cNvSpPr>
            <a:spLocks noGrp="1" noChangeArrowheads="1"/>
          </p:cNvSpPr>
          <p:nvPr>
            <p:ph type="title"/>
          </p:nvPr>
        </p:nvSpPr>
        <p:spPr/>
        <p:txBody>
          <a:bodyPr/>
          <a:lstStyle/>
          <a:p>
            <a:r>
              <a:rPr lang="en-US" altLang="ko-KR">
                <a:ea typeface="Gulim" panose="020B0600000101010101" pitchFamily="34" charset="-127"/>
              </a:rPr>
              <a:t>IEEE 802.11 Wireless LAN</a:t>
            </a:r>
          </a:p>
        </p:txBody>
      </p:sp>
      <p:sp>
        <p:nvSpPr>
          <p:cNvPr id="830469" name="Rectangle 3">
            <a:extLst>
              <a:ext uri="{FF2B5EF4-FFF2-40B4-BE49-F238E27FC236}">
                <a16:creationId xmlns:a16="http://schemas.microsoft.com/office/drawing/2014/main" id="{067E4855-BF34-4A2B-987C-F16D1E8E4436}"/>
              </a:ext>
            </a:extLst>
          </p:cNvPr>
          <p:cNvSpPr>
            <a:spLocks noGrp="1" noChangeArrowheads="1"/>
          </p:cNvSpPr>
          <p:nvPr>
            <p:ph type="body" sz="half" idx="1"/>
          </p:nvPr>
        </p:nvSpPr>
        <p:spPr>
          <a:xfrm>
            <a:off x="277813" y="1600200"/>
            <a:ext cx="4065587" cy="4648200"/>
          </a:xfrm>
        </p:spPr>
        <p:txBody>
          <a:bodyPr/>
          <a:lstStyle/>
          <a:p>
            <a:r>
              <a:rPr lang="en-US" altLang="ko-KR" sz="2000">
                <a:solidFill>
                  <a:srgbClr val="FF0000"/>
                </a:solidFill>
                <a:ea typeface="Gulim" panose="020B0600000101010101" pitchFamily="34" charset="-127"/>
              </a:rPr>
              <a:t>802.11b</a:t>
            </a:r>
            <a:endParaRPr lang="en-US" altLang="ko-KR" sz="2000">
              <a:ea typeface="Gulim" panose="020B0600000101010101" pitchFamily="34" charset="-127"/>
            </a:endParaRPr>
          </a:p>
          <a:p>
            <a:pPr lvl="1"/>
            <a:r>
              <a:rPr lang="en-US" altLang="ko-KR" sz="2000">
                <a:ea typeface="Gulim" panose="020B0600000101010101" pitchFamily="34" charset="-127"/>
              </a:rPr>
              <a:t>dải tần số vô tuyến không cần cấp phép 2.4-5 GHz</a:t>
            </a:r>
          </a:p>
          <a:p>
            <a:pPr lvl="1"/>
            <a:r>
              <a:rPr lang="en-US" altLang="ko-KR" sz="2000">
                <a:ea typeface="Gulim" panose="020B0600000101010101" pitchFamily="34" charset="-127"/>
              </a:rPr>
              <a:t>lên đến 11 Mbps</a:t>
            </a:r>
          </a:p>
          <a:p>
            <a:pPr lvl="1"/>
            <a:r>
              <a:rPr lang="en-US" altLang="ko-KR" sz="2000">
                <a:ea typeface="Gulim" panose="020B0600000101010101" pitchFamily="34" charset="-127"/>
              </a:rPr>
              <a:t>sử dụng kỹ thuật direct sequence spread spectrum (DSSS) ở tầng vật lý</a:t>
            </a:r>
          </a:p>
          <a:p>
            <a:pPr lvl="2"/>
            <a:r>
              <a:rPr lang="en-US" altLang="ko-KR">
                <a:ea typeface="Gulim" panose="020B0600000101010101" pitchFamily="34" charset="-127"/>
              </a:rPr>
              <a:t>Tất cả các trạm sử dụng chung chip code</a:t>
            </a:r>
          </a:p>
          <a:p>
            <a:pPr lvl="1"/>
            <a:r>
              <a:rPr lang="en-US" altLang="ko-KR" sz="2000">
                <a:ea typeface="Gulim" panose="020B0600000101010101" pitchFamily="34" charset="-127"/>
              </a:rPr>
              <a:t>được triển khai rộng rãi, sử dụng base stations</a:t>
            </a:r>
          </a:p>
          <a:p>
            <a:endParaRPr lang="en-US" altLang="ko-KR" sz="2000">
              <a:ea typeface="Gulim" panose="020B0600000101010101" pitchFamily="34" charset="-127"/>
            </a:endParaRPr>
          </a:p>
        </p:txBody>
      </p:sp>
      <p:sp>
        <p:nvSpPr>
          <p:cNvPr id="830470" name="Rectangle 4">
            <a:extLst>
              <a:ext uri="{FF2B5EF4-FFF2-40B4-BE49-F238E27FC236}">
                <a16:creationId xmlns:a16="http://schemas.microsoft.com/office/drawing/2014/main" id="{13372EB8-76AF-49F8-9618-7BAC736A9DB9}"/>
              </a:ext>
            </a:extLst>
          </p:cNvPr>
          <p:cNvSpPr>
            <a:spLocks noGrp="1" noChangeArrowheads="1"/>
          </p:cNvSpPr>
          <p:nvPr>
            <p:ph type="body" sz="half" idx="2"/>
          </p:nvPr>
        </p:nvSpPr>
        <p:spPr>
          <a:xfrm>
            <a:off x="4495800" y="1600200"/>
            <a:ext cx="4481513" cy="4733925"/>
          </a:xfrm>
        </p:spPr>
        <p:txBody>
          <a:bodyPr/>
          <a:lstStyle/>
          <a:p>
            <a:r>
              <a:rPr lang="en-US" altLang="ko-KR" sz="2400">
                <a:solidFill>
                  <a:srgbClr val="FF0000"/>
                </a:solidFill>
                <a:ea typeface="Gulim" panose="020B0600000101010101" pitchFamily="34" charset="-127"/>
              </a:rPr>
              <a:t>802.11a</a:t>
            </a:r>
            <a:r>
              <a:rPr lang="en-US" altLang="ko-KR" sz="2400">
                <a:ea typeface="Gulim" panose="020B0600000101010101" pitchFamily="34" charset="-127"/>
              </a:rPr>
              <a:t> </a:t>
            </a:r>
          </a:p>
          <a:p>
            <a:pPr lvl="1"/>
            <a:r>
              <a:rPr lang="en-US" altLang="ko-KR" sz="2000">
                <a:ea typeface="Gulim" panose="020B0600000101010101" pitchFamily="34" charset="-127"/>
              </a:rPr>
              <a:t>dải tần 5-6 GHz</a:t>
            </a:r>
          </a:p>
          <a:p>
            <a:pPr lvl="1"/>
            <a:r>
              <a:rPr lang="en-US" altLang="ko-KR" sz="2000">
                <a:ea typeface="Gulim" panose="020B0600000101010101" pitchFamily="34" charset="-127"/>
              </a:rPr>
              <a:t>lên đến 54 Mbps</a:t>
            </a:r>
          </a:p>
          <a:p>
            <a:r>
              <a:rPr lang="en-US" altLang="ko-KR" sz="2400">
                <a:solidFill>
                  <a:srgbClr val="FF0000"/>
                </a:solidFill>
                <a:ea typeface="Gulim" panose="020B0600000101010101" pitchFamily="34" charset="-127"/>
              </a:rPr>
              <a:t>802.11g</a:t>
            </a:r>
            <a:r>
              <a:rPr lang="en-US" altLang="ko-KR" sz="2400">
                <a:ea typeface="Gulim" panose="020B0600000101010101" pitchFamily="34" charset="-127"/>
              </a:rPr>
              <a:t> </a:t>
            </a:r>
          </a:p>
          <a:p>
            <a:pPr lvl="1"/>
            <a:r>
              <a:rPr lang="en-US" altLang="ko-KR" sz="2000">
                <a:ea typeface="Gulim" panose="020B0600000101010101" pitchFamily="34" charset="-127"/>
              </a:rPr>
              <a:t>dải tần 2.4-5 GHz</a:t>
            </a:r>
          </a:p>
          <a:p>
            <a:pPr lvl="1"/>
            <a:r>
              <a:rPr lang="en-US" altLang="ko-KR" sz="2000">
                <a:ea typeface="Gulim" panose="020B0600000101010101" pitchFamily="34" charset="-127"/>
              </a:rPr>
              <a:t>lên đến 54 Mbps</a:t>
            </a:r>
          </a:p>
          <a:p>
            <a:r>
              <a:rPr lang="en-US" altLang="ko-KR" sz="2400">
                <a:ea typeface="Gulim" panose="020B0600000101010101" pitchFamily="34" charset="-127"/>
              </a:rPr>
              <a:t>Cả ba chuẩn đều sử dụng phương pháp đa truy cập CSMA/CA</a:t>
            </a:r>
          </a:p>
          <a:p>
            <a:r>
              <a:rPr lang="en-US" altLang="ko-KR" sz="2400">
                <a:ea typeface="Gulim" panose="020B0600000101010101" pitchFamily="34" charset="-127"/>
              </a:rPr>
              <a:t>Cả ba đều có thể triển khai theo kiểu base-station và ad-hoc network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2" name="Rectangle 2">
            <a:extLst>
              <a:ext uri="{FF2B5EF4-FFF2-40B4-BE49-F238E27FC236}">
                <a16:creationId xmlns:a16="http://schemas.microsoft.com/office/drawing/2014/main" id="{378E1D09-10AE-47FE-A33A-3548EC4A5BEE}"/>
              </a:ext>
            </a:extLst>
          </p:cNvPr>
          <p:cNvSpPr>
            <a:spLocks noGrp="1" noChangeArrowheads="1"/>
          </p:cNvSpPr>
          <p:nvPr>
            <p:ph type="title"/>
          </p:nvPr>
        </p:nvSpPr>
        <p:spPr>
          <a:xfrm>
            <a:off x="827088" y="260350"/>
            <a:ext cx="7772400" cy="720725"/>
          </a:xfrm>
        </p:spPr>
        <p:txBody>
          <a:bodyPr/>
          <a:lstStyle/>
          <a:p>
            <a:r>
              <a:rPr lang="en-US" altLang="ko-KR">
                <a:ea typeface="Gulim" panose="020B0600000101010101" pitchFamily="34" charset="-127"/>
              </a:rPr>
              <a:t>Kiến trúc 802.11 LAN</a:t>
            </a:r>
          </a:p>
        </p:txBody>
      </p:sp>
      <p:sp>
        <p:nvSpPr>
          <p:cNvPr id="831493" name="Rectangle 3">
            <a:extLst>
              <a:ext uri="{FF2B5EF4-FFF2-40B4-BE49-F238E27FC236}">
                <a16:creationId xmlns:a16="http://schemas.microsoft.com/office/drawing/2014/main" id="{09FE2AED-0FE3-4C7A-A303-B82F1F411936}"/>
              </a:ext>
            </a:extLst>
          </p:cNvPr>
          <p:cNvSpPr>
            <a:spLocks noChangeArrowheads="1"/>
          </p:cNvSpPr>
          <p:nvPr/>
        </p:nvSpPr>
        <p:spPr bwMode="auto">
          <a:xfrm>
            <a:off x="5005388" y="1603375"/>
            <a:ext cx="4138612"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ko-KR" sz="2000">
                <a:ea typeface="Gulim" panose="020B0600000101010101" pitchFamily="34" charset="-127"/>
              </a:rPr>
              <a:t>trạm không dây truyền thông với base station</a:t>
            </a:r>
          </a:p>
          <a:p>
            <a:pPr lvl="1"/>
            <a:r>
              <a:rPr lang="en-US" altLang="ko-KR" sz="2000">
                <a:solidFill>
                  <a:srgbClr val="FF0000"/>
                </a:solidFill>
                <a:ea typeface="Gulim" panose="020B0600000101010101" pitchFamily="34" charset="-127"/>
              </a:rPr>
              <a:t>base station = access point (AP)</a:t>
            </a:r>
          </a:p>
          <a:p>
            <a:r>
              <a:rPr lang="en-US" altLang="ko-KR" sz="2000">
                <a:solidFill>
                  <a:srgbClr val="FF0000"/>
                </a:solidFill>
                <a:ea typeface="Gulim" panose="020B0600000101010101" pitchFamily="34" charset="-127"/>
              </a:rPr>
              <a:t>Basic Service Set (BSS)</a:t>
            </a:r>
            <a:r>
              <a:rPr lang="en-US" altLang="ko-KR" sz="2000">
                <a:ea typeface="Gulim" panose="020B0600000101010101" pitchFamily="34" charset="-127"/>
              </a:rPr>
              <a:t> (còn gọi là “cell”) trong kiểu infrastructure bao gồm:</a:t>
            </a:r>
          </a:p>
          <a:p>
            <a:pPr lvl="1"/>
            <a:r>
              <a:rPr lang="en-US" altLang="ko-KR" sz="2000">
                <a:ea typeface="Gulim" panose="020B0600000101010101" pitchFamily="34" charset="-127"/>
              </a:rPr>
              <a:t>các trạm không dây</a:t>
            </a:r>
          </a:p>
          <a:p>
            <a:pPr lvl="1"/>
            <a:r>
              <a:rPr lang="en-US" altLang="ko-KR" sz="2000">
                <a:ea typeface="Gulim" panose="020B0600000101010101" pitchFamily="34" charset="-127"/>
              </a:rPr>
              <a:t>access point (AP): base station</a:t>
            </a:r>
          </a:p>
          <a:p>
            <a:pPr lvl="1"/>
            <a:r>
              <a:rPr lang="en-US" altLang="ko-KR" sz="2000">
                <a:ea typeface="Gulim" panose="020B0600000101010101" pitchFamily="34" charset="-127"/>
              </a:rPr>
              <a:t>kiểu ad hoc: chỉ có các trạm</a:t>
            </a:r>
            <a:endParaRPr lang="en-US" altLang="ko-KR" sz="1800">
              <a:ea typeface="Gulim" panose="020B0600000101010101" pitchFamily="34" charset="-127"/>
            </a:endParaRPr>
          </a:p>
        </p:txBody>
      </p:sp>
      <p:sp>
        <p:nvSpPr>
          <p:cNvPr id="831494" name="Oval 4">
            <a:extLst>
              <a:ext uri="{FF2B5EF4-FFF2-40B4-BE49-F238E27FC236}">
                <a16:creationId xmlns:a16="http://schemas.microsoft.com/office/drawing/2014/main" id="{B3640377-8942-4BF3-BA6D-6832C089476D}"/>
              </a:ext>
            </a:extLst>
          </p:cNvPr>
          <p:cNvSpPr>
            <a:spLocks noChangeArrowheads="1"/>
          </p:cNvSpPr>
          <p:nvPr/>
        </p:nvSpPr>
        <p:spPr bwMode="auto">
          <a:xfrm>
            <a:off x="2374900" y="4230688"/>
            <a:ext cx="2055813" cy="194627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31495" name="Oval 5">
            <a:extLst>
              <a:ext uri="{FF2B5EF4-FFF2-40B4-BE49-F238E27FC236}">
                <a16:creationId xmlns:a16="http://schemas.microsoft.com/office/drawing/2014/main" id="{01B06211-0CDA-41A4-AC20-DBCD474F98A5}"/>
              </a:ext>
            </a:extLst>
          </p:cNvPr>
          <p:cNvSpPr>
            <a:spLocks noChangeArrowheads="1"/>
          </p:cNvSpPr>
          <p:nvPr/>
        </p:nvSpPr>
        <p:spPr bwMode="auto">
          <a:xfrm>
            <a:off x="333375" y="2492375"/>
            <a:ext cx="2055813" cy="194627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31496" name="Group 6">
            <a:extLst>
              <a:ext uri="{FF2B5EF4-FFF2-40B4-BE49-F238E27FC236}">
                <a16:creationId xmlns:a16="http://schemas.microsoft.com/office/drawing/2014/main" id="{36AB0655-7208-476A-BE47-CC2CFFA1B3CE}"/>
              </a:ext>
            </a:extLst>
          </p:cNvPr>
          <p:cNvGrpSpPr>
            <a:grpSpLocks/>
          </p:cNvGrpSpPr>
          <p:nvPr/>
        </p:nvGrpSpPr>
        <p:grpSpPr bwMode="auto">
          <a:xfrm>
            <a:off x="3013075" y="3606800"/>
            <a:ext cx="417513" cy="192088"/>
            <a:chOff x="3600" y="219"/>
            <a:chExt cx="360" cy="175"/>
          </a:xfrm>
        </p:grpSpPr>
        <p:sp>
          <p:nvSpPr>
            <p:cNvPr id="831569" name="Oval 7">
              <a:extLst>
                <a:ext uri="{FF2B5EF4-FFF2-40B4-BE49-F238E27FC236}">
                  <a16:creationId xmlns:a16="http://schemas.microsoft.com/office/drawing/2014/main" id="{F40B3BD2-C475-4B9D-8B7B-7DC00DB0318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31570" name="Line 8">
              <a:extLst>
                <a:ext uri="{FF2B5EF4-FFF2-40B4-BE49-F238E27FC236}">
                  <a16:creationId xmlns:a16="http://schemas.microsoft.com/office/drawing/2014/main" id="{C82A2CB0-F50E-463F-9D64-4B3F6739F43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571" name="Line 9">
              <a:extLst>
                <a:ext uri="{FF2B5EF4-FFF2-40B4-BE49-F238E27FC236}">
                  <a16:creationId xmlns:a16="http://schemas.microsoft.com/office/drawing/2014/main" id="{76629044-9EA1-4FCB-A216-41012AB0BCB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572" name="Rectangle 10">
              <a:extLst>
                <a:ext uri="{FF2B5EF4-FFF2-40B4-BE49-F238E27FC236}">
                  <a16:creationId xmlns:a16="http://schemas.microsoft.com/office/drawing/2014/main" id="{03ED6218-F4E5-4534-86B8-746097B5C3F6}"/>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a typeface="Gulim" panose="020B0600000101010101" pitchFamily="34" charset="-127"/>
              </a:endParaRPr>
            </a:p>
          </p:txBody>
        </p:sp>
        <p:sp>
          <p:nvSpPr>
            <p:cNvPr id="831573" name="Oval 11">
              <a:extLst>
                <a:ext uri="{FF2B5EF4-FFF2-40B4-BE49-F238E27FC236}">
                  <a16:creationId xmlns:a16="http://schemas.microsoft.com/office/drawing/2014/main" id="{5658A1E6-7930-4847-B1E3-09DC81956E44}"/>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31574" name="Group 12">
              <a:extLst>
                <a:ext uri="{FF2B5EF4-FFF2-40B4-BE49-F238E27FC236}">
                  <a16:creationId xmlns:a16="http://schemas.microsoft.com/office/drawing/2014/main" id="{1EB4854E-5373-475F-894F-503BD5D68353}"/>
                </a:ext>
              </a:extLst>
            </p:cNvPr>
            <p:cNvGrpSpPr>
              <a:grpSpLocks/>
            </p:cNvGrpSpPr>
            <p:nvPr/>
          </p:nvGrpSpPr>
          <p:grpSpPr bwMode="auto">
            <a:xfrm>
              <a:off x="3686" y="244"/>
              <a:ext cx="177" cy="66"/>
              <a:chOff x="2848" y="848"/>
              <a:chExt cx="140" cy="98"/>
            </a:xfrm>
          </p:grpSpPr>
          <p:sp>
            <p:nvSpPr>
              <p:cNvPr id="831579" name="Line 13">
                <a:extLst>
                  <a:ext uri="{FF2B5EF4-FFF2-40B4-BE49-F238E27FC236}">
                    <a16:creationId xmlns:a16="http://schemas.microsoft.com/office/drawing/2014/main" id="{A462513B-9034-4C03-9305-44C65151721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580" name="Line 14">
                <a:extLst>
                  <a:ext uri="{FF2B5EF4-FFF2-40B4-BE49-F238E27FC236}">
                    <a16:creationId xmlns:a16="http://schemas.microsoft.com/office/drawing/2014/main" id="{DEC13957-0F19-4836-A1F0-605F75EBE33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581" name="Line 15">
                <a:extLst>
                  <a:ext uri="{FF2B5EF4-FFF2-40B4-BE49-F238E27FC236}">
                    <a16:creationId xmlns:a16="http://schemas.microsoft.com/office/drawing/2014/main" id="{98C25995-7E40-4B5B-B8DA-9A43CF46A8D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31575" name="Group 16">
              <a:extLst>
                <a:ext uri="{FF2B5EF4-FFF2-40B4-BE49-F238E27FC236}">
                  <a16:creationId xmlns:a16="http://schemas.microsoft.com/office/drawing/2014/main" id="{0B899C3B-1713-4111-ADC6-39E598045129}"/>
                </a:ext>
              </a:extLst>
            </p:cNvPr>
            <p:cNvGrpSpPr>
              <a:grpSpLocks/>
            </p:cNvGrpSpPr>
            <p:nvPr/>
          </p:nvGrpSpPr>
          <p:grpSpPr bwMode="auto">
            <a:xfrm flipV="1">
              <a:off x="3686" y="243"/>
              <a:ext cx="177" cy="66"/>
              <a:chOff x="2848" y="848"/>
              <a:chExt cx="140" cy="98"/>
            </a:xfrm>
          </p:grpSpPr>
          <p:sp>
            <p:nvSpPr>
              <p:cNvPr id="831576" name="Line 17">
                <a:extLst>
                  <a:ext uri="{FF2B5EF4-FFF2-40B4-BE49-F238E27FC236}">
                    <a16:creationId xmlns:a16="http://schemas.microsoft.com/office/drawing/2014/main" id="{250117A4-31A7-452D-BB12-2CEAB10D0DB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577" name="Line 18">
                <a:extLst>
                  <a:ext uri="{FF2B5EF4-FFF2-40B4-BE49-F238E27FC236}">
                    <a16:creationId xmlns:a16="http://schemas.microsoft.com/office/drawing/2014/main" id="{D3F22B6D-5038-4464-AACC-836D3D5F799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578" name="Line 19">
                <a:extLst>
                  <a:ext uri="{FF2B5EF4-FFF2-40B4-BE49-F238E27FC236}">
                    <a16:creationId xmlns:a16="http://schemas.microsoft.com/office/drawing/2014/main" id="{7EA4F8C7-B76D-4F7E-8988-4297BD10075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831497" name="Group 20">
            <a:extLst>
              <a:ext uri="{FF2B5EF4-FFF2-40B4-BE49-F238E27FC236}">
                <a16:creationId xmlns:a16="http://schemas.microsoft.com/office/drawing/2014/main" id="{3426D251-7B77-4335-9448-8073436D42B4}"/>
              </a:ext>
            </a:extLst>
          </p:cNvPr>
          <p:cNvGrpSpPr>
            <a:grpSpLocks/>
          </p:cNvGrpSpPr>
          <p:nvPr/>
        </p:nvGrpSpPr>
        <p:grpSpPr bwMode="auto">
          <a:xfrm>
            <a:off x="895350" y="3576638"/>
            <a:ext cx="415925" cy="509587"/>
            <a:chOff x="2870" y="1518"/>
            <a:chExt cx="292" cy="320"/>
          </a:xfrm>
        </p:grpSpPr>
        <p:graphicFrame>
          <p:nvGraphicFramePr>
            <p:cNvPr id="831567" name="Object 21">
              <a:extLst>
                <a:ext uri="{FF2B5EF4-FFF2-40B4-BE49-F238E27FC236}">
                  <a16:creationId xmlns:a16="http://schemas.microsoft.com/office/drawing/2014/main" id="{CFE830D7-5795-4286-A524-F9D10FA071A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1708" name="Clip" r:id="rId3" imgW="826829" imgH="840406" progId="MS_ClipArt_Gallery.2">
                    <p:embed/>
                  </p:oleObj>
                </mc:Choice>
                <mc:Fallback>
                  <p:oleObj name="Clip" r:id="rId3" imgW="826829" imgH="840406" progId="MS_ClipArt_Gallery.2">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1568" name="Object 22">
              <a:extLst>
                <a:ext uri="{FF2B5EF4-FFF2-40B4-BE49-F238E27FC236}">
                  <a16:creationId xmlns:a16="http://schemas.microsoft.com/office/drawing/2014/main" id="{C32C085B-9EAB-43CB-9334-9EBD4DAAB11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1709" name="Clip" r:id="rId5" imgW="1268295" imgH="1199426" progId="MS_ClipArt_Gallery.2">
                    <p:embed/>
                  </p:oleObj>
                </mc:Choice>
                <mc:Fallback>
                  <p:oleObj name="Clip" r:id="rId5" imgW="1268295" imgH="1199426" progId="MS_ClipArt_Gallery.2">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31498" name="Text Box 23">
            <a:extLst>
              <a:ext uri="{FF2B5EF4-FFF2-40B4-BE49-F238E27FC236}">
                <a16:creationId xmlns:a16="http://schemas.microsoft.com/office/drawing/2014/main" id="{20FAB55B-7910-4B33-926F-4AF30111C6C5}"/>
              </a:ext>
            </a:extLst>
          </p:cNvPr>
          <p:cNvSpPr txBox="1">
            <a:spLocks noChangeArrowheads="1"/>
          </p:cNvSpPr>
          <p:nvPr/>
        </p:nvSpPr>
        <p:spPr bwMode="auto">
          <a:xfrm>
            <a:off x="917575" y="4408488"/>
            <a:ext cx="819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800">
                <a:ea typeface="Gulim" panose="020B0600000101010101" pitchFamily="34" charset="-127"/>
              </a:rPr>
              <a:t>BSS 1</a:t>
            </a:r>
          </a:p>
        </p:txBody>
      </p:sp>
      <p:sp>
        <p:nvSpPr>
          <p:cNvPr id="831499" name="Line 24">
            <a:extLst>
              <a:ext uri="{FF2B5EF4-FFF2-40B4-BE49-F238E27FC236}">
                <a16:creationId xmlns:a16="http://schemas.microsoft.com/office/drawing/2014/main" id="{55E7B80D-9184-41D7-9DC4-B0154378C880}"/>
              </a:ext>
            </a:extLst>
          </p:cNvPr>
          <p:cNvSpPr>
            <a:spLocks noChangeShapeType="1"/>
          </p:cNvSpPr>
          <p:nvPr/>
        </p:nvSpPr>
        <p:spPr bwMode="auto">
          <a:xfrm>
            <a:off x="3203575" y="3794125"/>
            <a:ext cx="192088" cy="812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1500" name="Line 25">
            <a:extLst>
              <a:ext uri="{FF2B5EF4-FFF2-40B4-BE49-F238E27FC236}">
                <a16:creationId xmlns:a16="http://schemas.microsoft.com/office/drawing/2014/main" id="{FE4A75B4-E68A-4973-A344-E84F3B90C73F}"/>
              </a:ext>
            </a:extLst>
          </p:cNvPr>
          <p:cNvSpPr>
            <a:spLocks noChangeShapeType="1"/>
          </p:cNvSpPr>
          <p:nvPr/>
        </p:nvSpPr>
        <p:spPr bwMode="auto">
          <a:xfrm>
            <a:off x="1990725" y="3732213"/>
            <a:ext cx="10223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1501" name="Text Box 26">
            <a:extLst>
              <a:ext uri="{FF2B5EF4-FFF2-40B4-BE49-F238E27FC236}">
                <a16:creationId xmlns:a16="http://schemas.microsoft.com/office/drawing/2014/main" id="{FBE5D7DA-49C8-4A25-B2F6-2A8FDA577811}"/>
              </a:ext>
            </a:extLst>
          </p:cNvPr>
          <p:cNvSpPr txBox="1">
            <a:spLocks noChangeArrowheads="1"/>
          </p:cNvSpPr>
          <p:nvPr/>
        </p:nvSpPr>
        <p:spPr bwMode="auto">
          <a:xfrm>
            <a:off x="3119438" y="6188075"/>
            <a:ext cx="854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800">
                <a:ea typeface="Gulim" panose="020B0600000101010101" pitchFamily="34" charset="-127"/>
              </a:rPr>
              <a:t>BSS 2</a:t>
            </a:r>
          </a:p>
        </p:txBody>
      </p:sp>
      <p:sp>
        <p:nvSpPr>
          <p:cNvPr id="831502" name="Line 27">
            <a:extLst>
              <a:ext uri="{FF2B5EF4-FFF2-40B4-BE49-F238E27FC236}">
                <a16:creationId xmlns:a16="http://schemas.microsoft.com/office/drawing/2014/main" id="{087C020B-34E7-4AFA-A322-BDCF3C159E38}"/>
              </a:ext>
            </a:extLst>
          </p:cNvPr>
          <p:cNvSpPr>
            <a:spLocks noChangeShapeType="1"/>
          </p:cNvSpPr>
          <p:nvPr/>
        </p:nvSpPr>
        <p:spPr bwMode="auto">
          <a:xfrm flipV="1">
            <a:off x="3176588" y="2684463"/>
            <a:ext cx="214312" cy="908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31503" name="Group 28">
            <a:extLst>
              <a:ext uri="{FF2B5EF4-FFF2-40B4-BE49-F238E27FC236}">
                <a16:creationId xmlns:a16="http://schemas.microsoft.com/office/drawing/2014/main" id="{C6F84CAA-753E-4883-A735-F772B190D11C}"/>
              </a:ext>
            </a:extLst>
          </p:cNvPr>
          <p:cNvGrpSpPr>
            <a:grpSpLocks/>
          </p:cNvGrpSpPr>
          <p:nvPr/>
        </p:nvGrpSpPr>
        <p:grpSpPr bwMode="auto">
          <a:xfrm>
            <a:off x="2447925" y="1503363"/>
            <a:ext cx="1978025" cy="1444625"/>
            <a:chOff x="3744" y="1392"/>
            <a:chExt cx="1488" cy="1110"/>
          </a:xfrm>
        </p:grpSpPr>
        <p:sp>
          <p:nvSpPr>
            <p:cNvPr id="831565" name="Freeform 29">
              <a:extLst>
                <a:ext uri="{FF2B5EF4-FFF2-40B4-BE49-F238E27FC236}">
                  <a16:creationId xmlns:a16="http://schemas.microsoft.com/office/drawing/2014/main" id="{0DC324FA-1F34-4DCA-9AD8-89779201104F}"/>
                </a:ext>
              </a:extLst>
            </p:cNvPr>
            <p:cNvSpPr>
              <a:spLocks/>
            </p:cNvSpPr>
            <p:nvPr/>
          </p:nvSpPr>
          <p:spPr bwMode="auto">
            <a:xfrm>
              <a:off x="3744" y="1392"/>
              <a:ext cx="1488" cy="1110"/>
            </a:xfrm>
            <a:custGeom>
              <a:avLst/>
              <a:gdLst>
                <a:gd name="T0" fmla="*/ 1 w 2135"/>
                <a:gd name="T1" fmla="*/ 1 h 1662"/>
                <a:gd name="T2" fmla="*/ 1 w 2135"/>
                <a:gd name="T3" fmla="*/ 1 h 1662"/>
                <a:gd name="T4" fmla="*/ 3 w 2135"/>
                <a:gd name="T5" fmla="*/ 1 h 1662"/>
                <a:gd name="T6" fmla="*/ 6 w 2135"/>
                <a:gd name="T7" fmla="*/ 1 h 1662"/>
                <a:gd name="T8" fmla="*/ 9 w 2135"/>
                <a:gd name="T9" fmla="*/ 1 h 1662"/>
                <a:gd name="T10" fmla="*/ 9 w 2135"/>
                <a:gd name="T11" fmla="*/ 3 h 1662"/>
                <a:gd name="T12" fmla="*/ 7 w 2135"/>
                <a:gd name="T13" fmla="*/ 4 h 1662"/>
                <a:gd name="T14" fmla="*/ 3 w 2135"/>
                <a:gd name="T15" fmla="*/ 3 h 1662"/>
                <a:gd name="T16" fmla="*/ 2 w 2135"/>
                <a:gd name="T17" fmla="*/ 3 h 1662"/>
                <a:gd name="T18" fmla="*/ 1 w 2135"/>
                <a:gd name="T19" fmla="*/ 3 h 1662"/>
                <a:gd name="T20" fmla="*/ 1 w 2135"/>
                <a:gd name="T21" fmla="*/ 1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1566" name="Text Box 30">
              <a:extLst>
                <a:ext uri="{FF2B5EF4-FFF2-40B4-BE49-F238E27FC236}">
                  <a16:creationId xmlns:a16="http://schemas.microsoft.com/office/drawing/2014/main" id="{22DB5228-098C-48EF-B681-B77AE49CB9EC}"/>
                </a:ext>
              </a:extLst>
            </p:cNvPr>
            <p:cNvSpPr txBox="1">
              <a:spLocks noChangeArrowheads="1"/>
            </p:cNvSpPr>
            <p:nvPr/>
          </p:nvSpPr>
          <p:spPr bwMode="auto">
            <a:xfrm>
              <a:off x="4129" y="1776"/>
              <a:ext cx="845"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800">
                  <a:ea typeface="Gulim" panose="020B0600000101010101" pitchFamily="34" charset="-127"/>
                </a:rPr>
                <a:t>Internet</a:t>
              </a:r>
            </a:p>
          </p:txBody>
        </p:sp>
      </p:grpSp>
      <p:sp>
        <p:nvSpPr>
          <p:cNvPr id="831504" name="Text Box 31">
            <a:extLst>
              <a:ext uri="{FF2B5EF4-FFF2-40B4-BE49-F238E27FC236}">
                <a16:creationId xmlns:a16="http://schemas.microsoft.com/office/drawing/2014/main" id="{E5C7A6BA-7B5F-460E-A5D3-712B8FC6BC80}"/>
              </a:ext>
            </a:extLst>
          </p:cNvPr>
          <p:cNvSpPr txBox="1">
            <a:spLocks noChangeArrowheads="1"/>
          </p:cNvSpPr>
          <p:nvPr/>
        </p:nvSpPr>
        <p:spPr bwMode="auto">
          <a:xfrm>
            <a:off x="3348038" y="3408363"/>
            <a:ext cx="1390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800">
                <a:ea typeface="Gulim" panose="020B0600000101010101" pitchFamily="34" charset="-127"/>
              </a:rPr>
              <a:t>hub, switch</a:t>
            </a:r>
          </a:p>
          <a:p>
            <a:pPr eaLnBrk="1" hangingPunct="1">
              <a:spcBef>
                <a:spcPct val="0"/>
              </a:spcBef>
              <a:buClrTx/>
              <a:buSzTx/>
              <a:buFontTx/>
              <a:buNone/>
            </a:pPr>
            <a:r>
              <a:rPr lang="en-US" altLang="ko-KR" sz="1800">
                <a:ea typeface="Gulim" panose="020B0600000101010101" pitchFamily="34" charset="-127"/>
              </a:rPr>
              <a:t>or router</a:t>
            </a:r>
          </a:p>
        </p:txBody>
      </p:sp>
      <p:grpSp>
        <p:nvGrpSpPr>
          <p:cNvPr id="831505" name="Group 32">
            <a:extLst>
              <a:ext uri="{FF2B5EF4-FFF2-40B4-BE49-F238E27FC236}">
                <a16:creationId xmlns:a16="http://schemas.microsoft.com/office/drawing/2014/main" id="{6493B9E1-A52E-42CB-875B-ACF67105B43C}"/>
              </a:ext>
            </a:extLst>
          </p:cNvPr>
          <p:cNvGrpSpPr>
            <a:grpSpLocks/>
          </p:cNvGrpSpPr>
          <p:nvPr/>
        </p:nvGrpSpPr>
        <p:grpSpPr bwMode="auto">
          <a:xfrm>
            <a:off x="1524000" y="3263900"/>
            <a:ext cx="782638" cy="917575"/>
            <a:chOff x="1952" y="1032"/>
            <a:chExt cx="589" cy="706"/>
          </a:xfrm>
        </p:grpSpPr>
        <p:sp>
          <p:nvSpPr>
            <p:cNvPr id="831545" name="Text Box 33">
              <a:extLst>
                <a:ext uri="{FF2B5EF4-FFF2-40B4-BE49-F238E27FC236}">
                  <a16:creationId xmlns:a16="http://schemas.microsoft.com/office/drawing/2014/main" id="{C695BBC7-901C-4997-BC7B-55BB90E90CD9}"/>
                </a:ext>
              </a:extLst>
            </p:cNvPr>
            <p:cNvSpPr txBox="1">
              <a:spLocks noChangeArrowheads="1"/>
            </p:cNvSpPr>
            <p:nvPr/>
          </p:nvSpPr>
          <p:spPr bwMode="auto">
            <a:xfrm>
              <a:off x="2080" y="1456"/>
              <a:ext cx="353"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800">
                  <a:ea typeface="Gulim" panose="020B0600000101010101" pitchFamily="34" charset="-127"/>
                </a:rPr>
                <a:t>AP</a:t>
              </a:r>
            </a:p>
          </p:txBody>
        </p:sp>
        <p:grpSp>
          <p:nvGrpSpPr>
            <p:cNvPr id="831546" name="Group 34">
              <a:extLst>
                <a:ext uri="{FF2B5EF4-FFF2-40B4-BE49-F238E27FC236}">
                  <a16:creationId xmlns:a16="http://schemas.microsoft.com/office/drawing/2014/main" id="{E4E00962-FC1B-421F-B407-53988D561B58}"/>
                </a:ext>
              </a:extLst>
            </p:cNvPr>
            <p:cNvGrpSpPr>
              <a:grpSpLocks/>
            </p:cNvGrpSpPr>
            <p:nvPr/>
          </p:nvGrpSpPr>
          <p:grpSpPr bwMode="auto">
            <a:xfrm>
              <a:off x="1952" y="1032"/>
              <a:ext cx="589" cy="440"/>
              <a:chOff x="1160" y="2192"/>
              <a:chExt cx="589" cy="440"/>
            </a:xfrm>
          </p:grpSpPr>
          <p:pic>
            <p:nvPicPr>
              <p:cNvPr id="831547" name="Picture 35" descr="31u_bnrz[1]">
                <a:extLst>
                  <a:ext uri="{FF2B5EF4-FFF2-40B4-BE49-F238E27FC236}">
                    <a16:creationId xmlns:a16="http://schemas.microsoft.com/office/drawing/2014/main" id="{D38C0D13-DCE6-4F74-8007-DE11034358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1349" y="2458"/>
                <a:ext cx="21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1548" name="AutoShape 36">
                <a:extLst>
                  <a:ext uri="{FF2B5EF4-FFF2-40B4-BE49-F238E27FC236}">
                    <a16:creationId xmlns:a16="http://schemas.microsoft.com/office/drawing/2014/main" id="{2E0C4D5F-93CA-4AC6-B9B1-81DCE8D9E136}"/>
                  </a:ext>
                </a:extLst>
              </p:cNvPr>
              <p:cNvSpPr>
                <a:spLocks noChangeAspect="1" noChangeArrowheads="1" noTextEdit="1"/>
              </p:cNvSpPr>
              <p:nvPr/>
            </p:nvSpPr>
            <p:spPr bwMode="auto">
              <a:xfrm>
                <a:off x="1160" y="2192"/>
                <a:ext cx="5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31549" name="Freeform 37">
                <a:extLst>
                  <a:ext uri="{FF2B5EF4-FFF2-40B4-BE49-F238E27FC236}">
                    <a16:creationId xmlns:a16="http://schemas.microsoft.com/office/drawing/2014/main" id="{C4061C74-7CD9-4487-A1DA-0B9BE0BF1B20}"/>
                  </a:ext>
                </a:extLst>
              </p:cNvPr>
              <p:cNvSpPr>
                <a:spLocks/>
              </p:cNvSpPr>
              <p:nvPr/>
            </p:nvSpPr>
            <p:spPr bwMode="auto">
              <a:xfrm>
                <a:off x="1283" y="2231"/>
                <a:ext cx="83" cy="102"/>
              </a:xfrm>
              <a:custGeom>
                <a:avLst/>
                <a:gdLst>
                  <a:gd name="T0" fmla="*/ 0 w 247"/>
                  <a:gd name="T1" fmla="*/ 1 h 203"/>
                  <a:gd name="T2" fmla="*/ 0 w 247"/>
                  <a:gd name="T3" fmla="*/ 1 h 203"/>
                  <a:gd name="T4" fmla="*/ 0 w 247"/>
                  <a:gd name="T5" fmla="*/ 1 h 203"/>
                  <a:gd name="T6" fmla="*/ 0 w 247"/>
                  <a:gd name="T7" fmla="*/ 1 h 203"/>
                  <a:gd name="T8" fmla="*/ 0 w 247"/>
                  <a:gd name="T9" fmla="*/ 1 h 203"/>
                  <a:gd name="T10" fmla="*/ 0 w 247"/>
                  <a:gd name="T11" fmla="*/ 1 h 203"/>
                  <a:gd name="T12" fmla="*/ 0 w 247"/>
                  <a:gd name="T13" fmla="*/ 1 h 203"/>
                  <a:gd name="T14" fmla="*/ 0 w 247"/>
                  <a:gd name="T15" fmla="*/ 1 h 203"/>
                  <a:gd name="T16" fmla="*/ 0 w 247"/>
                  <a:gd name="T17" fmla="*/ 1 h 203"/>
                  <a:gd name="T18" fmla="*/ 0 w 247"/>
                  <a:gd name="T19" fmla="*/ 1 h 203"/>
                  <a:gd name="T20" fmla="*/ 0 w 247"/>
                  <a:gd name="T21" fmla="*/ 1 h 203"/>
                  <a:gd name="T22" fmla="*/ 0 w 247"/>
                  <a:gd name="T23" fmla="*/ 1 h 203"/>
                  <a:gd name="T24" fmla="*/ 0 w 247"/>
                  <a:gd name="T25" fmla="*/ 1 h 203"/>
                  <a:gd name="T26" fmla="*/ 0 w 247"/>
                  <a:gd name="T27" fmla="*/ 1 h 203"/>
                  <a:gd name="T28" fmla="*/ 0 w 247"/>
                  <a:gd name="T29" fmla="*/ 1 h 203"/>
                  <a:gd name="T30" fmla="*/ 0 w 247"/>
                  <a:gd name="T31" fmla="*/ 1 h 203"/>
                  <a:gd name="T32" fmla="*/ 0 w 247"/>
                  <a:gd name="T33" fmla="*/ 1 h 203"/>
                  <a:gd name="T34" fmla="*/ 0 w 247"/>
                  <a:gd name="T35" fmla="*/ 1 h 203"/>
                  <a:gd name="T36" fmla="*/ 0 w 247"/>
                  <a:gd name="T37" fmla="*/ 1 h 203"/>
                  <a:gd name="T38" fmla="*/ 0 w 247"/>
                  <a:gd name="T39" fmla="*/ 1 h 203"/>
                  <a:gd name="T40" fmla="*/ 0 w 247"/>
                  <a:gd name="T41" fmla="*/ 1 h 203"/>
                  <a:gd name="T42" fmla="*/ 0 w 247"/>
                  <a:gd name="T43" fmla="*/ 1 h 203"/>
                  <a:gd name="T44" fmla="*/ 0 w 247"/>
                  <a:gd name="T45" fmla="*/ 1 h 203"/>
                  <a:gd name="T46" fmla="*/ 0 w 247"/>
                  <a:gd name="T47" fmla="*/ 1 h 203"/>
                  <a:gd name="T48" fmla="*/ 0 w 247"/>
                  <a:gd name="T49" fmla="*/ 1 h 203"/>
                  <a:gd name="T50" fmla="*/ 0 w 247"/>
                  <a:gd name="T51" fmla="*/ 1 h 203"/>
                  <a:gd name="T52" fmla="*/ 0 w 247"/>
                  <a:gd name="T53" fmla="*/ 1 h 203"/>
                  <a:gd name="T54" fmla="*/ 0 w 247"/>
                  <a:gd name="T55" fmla="*/ 1 h 203"/>
                  <a:gd name="T56" fmla="*/ 0 w 247"/>
                  <a:gd name="T57" fmla="*/ 1 h 203"/>
                  <a:gd name="T58" fmla="*/ 0 w 247"/>
                  <a:gd name="T59" fmla="*/ 1 h 203"/>
                  <a:gd name="T60" fmla="*/ 0 w 247"/>
                  <a:gd name="T61" fmla="*/ 1 h 203"/>
                  <a:gd name="T62" fmla="*/ 0 w 247"/>
                  <a:gd name="T63" fmla="*/ 1 h 203"/>
                  <a:gd name="T64" fmla="*/ 0 w 247"/>
                  <a:gd name="T65" fmla="*/ 1 h 203"/>
                  <a:gd name="T66" fmla="*/ 0 w 247"/>
                  <a:gd name="T67" fmla="*/ 1 h 203"/>
                  <a:gd name="T68" fmla="*/ 0 w 247"/>
                  <a:gd name="T69" fmla="*/ 1 h 203"/>
                  <a:gd name="T70" fmla="*/ 0 w 247"/>
                  <a:gd name="T71" fmla="*/ 1 h 203"/>
                  <a:gd name="T72" fmla="*/ 0 w 247"/>
                  <a:gd name="T73" fmla="*/ 1 h 203"/>
                  <a:gd name="T74" fmla="*/ 0 w 247"/>
                  <a:gd name="T75" fmla="*/ 1 h 203"/>
                  <a:gd name="T76" fmla="*/ 0 w 247"/>
                  <a:gd name="T77" fmla="*/ 1 h 203"/>
                  <a:gd name="T78" fmla="*/ 0 w 247"/>
                  <a:gd name="T79" fmla="*/ 1 h 203"/>
                  <a:gd name="T80" fmla="*/ 0 w 247"/>
                  <a:gd name="T81" fmla="*/ 1 h 203"/>
                  <a:gd name="T82" fmla="*/ 0 w 247"/>
                  <a:gd name="T83" fmla="*/ 1 h 203"/>
                  <a:gd name="T84" fmla="*/ 0 w 247"/>
                  <a:gd name="T85" fmla="*/ 0 h 203"/>
                  <a:gd name="T86" fmla="*/ 0 w 247"/>
                  <a:gd name="T87" fmla="*/ 1 h 203"/>
                  <a:gd name="T88" fmla="*/ 0 w 247"/>
                  <a:gd name="T89" fmla="*/ 1 h 203"/>
                  <a:gd name="T90" fmla="*/ 0 w 247"/>
                  <a:gd name="T91" fmla="*/ 1 h 203"/>
                  <a:gd name="T92" fmla="*/ 0 w 247"/>
                  <a:gd name="T93" fmla="*/ 1 h 203"/>
                  <a:gd name="T94" fmla="*/ 0 w 247"/>
                  <a:gd name="T95" fmla="*/ 1 h 203"/>
                  <a:gd name="T96" fmla="*/ 0 w 247"/>
                  <a:gd name="T97" fmla="*/ 1 h 20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47"/>
                  <a:gd name="T148" fmla="*/ 0 h 203"/>
                  <a:gd name="T149" fmla="*/ 247 w 247"/>
                  <a:gd name="T150" fmla="*/ 203 h 20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50" name="Freeform 38">
                <a:extLst>
                  <a:ext uri="{FF2B5EF4-FFF2-40B4-BE49-F238E27FC236}">
                    <a16:creationId xmlns:a16="http://schemas.microsoft.com/office/drawing/2014/main" id="{53D41D66-C6FE-4011-8ADC-505B9D400582}"/>
                  </a:ext>
                </a:extLst>
              </p:cNvPr>
              <p:cNvSpPr>
                <a:spLocks/>
              </p:cNvSpPr>
              <p:nvPr/>
            </p:nvSpPr>
            <p:spPr bwMode="auto">
              <a:xfrm>
                <a:off x="1424" y="2230"/>
                <a:ext cx="52" cy="79"/>
              </a:xfrm>
              <a:custGeom>
                <a:avLst/>
                <a:gdLst>
                  <a:gd name="T0" fmla="*/ 0 w 158"/>
                  <a:gd name="T1" fmla="*/ 1 h 158"/>
                  <a:gd name="T2" fmla="*/ 0 w 158"/>
                  <a:gd name="T3" fmla="*/ 1 h 158"/>
                  <a:gd name="T4" fmla="*/ 0 w 158"/>
                  <a:gd name="T5" fmla="*/ 1 h 158"/>
                  <a:gd name="T6" fmla="*/ 0 w 158"/>
                  <a:gd name="T7" fmla="*/ 1 h 158"/>
                  <a:gd name="T8" fmla="*/ 0 w 158"/>
                  <a:gd name="T9" fmla="*/ 1 h 158"/>
                  <a:gd name="T10" fmla="*/ 0 w 158"/>
                  <a:gd name="T11" fmla="*/ 1 h 158"/>
                  <a:gd name="T12" fmla="*/ 0 w 158"/>
                  <a:gd name="T13" fmla="*/ 1 h 158"/>
                  <a:gd name="T14" fmla="*/ 0 w 158"/>
                  <a:gd name="T15" fmla="*/ 1 h 158"/>
                  <a:gd name="T16" fmla="*/ 0 w 158"/>
                  <a:gd name="T17" fmla="*/ 1 h 158"/>
                  <a:gd name="T18" fmla="*/ 0 w 158"/>
                  <a:gd name="T19" fmla="*/ 1 h 158"/>
                  <a:gd name="T20" fmla="*/ 0 w 158"/>
                  <a:gd name="T21" fmla="*/ 1 h 158"/>
                  <a:gd name="T22" fmla="*/ 0 w 158"/>
                  <a:gd name="T23" fmla="*/ 1 h 158"/>
                  <a:gd name="T24" fmla="*/ 0 w 158"/>
                  <a:gd name="T25" fmla="*/ 1 h 158"/>
                  <a:gd name="T26" fmla="*/ 0 w 158"/>
                  <a:gd name="T27" fmla="*/ 1 h 158"/>
                  <a:gd name="T28" fmla="*/ 0 w 158"/>
                  <a:gd name="T29" fmla="*/ 1 h 158"/>
                  <a:gd name="T30" fmla="*/ 0 w 158"/>
                  <a:gd name="T31" fmla="*/ 1 h 158"/>
                  <a:gd name="T32" fmla="*/ 0 w 158"/>
                  <a:gd name="T33" fmla="*/ 1 h 158"/>
                  <a:gd name="T34" fmla="*/ 0 w 158"/>
                  <a:gd name="T35" fmla="*/ 1 h 158"/>
                  <a:gd name="T36" fmla="*/ 0 w 158"/>
                  <a:gd name="T37" fmla="*/ 1 h 158"/>
                  <a:gd name="T38" fmla="*/ 0 w 158"/>
                  <a:gd name="T39" fmla="*/ 1 h 158"/>
                  <a:gd name="T40" fmla="*/ 0 w 158"/>
                  <a:gd name="T41" fmla="*/ 1 h 158"/>
                  <a:gd name="T42" fmla="*/ 0 w 158"/>
                  <a:gd name="T43" fmla="*/ 1 h 158"/>
                  <a:gd name="T44" fmla="*/ 0 w 158"/>
                  <a:gd name="T45" fmla="*/ 1 h 158"/>
                  <a:gd name="T46" fmla="*/ 0 w 158"/>
                  <a:gd name="T47" fmla="*/ 1 h 158"/>
                  <a:gd name="T48" fmla="*/ 0 w 158"/>
                  <a:gd name="T49" fmla="*/ 1 h 158"/>
                  <a:gd name="T50" fmla="*/ 0 w 158"/>
                  <a:gd name="T51" fmla="*/ 1 h 158"/>
                  <a:gd name="T52" fmla="*/ 0 w 158"/>
                  <a:gd name="T53" fmla="*/ 1 h 158"/>
                  <a:gd name="T54" fmla="*/ 0 w 158"/>
                  <a:gd name="T55" fmla="*/ 1 h 158"/>
                  <a:gd name="T56" fmla="*/ 0 w 158"/>
                  <a:gd name="T57" fmla="*/ 1 h 158"/>
                  <a:gd name="T58" fmla="*/ 0 w 158"/>
                  <a:gd name="T59" fmla="*/ 1 h 158"/>
                  <a:gd name="T60" fmla="*/ 0 w 158"/>
                  <a:gd name="T61" fmla="*/ 0 h 158"/>
                  <a:gd name="T62" fmla="*/ 0 w 158"/>
                  <a:gd name="T63" fmla="*/ 0 h 158"/>
                  <a:gd name="T64" fmla="*/ 0 w 158"/>
                  <a:gd name="T65" fmla="*/ 1 h 158"/>
                  <a:gd name="T66" fmla="*/ 0 w 158"/>
                  <a:gd name="T67" fmla="*/ 1 h 158"/>
                  <a:gd name="T68" fmla="*/ 0 w 158"/>
                  <a:gd name="T69" fmla="*/ 1 h 158"/>
                  <a:gd name="T70" fmla="*/ 0 w 158"/>
                  <a:gd name="T71" fmla="*/ 1 h 158"/>
                  <a:gd name="T72" fmla="*/ 0 w 158"/>
                  <a:gd name="T73" fmla="*/ 1 h 158"/>
                  <a:gd name="T74" fmla="*/ 0 w 158"/>
                  <a:gd name="T75" fmla="*/ 1 h 158"/>
                  <a:gd name="T76" fmla="*/ 0 w 158"/>
                  <a:gd name="T77" fmla="*/ 1 h 158"/>
                  <a:gd name="T78" fmla="*/ 0 w 158"/>
                  <a:gd name="T79" fmla="*/ 1 h 158"/>
                  <a:gd name="T80" fmla="*/ 0 w 158"/>
                  <a:gd name="T81" fmla="*/ 1 h 1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8"/>
                  <a:gd name="T124" fmla="*/ 0 h 158"/>
                  <a:gd name="T125" fmla="*/ 158 w 158"/>
                  <a:gd name="T126" fmla="*/ 158 h 1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51" name="Freeform 39">
                <a:extLst>
                  <a:ext uri="{FF2B5EF4-FFF2-40B4-BE49-F238E27FC236}">
                    <a16:creationId xmlns:a16="http://schemas.microsoft.com/office/drawing/2014/main" id="{2AA8931F-2997-4B55-B1E2-27E587F161A1}"/>
                  </a:ext>
                </a:extLst>
              </p:cNvPr>
              <p:cNvSpPr>
                <a:spLocks/>
              </p:cNvSpPr>
              <p:nvPr/>
            </p:nvSpPr>
            <p:spPr bwMode="auto">
              <a:xfrm>
                <a:off x="1232" y="2211"/>
                <a:ext cx="133" cy="166"/>
              </a:xfrm>
              <a:custGeom>
                <a:avLst/>
                <a:gdLst>
                  <a:gd name="T0" fmla="*/ 0 w 399"/>
                  <a:gd name="T1" fmla="*/ 1 h 331"/>
                  <a:gd name="T2" fmla="*/ 0 w 399"/>
                  <a:gd name="T3" fmla="*/ 1 h 331"/>
                  <a:gd name="T4" fmla="*/ 0 w 399"/>
                  <a:gd name="T5" fmla="*/ 1 h 331"/>
                  <a:gd name="T6" fmla="*/ 0 w 399"/>
                  <a:gd name="T7" fmla="*/ 1 h 331"/>
                  <a:gd name="T8" fmla="*/ 0 w 399"/>
                  <a:gd name="T9" fmla="*/ 1 h 331"/>
                  <a:gd name="T10" fmla="*/ 0 w 399"/>
                  <a:gd name="T11" fmla="*/ 1 h 331"/>
                  <a:gd name="T12" fmla="*/ 0 w 399"/>
                  <a:gd name="T13" fmla="*/ 1 h 331"/>
                  <a:gd name="T14" fmla="*/ 0 w 399"/>
                  <a:gd name="T15" fmla="*/ 1 h 331"/>
                  <a:gd name="T16" fmla="*/ 0 w 399"/>
                  <a:gd name="T17" fmla="*/ 1 h 331"/>
                  <a:gd name="T18" fmla="*/ 0 w 399"/>
                  <a:gd name="T19" fmla="*/ 1 h 331"/>
                  <a:gd name="T20" fmla="*/ 0 w 399"/>
                  <a:gd name="T21" fmla="*/ 1 h 331"/>
                  <a:gd name="T22" fmla="*/ 0 w 399"/>
                  <a:gd name="T23" fmla="*/ 1 h 331"/>
                  <a:gd name="T24" fmla="*/ 0 w 399"/>
                  <a:gd name="T25" fmla="*/ 1 h 331"/>
                  <a:gd name="T26" fmla="*/ 0 w 399"/>
                  <a:gd name="T27" fmla="*/ 1 h 331"/>
                  <a:gd name="T28" fmla="*/ 0 w 399"/>
                  <a:gd name="T29" fmla="*/ 1 h 331"/>
                  <a:gd name="T30" fmla="*/ 0 w 399"/>
                  <a:gd name="T31" fmla="*/ 1 h 331"/>
                  <a:gd name="T32" fmla="*/ 0 w 399"/>
                  <a:gd name="T33" fmla="*/ 1 h 331"/>
                  <a:gd name="T34" fmla="*/ 0 w 399"/>
                  <a:gd name="T35" fmla="*/ 1 h 331"/>
                  <a:gd name="T36" fmla="*/ 0 w 399"/>
                  <a:gd name="T37" fmla="*/ 1 h 331"/>
                  <a:gd name="T38" fmla="*/ 0 w 399"/>
                  <a:gd name="T39" fmla="*/ 1 h 331"/>
                  <a:gd name="T40" fmla="*/ 0 w 399"/>
                  <a:gd name="T41" fmla="*/ 1 h 331"/>
                  <a:gd name="T42" fmla="*/ 0 w 399"/>
                  <a:gd name="T43" fmla="*/ 1 h 331"/>
                  <a:gd name="T44" fmla="*/ 0 w 399"/>
                  <a:gd name="T45" fmla="*/ 1 h 331"/>
                  <a:gd name="T46" fmla="*/ 0 w 399"/>
                  <a:gd name="T47" fmla="*/ 1 h 331"/>
                  <a:gd name="T48" fmla="*/ 0 w 399"/>
                  <a:gd name="T49" fmla="*/ 1 h 331"/>
                  <a:gd name="T50" fmla="*/ 0 w 399"/>
                  <a:gd name="T51" fmla="*/ 1 h 331"/>
                  <a:gd name="T52" fmla="*/ 0 w 399"/>
                  <a:gd name="T53" fmla="*/ 1 h 331"/>
                  <a:gd name="T54" fmla="*/ 0 w 399"/>
                  <a:gd name="T55" fmla="*/ 1 h 331"/>
                  <a:gd name="T56" fmla="*/ 0 w 399"/>
                  <a:gd name="T57" fmla="*/ 1 h 331"/>
                  <a:gd name="T58" fmla="*/ 0 w 399"/>
                  <a:gd name="T59" fmla="*/ 1 h 331"/>
                  <a:gd name="T60" fmla="*/ 0 w 399"/>
                  <a:gd name="T61" fmla="*/ 1 h 331"/>
                  <a:gd name="T62" fmla="*/ 0 w 399"/>
                  <a:gd name="T63" fmla="*/ 1 h 331"/>
                  <a:gd name="T64" fmla="*/ 0 w 399"/>
                  <a:gd name="T65" fmla="*/ 1 h 331"/>
                  <a:gd name="T66" fmla="*/ 0 w 399"/>
                  <a:gd name="T67" fmla="*/ 1 h 331"/>
                  <a:gd name="T68" fmla="*/ 0 w 399"/>
                  <a:gd name="T69" fmla="*/ 1 h 331"/>
                  <a:gd name="T70" fmla="*/ 0 w 399"/>
                  <a:gd name="T71" fmla="*/ 1 h 331"/>
                  <a:gd name="T72" fmla="*/ 0 w 399"/>
                  <a:gd name="T73" fmla="*/ 1 h 331"/>
                  <a:gd name="T74" fmla="*/ 0 w 399"/>
                  <a:gd name="T75" fmla="*/ 1 h 331"/>
                  <a:gd name="T76" fmla="*/ 0 w 399"/>
                  <a:gd name="T77" fmla="*/ 1 h 331"/>
                  <a:gd name="T78" fmla="*/ 0 w 399"/>
                  <a:gd name="T79" fmla="*/ 1 h 331"/>
                  <a:gd name="T80" fmla="*/ 0 w 399"/>
                  <a:gd name="T81" fmla="*/ 0 h 331"/>
                  <a:gd name="T82" fmla="*/ 0 w 399"/>
                  <a:gd name="T83" fmla="*/ 1 h 331"/>
                  <a:gd name="T84" fmla="*/ 0 w 399"/>
                  <a:gd name="T85" fmla="*/ 1 h 331"/>
                  <a:gd name="T86" fmla="*/ 0 w 399"/>
                  <a:gd name="T87" fmla="*/ 1 h 33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1"/>
                  <a:gd name="T134" fmla="*/ 399 w 399"/>
                  <a:gd name="T135" fmla="*/ 331 h 33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52" name="Freeform 40">
                <a:extLst>
                  <a:ext uri="{FF2B5EF4-FFF2-40B4-BE49-F238E27FC236}">
                    <a16:creationId xmlns:a16="http://schemas.microsoft.com/office/drawing/2014/main" id="{B8D608B1-3021-41B0-950B-75E953A839FB}"/>
                  </a:ext>
                </a:extLst>
              </p:cNvPr>
              <p:cNvSpPr>
                <a:spLocks/>
              </p:cNvSpPr>
              <p:nvPr/>
            </p:nvSpPr>
            <p:spPr bwMode="auto">
              <a:xfrm>
                <a:off x="1419" y="2206"/>
                <a:ext cx="116" cy="110"/>
              </a:xfrm>
              <a:custGeom>
                <a:avLst/>
                <a:gdLst>
                  <a:gd name="T0" fmla="*/ 0 w 350"/>
                  <a:gd name="T1" fmla="*/ 0 h 221"/>
                  <a:gd name="T2" fmla="*/ 0 w 350"/>
                  <a:gd name="T3" fmla="*/ 0 h 221"/>
                  <a:gd name="T4" fmla="*/ 0 w 350"/>
                  <a:gd name="T5" fmla="*/ 0 h 221"/>
                  <a:gd name="T6" fmla="*/ 0 w 350"/>
                  <a:gd name="T7" fmla="*/ 0 h 221"/>
                  <a:gd name="T8" fmla="*/ 0 w 350"/>
                  <a:gd name="T9" fmla="*/ 0 h 221"/>
                  <a:gd name="T10" fmla="*/ 0 w 350"/>
                  <a:gd name="T11" fmla="*/ 0 h 221"/>
                  <a:gd name="T12" fmla="*/ 0 w 350"/>
                  <a:gd name="T13" fmla="*/ 0 h 221"/>
                  <a:gd name="T14" fmla="*/ 0 w 350"/>
                  <a:gd name="T15" fmla="*/ 0 h 221"/>
                  <a:gd name="T16" fmla="*/ 0 w 350"/>
                  <a:gd name="T17" fmla="*/ 0 h 221"/>
                  <a:gd name="T18" fmla="*/ 0 w 350"/>
                  <a:gd name="T19" fmla="*/ 0 h 221"/>
                  <a:gd name="T20" fmla="*/ 0 w 350"/>
                  <a:gd name="T21" fmla="*/ 0 h 221"/>
                  <a:gd name="T22" fmla="*/ 0 w 350"/>
                  <a:gd name="T23" fmla="*/ 0 h 221"/>
                  <a:gd name="T24" fmla="*/ 0 w 350"/>
                  <a:gd name="T25" fmla="*/ 0 h 221"/>
                  <a:gd name="T26" fmla="*/ 0 w 350"/>
                  <a:gd name="T27" fmla="*/ 0 h 221"/>
                  <a:gd name="T28" fmla="*/ 0 w 350"/>
                  <a:gd name="T29" fmla="*/ 0 h 221"/>
                  <a:gd name="T30" fmla="*/ 0 w 350"/>
                  <a:gd name="T31" fmla="*/ 0 h 221"/>
                  <a:gd name="T32" fmla="*/ 0 w 350"/>
                  <a:gd name="T33" fmla="*/ 0 h 221"/>
                  <a:gd name="T34" fmla="*/ 0 w 350"/>
                  <a:gd name="T35" fmla="*/ 0 h 221"/>
                  <a:gd name="T36" fmla="*/ 0 w 350"/>
                  <a:gd name="T37" fmla="*/ 0 h 221"/>
                  <a:gd name="T38" fmla="*/ 0 w 350"/>
                  <a:gd name="T39" fmla="*/ 0 h 221"/>
                  <a:gd name="T40" fmla="*/ 0 w 350"/>
                  <a:gd name="T41" fmla="*/ 0 h 221"/>
                  <a:gd name="T42" fmla="*/ 0 w 350"/>
                  <a:gd name="T43" fmla="*/ 0 h 221"/>
                  <a:gd name="T44" fmla="*/ 0 w 350"/>
                  <a:gd name="T45" fmla="*/ 0 h 221"/>
                  <a:gd name="T46" fmla="*/ 0 w 350"/>
                  <a:gd name="T47" fmla="*/ 0 h 221"/>
                  <a:gd name="T48" fmla="*/ 0 w 350"/>
                  <a:gd name="T49" fmla="*/ 0 h 221"/>
                  <a:gd name="T50" fmla="*/ 0 w 350"/>
                  <a:gd name="T51" fmla="*/ 0 h 221"/>
                  <a:gd name="T52" fmla="*/ 0 w 350"/>
                  <a:gd name="T53" fmla="*/ 0 h 221"/>
                  <a:gd name="T54" fmla="*/ 0 w 350"/>
                  <a:gd name="T55" fmla="*/ 0 h 221"/>
                  <a:gd name="T56" fmla="*/ 0 w 350"/>
                  <a:gd name="T57" fmla="*/ 0 h 221"/>
                  <a:gd name="T58" fmla="*/ 0 w 350"/>
                  <a:gd name="T59" fmla="*/ 0 h 221"/>
                  <a:gd name="T60" fmla="*/ 0 w 350"/>
                  <a:gd name="T61" fmla="*/ 0 h 221"/>
                  <a:gd name="T62" fmla="*/ 0 w 350"/>
                  <a:gd name="T63" fmla="*/ 0 h 221"/>
                  <a:gd name="T64" fmla="*/ 0 w 350"/>
                  <a:gd name="T65" fmla="*/ 0 h 221"/>
                  <a:gd name="T66" fmla="*/ 0 w 350"/>
                  <a:gd name="T67" fmla="*/ 0 h 221"/>
                  <a:gd name="T68" fmla="*/ 0 w 350"/>
                  <a:gd name="T69" fmla="*/ 0 h 221"/>
                  <a:gd name="T70" fmla="*/ 0 w 350"/>
                  <a:gd name="T71" fmla="*/ 0 h 221"/>
                  <a:gd name="T72" fmla="*/ 0 w 350"/>
                  <a:gd name="T73" fmla="*/ 0 h 221"/>
                  <a:gd name="T74" fmla="*/ 0 w 350"/>
                  <a:gd name="T75" fmla="*/ 0 h 221"/>
                  <a:gd name="T76" fmla="*/ 0 w 350"/>
                  <a:gd name="T77" fmla="*/ 0 h 221"/>
                  <a:gd name="T78" fmla="*/ 0 w 350"/>
                  <a:gd name="T79" fmla="*/ 0 h 221"/>
                  <a:gd name="T80" fmla="*/ 0 w 350"/>
                  <a:gd name="T81" fmla="*/ 0 h 221"/>
                  <a:gd name="T82" fmla="*/ 0 w 350"/>
                  <a:gd name="T83" fmla="*/ 0 h 221"/>
                  <a:gd name="T84" fmla="*/ 0 w 350"/>
                  <a:gd name="T85" fmla="*/ 0 h 221"/>
                  <a:gd name="T86" fmla="*/ 0 w 350"/>
                  <a:gd name="T87" fmla="*/ 0 h 221"/>
                  <a:gd name="T88" fmla="*/ 0 w 350"/>
                  <a:gd name="T89" fmla="*/ 0 h 221"/>
                  <a:gd name="T90" fmla="*/ 0 w 350"/>
                  <a:gd name="T91" fmla="*/ 0 h 221"/>
                  <a:gd name="T92" fmla="*/ 0 w 350"/>
                  <a:gd name="T93" fmla="*/ 0 h 221"/>
                  <a:gd name="T94" fmla="*/ 0 w 350"/>
                  <a:gd name="T95" fmla="*/ 0 h 221"/>
                  <a:gd name="T96" fmla="*/ 0 w 350"/>
                  <a:gd name="T97" fmla="*/ 0 h 221"/>
                  <a:gd name="T98" fmla="*/ 0 w 350"/>
                  <a:gd name="T99" fmla="*/ 0 h 221"/>
                  <a:gd name="T100" fmla="*/ 0 w 350"/>
                  <a:gd name="T101" fmla="*/ 0 h 221"/>
                  <a:gd name="T102" fmla="*/ 0 w 350"/>
                  <a:gd name="T103" fmla="*/ 0 h 221"/>
                  <a:gd name="T104" fmla="*/ 0 w 350"/>
                  <a:gd name="T105" fmla="*/ 0 h 221"/>
                  <a:gd name="T106" fmla="*/ 0 w 350"/>
                  <a:gd name="T107" fmla="*/ 0 h 221"/>
                  <a:gd name="T108" fmla="*/ 0 w 350"/>
                  <a:gd name="T109" fmla="*/ 0 h 221"/>
                  <a:gd name="T110" fmla="*/ 0 w 350"/>
                  <a:gd name="T111" fmla="*/ 0 h 221"/>
                  <a:gd name="T112" fmla="*/ 0 w 350"/>
                  <a:gd name="T113" fmla="*/ 0 h 221"/>
                  <a:gd name="T114" fmla="*/ 0 w 350"/>
                  <a:gd name="T115" fmla="*/ 0 h 221"/>
                  <a:gd name="T116" fmla="*/ 0 w 350"/>
                  <a:gd name="T117" fmla="*/ 0 h 221"/>
                  <a:gd name="T118" fmla="*/ 0 w 350"/>
                  <a:gd name="T119" fmla="*/ 0 h 221"/>
                  <a:gd name="T120" fmla="*/ 0 w 350"/>
                  <a:gd name="T121" fmla="*/ 0 h 2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50"/>
                  <a:gd name="T184" fmla="*/ 0 h 221"/>
                  <a:gd name="T185" fmla="*/ 350 w 350"/>
                  <a:gd name="T186" fmla="*/ 221 h 22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53" name="Freeform 41">
                <a:extLst>
                  <a:ext uri="{FF2B5EF4-FFF2-40B4-BE49-F238E27FC236}">
                    <a16:creationId xmlns:a16="http://schemas.microsoft.com/office/drawing/2014/main" id="{800171E1-8CDA-48DB-84C2-4BCFFE76555D}"/>
                  </a:ext>
                </a:extLst>
              </p:cNvPr>
              <p:cNvSpPr>
                <a:spLocks/>
              </p:cNvSpPr>
              <p:nvPr/>
            </p:nvSpPr>
            <p:spPr bwMode="auto">
              <a:xfrm>
                <a:off x="1181" y="2256"/>
                <a:ext cx="48" cy="105"/>
              </a:xfrm>
              <a:custGeom>
                <a:avLst/>
                <a:gdLst>
                  <a:gd name="T0" fmla="*/ 0 w 142"/>
                  <a:gd name="T1" fmla="*/ 1 h 208"/>
                  <a:gd name="T2" fmla="*/ 0 w 142"/>
                  <a:gd name="T3" fmla="*/ 1 h 208"/>
                  <a:gd name="T4" fmla="*/ 0 w 142"/>
                  <a:gd name="T5" fmla="*/ 1 h 208"/>
                  <a:gd name="T6" fmla="*/ 0 w 142"/>
                  <a:gd name="T7" fmla="*/ 1 h 208"/>
                  <a:gd name="T8" fmla="*/ 0 w 142"/>
                  <a:gd name="T9" fmla="*/ 1 h 208"/>
                  <a:gd name="T10" fmla="*/ 0 w 142"/>
                  <a:gd name="T11" fmla="*/ 1 h 208"/>
                  <a:gd name="T12" fmla="*/ 0 w 142"/>
                  <a:gd name="T13" fmla="*/ 1 h 208"/>
                  <a:gd name="T14" fmla="*/ 0 w 142"/>
                  <a:gd name="T15" fmla="*/ 1 h 208"/>
                  <a:gd name="T16" fmla="*/ 0 w 142"/>
                  <a:gd name="T17" fmla="*/ 1 h 208"/>
                  <a:gd name="T18" fmla="*/ 0 w 142"/>
                  <a:gd name="T19" fmla="*/ 1 h 208"/>
                  <a:gd name="T20" fmla="*/ 0 w 142"/>
                  <a:gd name="T21" fmla="*/ 1 h 208"/>
                  <a:gd name="T22" fmla="*/ 0 w 142"/>
                  <a:gd name="T23" fmla="*/ 1 h 208"/>
                  <a:gd name="T24" fmla="*/ 0 w 142"/>
                  <a:gd name="T25" fmla="*/ 1 h 208"/>
                  <a:gd name="T26" fmla="*/ 0 w 142"/>
                  <a:gd name="T27" fmla="*/ 1 h 208"/>
                  <a:gd name="T28" fmla="*/ 0 w 142"/>
                  <a:gd name="T29" fmla="*/ 1 h 208"/>
                  <a:gd name="T30" fmla="*/ 0 w 142"/>
                  <a:gd name="T31" fmla="*/ 1 h 208"/>
                  <a:gd name="T32" fmla="*/ 0 w 142"/>
                  <a:gd name="T33" fmla="*/ 1 h 208"/>
                  <a:gd name="T34" fmla="*/ 0 w 142"/>
                  <a:gd name="T35" fmla="*/ 1 h 208"/>
                  <a:gd name="T36" fmla="*/ 0 w 142"/>
                  <a:gd name="T37" fmla="*/ 1 h 208"/>
                  <a:gd name="T38" fmla="*/ 0 w 142"/>
                  <a:gd name="T39" fmla="*/ 1 h 208"/>
                  <a:gd name="T40" fmla="*/ 0 w 142"/>
                  <a:gd name="T41" fmla="*/ 1 h 208"/>
                  <a:gd name="T42" fmla="*/ 0 w 142"/>
                  <a:gd name="T43" fmla="*/ 1 h 208"/>
                  <a:gd name="T44" fmla="*/ 0 w 142"/>
                  <a:gd name="T45" fmla="*/ 1 h 208"/>
                  <a:gd name="T46" fmla="*/ 0 w 142"/>
                  <a:gd name="T47" fmla="*/ 1 h 208"/>
                  <a:gd name="T48" fmla="*/ 0 w 142"/>
                  <a:gd name="T49" fmla="*/ 1 h 208"/>
                  <a:gd name="T50" fmla="*/ 0 w 142"/>
                  <a:gd name="T51" fmla="*/ 1 h 208"/>
                  <a:gd name="T52" fmla="*/ 0 w 142"/>
                  <a:gd name="T53" fmla="*/ 1 h 208"/>
                  <a:gd name="T54" fmla="*/ 0 w 142"/>
                  <a:gd name="T55" fmla="*/ 1 h 208"/>
                  <a:gd name="T56" fmla="*/ 0 w 142"/>
                  <a:gd name="T57" fmla="*/ 1 h 208"/>
                  <a:gd name="T58" fmla="*/ 0 w 142"/>
                  <a:gd name="T59" fmla="*/ 1 h 208"/>
                  <a:gd name="T60" fmla="*/ 0 w 142"/>
                  <a:gd name="T61" fmla="*/ 1 h 208"/>
                  <a:gd name="T62" fmla="*/ 0 w 142"/>
                  <a:gd name="T63" fmla="*/ 1 h 208"/>
                  <a:gd name="T64" fmla="*/ 0 w 142"/>
                  <a:gd name="T65" fmla="*/ 1 h 208"/>
                  <a:gd name="T66" fmla="*/ 0 w 142"/>
                  <a:gd name="T67" fmla="*/ 0 h 208"/>
                  <a:gd name="T68" fmla="*/ 0 w 142"/>
                  <a:gd name="T69" fmla="*/ 1 h 208"/>
                  <a:gd name="T70" fmla="*/ 0 w 142"/>
                  <a:gd name="T71" fmla="*/ 1 h 208"/>
                  <a:gd name="T72" fmla="*/ 0 w 142"/>
                  <a:gd name="T73" fmla="*/ 1 h 208"/>
                  <a:gd name="T74" fmla="*/ 0 w 142"/>
                  <a:gd name="T75" fmla="*/ 1 h 208"/>
                  <a:gd name="T76" fmla="*/ 0 w 142"/>
                  <a:gd name="T77" fmla="*/ 1 h 208"/>
                  <a:gd name="T78" fmla="*/ 0 w 142"/>
                  <a:gd name="T79" fmla="*/ 1 h 208"/>
                  <a:gd name="T80" fmla="*/ 0 w 142"/>
                  <a:gd name="T81" fmla="*/ 1 h 20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8"/>
                  <a:gd name="T125" fmla="*/ 142 w 142"/>
                  <a:gd name="T126" fmla="*/ 208 h 20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54" name="Freeform 42">
                <a:extLst>
                  <a:ext uri="{FF2B5EF4-FFF2-40B4-BE49-F238E27FC236}">
                    <a16:creationId xmlns:a16="http://schemas.microsoft.com/office/drawing/2014/main" id="{9AC5B864-7BAC-4ADD-BD75-810963915AC0}"/>
                  </a:ext>
                </a:extLst>
              </p:cNvPr>
              <p:cNvSpPr>
                <a:spLocks/>
              </p:cNvSpPr>
              <p:nvPr/>
            </p:nvSpPr>
            <p:spPr bwMode="auto">
              <a:xfrm>
                <a:off x="1515" y="2198"/>
                <a:ext cx="101" cy="136"/>
              </a:xfrm>
              <a:custGeom>
                <a:avLst/>
                <a:gdLst>
                  <a:gd name="T0" fmla="*/ 0 w 304"/>
                  <a:gd name="T1" fmla="*/ 1 h 272"/>
                  <a:gd name="T2" fmla="*/ 0 w 304"/>
                  <a:gd name="T3" fmla="*/ 1 h 272"/>
                  <a:gd name="T4" fmla="*/ 0 w 304"/>
                  <a:gd name="T5" fmla="*/ 1 h 272"/>
                  <a:gd name="T6" fmla="*/ 0 w 304"/>
                  <a:gd name="T7" fmla="*/ 1 h 272"/>
                  <a:gd name="T8" fmla="*/ 0 w 304"/>
                  <a:gd name="T9" fmla="*/ 1 h 272"/>
                  <a:gd name="T10" fmla="*/ 0 w 304"/>
                  <a:gd name="T11" fmla="*/ 1 h 272"/>
                  <a:gd name="T12" fmla="*/ 0 w 304"/>
                  <a:gd name="T13" fmla="*/ 1 h 272"/>
                  <a:gd name="T14" fmla="*/ 0 w 304"/>
                  <a:gd name="T15" fmla="*/ 1 h 272"/>
                  <a:gd name="T16" fmla="*/ 0 w 304"/>
                  <a:gd name="T17" fmla="*/ 1 h 272"/>
                  <a:gd name="T18" fmla="*/ 0 w 304"/>
                  <a:gd name="T19" fmla="*/ 1 h 272"/>
                  <a:gd name="T20" fmla="*/ 0 w 304"/>
                  <a:gd name="T21" fmla="*/ 1 h 272"/>
                  <a:gd name="T22" fmla="*/ 0 w 304"/>
                  <a:gd name="T23" fmla="*/ 1 h 272"/>
                  <a:gd name="T24" fmla="*/ 0 w 304"/>
                  <a:gd name="T25" fmla="*/ 1 h 272"/>
                  <a:gd name="T26" fmla="*/ 0 w 304"/>
                  <a:gd name="T27" fmla="*/ 1 h 272"/>
                  <a:gd name="T28" fmla="*/ 0 w 304"/>
                  <a:gd name="T29" fmla="*/ 1 h 272"/>
                  <a:gd name="T30" fmla="*/ 0 w 304"/>
                  <a:gd name="T31" fmla="*/ 1 h 272"/>
                  <a:gd name="T32" fmla="*/ 0 w 304"/>
                  <a:gd name="T33" fmla="*/ 1 h 272"/>
                  <a:gd name="T34" fmla="*/ 0 w 304"/>
                  <a:gd name="T35" fmla="*/ 1 h 272"/>
                  <a:gd name="T36" fmla="*/ 0 w 304"/>
                  <a:gd name="T37" fmla="*/ 1 h 272"/>
                  <a:gd name="T38" fmla="*/ 0 w 304"/>
                  <a:gd name="T39" fmla="*/ 1 h 272"/>
                  <a:gd name="T40" fmla="*/ 0 w 304"/>
                  <a:gd name="T41" fmla="*/ 1 h 272"/>
                  <a:gd name="T42" fmla="*/ 0 w 304"/>
                  <a:gd name="T43" fmla="*/ 1 h 272"/>
                  <a:gd name="T44" fmla="*/ 0 w 304"/>
                  <a:gd name="T45" fmla="*/ 1 h 272"/>
                  <a:gd name="T46" fmla="*/ 0 w 304"/>
                  <a:gd name="T47" fmla="*/ 1 h 272"/>
                  <a:gd name="T48" fmla="*/ 0 w 304"/>
                  <a:gd name="T49" fmla="*/ 1 h 272"/>
                  <a:gd name="T50" fmla="*/ 0 w 304"/>
                  <a:gd name="T51" fmla="*/ 1 h 272"/>
                  <a:gd name="T52" fmla="*/ 0 w 304"/>
                  <a:gd name="T53" fmla="*/ 1 h 272"/>
                  <a:gd name="T54" fmla="*/ 0 w 304"/>
                  <a:gd name="T55" fmla="*/ 1 h 272"/>
                  <a:gd name="T56" fmla="*/ 0 w 304"/>
                  <a:gd name="T57" fmla="*/ 1 h 272"/>
                  <a:gd name="T58" fmla="*/ 0 w 304"/>
                  <a:gd name="T59" fmla="*/ 1 h 272"/>
                  <a:gd name="T60" fmla="*/ 0 w 304"/>
                  <a:gd name="T61" fmla="*/ 1 h 272"/>
                  <a:gd name="T62" fmla="*/ 0 w 304"/>
                  <a:gd name="T63" fmla="*/ 1 h 272"/>
                  <a:gd name="T64" fmla="*/ 0 w 304"/>
                  <a:gd name="T65" fmla="*/ 1 h 272"/>
                  <a:gd name="T66" fmla="*/ 0 w 304"/>
                  <a:gd name="T67" fmla="*/ 1 h 272"/>
                  <a:gd name="T68" fmla="*/ 0 w 304"/>
                  <a:gd name="T69" fmla="*/ 1 h 272"/>
                  <a:gd name="T70" fmla="*/ 0 w 304"/>
                  <a:gd name="T71" fmla="*/ 1 h 272"/>
                  <a:gd name="T72" fmla="*/ 0 w 304"/>
                  <a:gd name="T73" fmla="*/ 1 h 272"/>
                  <a:gd name="T74" fmla="*/ 0 w 304"/>
                  <a:gd name="T75" fmla="*/ 1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272"/>
                  <a:gd name="T116" fmla="*/ 304 w 304"/>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55" name="Freeform 43">
                <a:extLst>
                  <a:ext uri="{FF2B5EF4-FFF2-40B4-BE49-F238E27FC236}">
                    <a16:creationId xmlns:a16="http://schemas.microsoft.com/office/drawing/2014/main" id="{AE08846F-18EA-4F63-8992-F929C10B9B6A}"/>
                  </a:ext>
                </a:extLst>
              </p:cNvPr>
              <p:cNvSpPr>
                <a:spLocks/>
              </p:cNvSpPr>
              <p:nvPr/>
            </p:nvSpPr>
            <p:spPr bwMode="auto">
              <a:xfrm>
                <a:off x="1403" y="2357"/>
                <a:ext cx="34" cy="82"/>
              </a:xfrm>
              <a:custGeom>
                <a:avLst/>
                <a:gdLst>
                  <a:gd name="T0" fmla="*/ 0 w 103"/>
                  <a:gd name="T1" fmla="*/ 1 h 164"/>
                  <a:gd name="T2" fmla="*/ 0 w 103"/>
                  <a:gd name="T3" fmla="*/ 1 h 164"/>
                  <a:gd name="T4" fmla="*/ 0 w 103"/>
                  <a:gd name="T5" fmla="*/ 1 h 164"/>
                  <a:gd name="T6" fmla="*/ 0 w 103"/>
                  <a:gd name="T7" fmla="*/ 1 h 164"/>
                  <a:gd name="T8" fmla="*/ 0 w 103"/>
                  <a:gd name="T9" fmla="*/ 0 h 164"/>
                  <a:gd name="T10" fmla="*/ 0 w 103"/>
                  <a:gd name="T11" fmla="*/ 1 h 164"/>
                  <a:gd name="T12" fmla="*/ 0 w 103"/>
                  <a:gd name="T13" fmla="*/ 1 h 164"/>
                  <a:gd name="T14" fmla="*/ 0 w 103"/>
                  <a:gd name="T15" fmla="*/ 1 h 164"/>
                  <a:gd name="T16" fmla="*/ 0 w 103"/>
                  <a:gd name="T17" fmla="*/ 1 h 164"/>
                  <a:gd name="T18" fmla="*/ 0 w 103"/>
                  <a:gd name="T19" fmla="*/ 1 h 164"/>
                  <a:gd name="T20" fmla="*/ 0 w 103"/>
                  <a:gd name="T21" fmla="*/ 1 h 164"/>
                  <a:gd name="T22" fmla="*/ 0 w 103"/>
                  <a:gd name="T23" fmla="*/ 1 h 164"/>
                  <a:gd name="T24" fmla="*/ 0 w 103"/>
                  <a:gd name="T25" fmla="*/ 1 h 164"/>
                  <a:gd name="T26" fmla="*/ 0 w 103"/>
                  <a:gd name="T27" fmla="*/ 1 h 164"/>
                  <a:gd name="T28" fmla="*/ 0 w 103"/>
                  <a:gd name="T29" fmla="*/ 1 h 164"/>
                  <a:gd name="T30" fmla="*/ 0 w 103"/>
                  <a:gd name="T31" fmla="*/ 1 h 164"/>
                  <a:gd name="T32" fmla="*/ 0 w 103"/>
                  <a:gd name="T33" fmla="*/ 1 h 164"/>
                  <a:gd name="T34" fmla="*/ 0 w 103"/>
                  <a:gd name="T35" fmla="*/ 1 h 164"/>
                  <a:gd name="T36" fmla="*/ 0 w 103"/>
                  <a:gd name="T37" fmla="*/ 1 h 164"/>
                  <a:gd name="T38" fmla="*/ 0 w 103"/>
                  <a:gd name="T39" fmla="*/ 1 h 164"/>
                  <a:gd name="T40" fmla="*/ 0 w 103"/>
                  <a:gd name="T41" fmla="*/ 1 h 164"/>
                  <a:gd name="T42" fmla="*/ 0 w 103"/>
                  <a:gd name="T43" fmla="*/ 1 h 164"/>
                  <a:gd name="T44" fmla="*/ 0 w 103"/>
                  <a:gd name="T45" fmla="*/ 1 h 164"/>
                  <a:gd name="T46" fmla="*/ 0 w 103"/>
                  <a:gd name="T47" fmla="*/ 1 h 164"/>
                  <a:gd name="T48" fmla="*/ 0 w 103"/>
                  <a:gd name="T49" fmla="*/ 1 h 1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164"/>
                  <a:gd name="T77" fmla="*/ 103 w 103"/>
                  <a:gd name="T78" fmla="*/ 164 h 1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56" name="Freeform 44">
                <a:extLst>
                  <a:ext uri="{FF2B5EF4-FFF2-40B4-BE49-F238E27FC236}">
                    <a16:creationId xmlns:a16="http://schemas.microsoft.com/office/drawing/2014/main" id="{BE07FF3D-6C80-48E1-9ABB-1022A39F11CC}"/>
                  </a:ext>
                </a:extLst>
              </p:cNvPr>
              <p:cNvSpPr>
                <a:spLocks/>
              </p:cNvSpPr>
              <p:nvPr/>
            </p:nvSpPr>
            <p:spPr bwMode="auto">
              <a:xfrm>
                <a:off x="1388" y="2313"/>
                <a:ext cx="18" cy="42"/>
              </a:xfrm>
              <a:custGeom>
                <a:avLst/>
                <a:gdLst>
                  <a:gd name="T0" fmla="*/ 0 w 54"/>
                  <a:gd name="T1" fmla="*/ 1 h 82"/>
                  <a:gd name="T2" fmla="*/ 0 w 54"/>
                  <a:gd name="T3" fmla="*/ 1 h 82"/>
                  <a:gd name="T4" fmla="*/ 0 w 54"/>
                  <a:gd name="T5" fmla="*/ 1 h 82"/>
                  <a:gd name="T6" fmla="*/ 0 w 54"/>
                  <a:gd name="T7" fmla="*/ 0 h 82"/>
                  <a:gd name="T8" fmla="*/ 0 w 54"/>
                  <a:gd name="T9" fmla="*/ 0 h 82"/>
                  <a:gd name="T10" fmla="*/ 0 w 54"/>
                  <a:gd name="T11" fmla="*/ 1 h 82"/>
                  <a:gd name="T12" fmla="*/ 0 w 54"/>
                  <a:gd name="T13" fmla="*/ 1 h 82"/>
                  <a:gd name="T14" fmla="*/ 0 w 54"/>
                  <a:gd name="T15" fmla="*/ 1 h 82"/>
                  <a:gd name="T16" fmla="*/ 0 w 54"/>
                  <a:gd name="T17" fmla="*/ 1 h 82"/>
                  <a:gd name="T18" fmla="*/ 0 w 54"/>
                  <a:gd name="T19" fmla="*/ 1 h 82"/>
                  <a:gd name="T20" fmla="*/ 0 w 54"/>
                  <a:gd name="T21" fmla="*/ 1 h 82"/>
                  <a:gd name="T22" fmla="*/ 0 w 54"/>
                  <a:gd name="T23" fmla="*/ 1 h 82"/>
                  <a:gd name="T24" fmla="*/ 0 w 54"/>
                  <a:gd name="T25" fmla="*/ 1 h 82"/>
                  <a:gd name="T26" fmla="*/ 0 w 54"/>
                  <a:gd name="T27" fmla="*/ 1 h 82"/>
                  <a:gd name="T28" fmla="*/ 0 w 54"/>
                  <a:gd name="T29" fmla="*/ 1 h 82"/>
                  <a:gd name="T30" fmla="*/ 0 w 54"/>
                  <a:gd name="T31" fmla="*/ 1 h 82"/>
                  <a:gd name="T32" fmla="*/ 0 w 54"/>
                  <a:gd name="T33" fmla="*/ 1 h 82"/>
                  <a:gd name="T34" fmla="*/ 0 w 54"/>
                  <a:gd name="T35" fmla="*/ 1 h 82"/>
                  <a:gd name="T36" fmla="*/ 0 w 54"/>
                  <a:gd name="T37" fmla="*/ 1 h 82"/>
                  <a:gd name="T38" fmla="*/ 0 w 54"/>
                  <a:gd name="T39" fmla="*/ 1 h 82"/>
                  <a:gd name="T40" fmla="*/ 0 w 54"/>
                  <a:gd name="T41" fmla="*/ 1 h 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82"/>
                  <a:gd name="T65" fmla="*/ 54 w 54"/>
                  <a:gd name="T66" fmla="*/ 82 h 8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57" name="Freeform 45">
                <a:extLst>
                  <a:ext uri="{FF2B5EF4-FFF2-40B4-BE49-F238E27FC236}">
                    <a16:creationId xmlns:a16="http://schemas.microsoft.com/office/drawing/2014/main" id="{285E11E0-2D44-491D-84BE-D6F3993C66CB}"/>
                  </a:ext>
                </a:extLst>
              </p:cNvPr>
              <p:cNvSpPr>
                <a:spLocks/>
              </p:cNvSpPr>
              <p:nvPr/>
            </p:nvSpPr>
            <p:spPr bwMode="auto">
              <a:xfrm>
                <a:off x="1373" y="2283"/>
                <a:ext cx="16" cy="24"/>
              </a:xfrm>
              <a:custGeom>
                <a:avLst/>
                <a:gdLst>
                  <a:gd name="T0" fmla="*/ 0 w 46"/>
                  <a:gd name="T1" fmla="*/ 1 h 47"/>
                  <a:gd name="T2" fmla="*/ 0 w 46"/>
                  <a:gd name="T3" fmla="*/ 1 h 47"/>
                  <a:gd name="T4" fmla="*/ 0 w 46"/>
                  <a:gd name="T5" fmla="*/ 1 h 47"/>
                  <a:gd name="T6" fmla="*/ 0 w 46"/>
                  <a:gd name="T7" fmla="*/ 1 h 47"/>
                  <a:gd name="T8" fmla="*/ 0 w 46"/>
                  <a:gd name="T9" fmla="*/ 1 h 47"/>
                  <a:gd name="T10" fmla="*/ 0 w 46"/>
                  <a:gd name="T11" fmla="*/ 1 h 47"/>
                  <a:gd name="T12" fmla="*/ 0 w 46"/>
                  <a:gd name="T13" fmla="*/ 1 h 47"/>
                  <a:gd name="T14" fmla="*/ 0 w 46"/>
                  <a:gd name="T15" fmla="*/ 0 h 47"/>
                  <a:gd name="T16" fmla="*/ 0 w 46"/>
                  <a:gd name="T17" fmla="*/ 0 h 47"/>
                  <a:gd name="T18" fmla="*/ 0 w 46"/>
                  <a:gd name="T19" fmla="*/ 1 h 47"/>
                  <a:gd name="T20" fmla="*/ 0 w 46"/>
                  <a:gd name="T21" fmla="*/ 1 h 47"/>
                  <a:gd name="T22" fmla="*/ 0 w 46"/>
                  <a:gd name="T23" fmla="*/ 1 h 47"/>
                  <a:gd name="T24" fmla="*/ 0 w 46"/>
                  <a:gd name="T25" fmla="*/ 1 h 47"/>
                  <a:gd name="T26" fmla="*/ 0 w 46"/>
                  <a:gd name="T27" fmla="*/ 1 h 47"/>
                  <a:gd name="T28" fmla="*/ 0 w 46"/>
                  <a:gd name="T29" fmla="*/ 1 h 47"/>
                  <a:gd name="T30" fmla="*/ 0 w 46"/>
                  <a:gd name="T31" fmla="*/ 1 h 47"/>
                  <a:gd name="T32" fmla="*/ 0 w 46"/>
                  <a:gd name="T33" fmla="*/ 1 h 47"/>
                  <a:gd name="T34" fmla="*/ 0 w 46"/>
                  <a:gd name="T35" fmla="*/ 1 h 47"/>
                  <a:gd name="T36" fmla="*/ 0 w 46"/>
                  <a:gd name="T37" fmla="*/ 1 h 47"/>
                  <a:gd name="T38" fmla="*/ 0 w 46"/>
                  <a:gd name="T39" fmla="*/ 1 h 47"/>
                  <a:gd name="T40" fmla="*/ 0 w 46"/>
                  <a:gd name="T41" fmla="*/ 1 h 47"/>
                  <a:gd name="T42" fmla="*/ 0 w 46"/>
                  <a:gd name="T43" fmla="*/ 1 h 47"/>
                  <a:gd name="T44" fmla="*/ 0 w 46"/>
                  <a:gd name="T45" fmla="*/ 1 h 47"/>
                  <a:gd name="T46" fmla="*/ 0 w 46"/>
                  <a:gd name="T47" fmla="*/ 1 h 47"/>
                  <a:gd name="T48" fmla="*/ 0 w 46"/>
                  <a:gd name="T49" fmla="*/ 1 h 4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6"/>
                  <a:gd name="T76" fmla="*/ 0 h 47"/>
                  <a:gd name="T77" fmla="*/ 46 w 46"/>
                  <a:gd name="T78" fmla="*/ 47 h 4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58" name="Freeform 46">
                <a:extLst>
                  <a:ext uri="{FF2B5EF4-FFF2-40B4-BE49-F238E27FC236}">
                    <a16:creationId xmlns:a16="http://schemas.microsoft.com/office/drawing/2014/main" id="{DEDFA400-9016-4608-971C-48A0910EF815}"/>
                  </a:ext>
                </a:extLst>
              </p:cNvPr>
              <p:cNvSpPr>
                <a:spLocks/>
              </p:cNvSpPr>
              <p:nvPr/>
            </p:nvSpPr>
            <p:spPr bwMode="auto">
              <a:xfrm>
                <a:off x="1360" y="2263"/>
                <a:ext cx="21" cy="16"/>
              </a:xfrm>
              <a:custGeom>
                <a:avLst/>
                <a:gdLst>
                  <a:gd name="T0" fmla="*/ 0 w 63"/>
                  <a:gd name="T1" fmla="*/ 1 h 31"/>
                  <a:gd name="T2" fmla="*/ 0 w 63"/>
                  <a:gd name="T3" fmla="*/ 1 h 31"/>
                  <a:gd name="T4" fmla="*/ 0 w 63"/>
                  <a:gd name="T5" fmla="*/ 1 h 31"/>
                  <a:gd name="T6" fmla="*/ 0 w 63"/>
                  <a:gd name="T7" fmla="*/ 1 h 31"/>
                  <a:gd name="T8" fmla="*/ 0 w 63"/>
                  <a:gd name="T9" fmla="*/ 1 h 31"/>
                  <a:gd name="T10" fmla="*/ 0 w 63"/>
                  <a:gd name="T11" fmla="*/ 1 h 31"/>
                  <a:gd name="T12" fmla="*/ 0 w 63"/>
                  <a:gd name="T13" fmla="*/ 1 h 31"/>
                  <a:gd name="T14" fmla="*/ 0 w 63"/>
                  <a:gd name="T15" fmla="*/ 0 h 31"/>
                  <a:gd name="T16" fmla="*/ 0 w 63"/>
                  <a:gd name="T17" fmla="*/ 0 h 31"/>
                  <a:gd name="T18" fmla="*/ 0 w 63"/>
                  <a:gd name="T19" fmla="*/ 0 h 31"/>
                  <a:gd name="T20" fmla="*/ 0 w 63"/>
                  <a:gd name="T21" fmla="*/ 1 h 31"/>
                  <a:gd name="T22" fmla="*/ 0 w 63"/>
                  <a:gd name="T23" fmla="*/ 1 h 31"/>
                  <a:gd name="T24" fmla="*/ 0 w 63"/>
                  <a:gd name="T25" fmla="*/ 1 h 31"/>
                  <a:gd name="T26" fmla="*/ 0 w 63"/>
                  <a:gd name="T27" fmla="*/ 1 h 31"/>
                  <a:gd name="T28" fmla="*/ 0 w 63"/>
                  <a:gd name="T29" fmla="*/ 1 h 31"/>
                  <a:gd name="T30" fmla="*/ 0 w 63"/>
                  <a:gd name="T31" fmla="*/ 1 h 31"/>
                  <a:gd name="T32" fmla="*/ 0 w 63"/>
                  <a:gd name="T33" fmla="*/ 1 h 31"/>
                  <a:gd name="T34" fmla="*/ 0 w 63"/>
                  <a:gd name="T35" fmla="*/ 1 h 31"/>
                  <a:gd name="T36" fmla="*/ 0 w 63"/>
                  <a:gd name="T37" fmla="*/ 1 h 31"/>
                  <a:gd name="T38" fmla="*/ 0 w 63"/>
                  <a:gd name="T39" fmla="*/ 1 h 31"/>
                  <a:gd name="T40" fmla="*/ 0 w 63"/>
                  <a:gd name="T41" fmla="*/ 1 h 31"/>
                  <a:gd name="T42" fmla="*/ 0 w 63"/>
                  <a:gd name="T43" fmla="*/ 1 h 31"/>
                  <a:gd name="T44" fmla="*/ 0 w 63"/>
                  <a:gd name="T45" fmla="*/ 1 h 31"/>
                  <a:gd name="T46" fmla="*/ 0 w 63"/>
                  <a:gd name="T47" fmla="*/ 1 h 31"/>
                  <a:gd name="T48" fmla="*/ 0 w 63"/>
                  <a:gd name="T49" fmla="*/ 1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3"/>
                  <a:gd name="T76" fmla="*/ 0 h 31"/>
                  <a:gd name="T77" fmla="*/ 63 w 63"/>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59" name="Freeform 47">
                <a:extLst>
                  <a:ext uri="{FF2B5EF4-FFF2-40B4-BE49-F238E27FC236}">
                    <a16:creationId xmlns:a16="http://schemas.microsoft.com/office/drawing/2014/main" id="{239A92B4-3283-470C-A10E-D48F9588D5A5}"/>
                  </a:ext>
                </a:extLst>
              </p:cNvPr>
              <p:cNvSpPr>
                <a:spLocks/>
              </p:cNvSpPr>
              <p:nvPr/>
            </p:nvSpPr>
            <p:spPr bwMode="auto">
              <a:xfrm>
                <a:off x="1261" y="2237"/>
                <a:ext cx="81" cy="103"/>
              </a:xfrm>
              <a:custGeom>
                <a:avLst/>
                <a:gdLst>
                  <a:gd name="T0" fmla="*/ 0 w 245"/>
                  <a:gd name="T1" fmla="*/ 1 h 206"/>
                  <a:gd name="T2" fmla="*/ 0 w 245"/>
                  <a:gd name="T3" fmla="*/ 1 h 206"/>
                  <a:gd name="T4" fmla="*/ 0 w 245"/>
                  <a:gd name="T5" fmla="*/ 1 h 206"/>
                  <a:gd name="T6" fmla="*/ 0 w 245"/>
                  <a:gd name="T7" fmla="*/ 1 h 206"/>
                  <a:gd name="T8" fmla="*/ 0 w 245"/>
                  <a:gd name="T9" fmla="*/ 1 h 206"/>
                  <a:gd name="T10" fmla="*/ 0 w 245"/>
                  <a:gd name="T11" fmla="*/ 1 h 206"/>
                  <a:gd name="T12" fmla="*/ 0 w 245"/>
                  <a:gd name="T13" fmla="*/ 1 h 206"/>
                  <a:gd name="T14" fmla="*/ 0 w 245"/>
                  <a:gd name="T15" fmla="*/ 1 h 206"/>
                  <a:gd name="T16" fmla="*/ 0 w 245"/>
                  <a:gd name="T17" fmla="*/ 1 h 206"/>
                  <a:gd name="T18" fmla="*/ 0 w 245"/>
                  <a:gd name="T19" fmla="*/ 1 h 206"/>
                  <a:gd name="T20" fmla="*/ 0 w 245"/>
                  <a:gd name="T21" fmla="*/ 1 h 206"/>
                  <a:gd name="T22" fmla="*/ 0 w 245"/>
                  <a:gd name="T23" fmla="*/ 1 h 206"/>
                  <a:gd name="T24" fmla="*/ 0 w 245"/>
                  <a:gd name="T25" fmla="*/ 1 h 206"/>
                  <a:gd name="T26" fmla="*/ 0 w 245"/>
                  <a:gd name="T27" fmla="*/ 1 h 206"/>
                  <a:gd name="T28" fmla="*/ 0 w 245"/>
                  <a:gd name="T29" fmla="*/ 1 h 206"/>
                  <a:gd name="T30" fmla="*/ 0 w 245"/>
                  <a:gd name="T31" fmla="*/ 1 h 206"/>
                  <a:gd name="T32" fmla="*/ 0 w 245"/>
                  <a:gd name="T33" fmla="*/ 1 h 206"/>
                  <a:gd name="T34" fmla="*/ 0 w 245"/>
                  <a:gd name="T35" fmla="*/ 1 h 206"/>
                  <a:gd name="T36" fmla="*/ 0 w 245"/>
                  <a:gd name="T37" fmla="*/ 1 h 206"/>
                  <a:gd name="T38" fmla="*/ 0 w 245"/>
                  <a:gd name="T39" fmla="*/ 1 h 206"/>
                  <a:gd name="T40" fmla="*/ 0 w 245"/>
                  <a:gd name="T41" fmla="*/ 1 h 206"/>
                  <a:gd name="T42" fmla="*/ 0 w 245"/>
                  <a:gd name="T43" fmla="*/ 1 h 206"/>
                  <a:gd name="T44" fmla="*/ 0 w 245"/>
                  <a:gd name="T45" fmla="*/ 1 h 206"/>
                  <a:gd name="T46" fmla="*/ 0 w 245"/>
                  <a:gd name="T47" fmla="*/ 1 h 206"/>
                  <a:gd name="T48" fmla="*/ 0 w 245"/>
                  <a:gd name="T49" fmla="*/ 1 h 206"/>
                  <a:gd name="T50" fmla="*/ 0 w 245"/>
                  <a:gd name="T51" fmla="*/ 1 h 206"/>
                  <a:gd name="T52" fmla="*/ 0 w 245"/>
                  <a:gd name="T53" fmla="*/ 1 h 206"/>
                  <a:gd name="T54" fmla="*/ 0 w 245"/>
                  <a:gd name="T55" fmla="*/ 1 h 206"/>
                  <a:gd name="T56" fmla="*/ 0 w 245"/>
                  <a:gd name="T57" fmla="*/ 1 h 206"/>
                  <a:gd name="T58" fmla="*/ 0 w 245"/>
                  <a:gd name="T59" fmla="*/ 1 h 206"/>
                  <a:gd name="T60" fmla="*/ 0 w 245"/>
                  <a:gd name="T61" fmla="*/ 1 h 206"/>
                  <a:gd name="T62" fmla="*/ 0 w 245"/>
                  <a:gd name="T63" fmla="*/ 1 h 206"/>
                  <a:gd name="T64" fmla="*/ 0 w 245"/>
                  <a:gd name="T65" fmla="*/ 1 h 206"/>
                  <a:gd name="T66" fmla="*/ 0 w 245"/>
                  <a:gd name="T67" fmla="*/ 1 h 206"/>
                  <a:gd name="T68" fmla="*/ 0 w 245"/>
                  <a:gd name="T69" fmla="*/ 1 h 206"/>
                  <a:gd name="T70" fmla="*/ 0 w 245"/>
                  <a:gd name="T71" fmla="*/ 1 h 206"/>
                  <a:gd name="T72" fmla="*/ 0 w 245"/>
                  <a:gd name="T73" fmla="*/ 1 h 206"/>
                  <a:gd name="T74" fmla="*/ 0 w 245"/>
                  <a:gd name="T75" fmla="*/ 1 h 206"/>
                  <a:gd name="T76" fmla="*/ 0 w 245"/>
                  <a:gd name="T77" fmla="*/ 1 h 206"/>
                  <a:gd name="T78" fmla="*/ 0 w 245"/>
                  <a:gd name="T79" fmla="*/ 1 h 206"/>
                  <a:gd name="T80" fmla="*/ 0 w 245"/>
                  <a:gd name="T81" fmla="*/ 1 h 206"/>
                  <a:gd name="T82" fmla="*/ 0 w 245"/>
                  <a:gd name="T83" fmla="*/ 1 h 206"/>
                  <a:gd name="T84" fmla="*/ 0 w 245"/>
                  <a:gd name="T85" fmla="*/ 1 h 206"/>
                  <a:gd name="T86" fmla="*/ 0 w 245"/>
                  <a:gd name="T87" fmla="*/ 1 h 206"/>
                  <a:gd name="T88" fmla="*/ 0 w 245"/>
                  <a:gd name="T89" fmla="*/ 1 h 206"/>
                  <a:gd name="T90" fmla="*/ 0 w 245"/>
                  <a:gd name="T91" fmla="*/ 1 h 206"/>
                  <a:gd name="T92" fmla="*/ 0 w 245"/>
                  <a:gd name="T93" fmla="*/ 1 h 206"/>
                  <a:gd name="T94" fmla="*/ 0 w 245"/>
                  <a:gd name="T95" fmla="*/ 1 h 206"/>
                  <a:gd name="T96" fmla="*/ 0 w 245"/>
                  <a:gd name="T97" fmla="*/ 1 h 206"/>
                  <a:gd name="T98" fmla="*/ 0 w 245"/>
                  <a:gd name="T99" fmla="*/ 1 h 206"/>
                  <a:gd name="T100" fmla="*/ 0 w 245"/>
                  <a:gd name="T101" fmla="*/ 1 h 206"/>
                  <a:gd name="T102" fmla="*/ 0 w 245"/>
                  <a:gd name="T103" fmla="*/ 1 h 206"/>
                  <a:gd name="T104" fmla="*/ 0 w 245"/>
                  <a:gd name="T105" fmla="*/ 1 h 206"/>
                  <a:gd name="T106" fmla="*/ 0 w 245"/>
                  <a:gd name="T107" fmla="*/ 1 h 206"/>
                  <a:gd name="T108" fmla="*/ 0 w 245"/>
                  <a:gd name="T109" fmla="*/ 0 h 206"/>
                  <a:gd name="T110" fmla="*/ 0 w 245"/>
                  <a:gd name="T111" fmla="*/ 1 h 206"/>
                  <a:gd name="T112" fmla="*/ 0 w 245"/>
                  <a:gd name="T113" fmla="*/ 1 h 206"/>
                  <a:gd name="T114" fmla="*/ 0 w 245"/>
                  <a:gd name="T115" fmla="*/ 1 h 206"/>
                  <a:gd name="T116" fmla="*/ 0 w 245"/>
                  <a:gd name="T117" fmla="*/ 1 h 206"/>
                  <a:gd name="T118" fmla="*/ 0 w 245"/>
                  <a:gd name="T119" fmla="*/ 1 h 206"/>
                  <a:gd name="T120" fmla="*/ 0 w 245"/>
                  <a:gd name="T121" fmla="*/ 1 h 20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5"/>
                  <a:gd name="T184" fmla="*/ 0 h 206"/>
                  <a:gd name="T185" fmla="*/ 245 w 245"/>
                  <a:gd name="T186" fmla="*/ 206 h 20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60" name="Freeform 48">
                <a:extLst>
                  <a:ext uri="{FF2B5EF4-FFF2-40B4-BE49-F238E27FC236}">
                    <a16:creationId xmlns:a16="http://schemas.microsoft.com/office/drawing/2014/main" id="{00996F55-0D58-487E-A2FC-214711C9D03F}"/>
                  </a:ext>
                </a:extLst>
              </p:cNvPr>
              <p:cNvSpPr>
                <a:spLocks/>
              </p:cNvSpPr>
              <p:nvPr/>
            </p:nvSpPr>
            <p:spPr bwMode="auto">
              <a:xfrm>
                <a:off x="1401" y="2236"/>
                <a:ext cx="53" cy="80"/>
              </a:xfrm>
              <a:custGeom>
                <a:avLst/>
                <a:gdLst>
                  <a:gd name="T0" fmla="*/ 0 w 159"/>
                  <a:gd name="T1" fmla="*/ 1 h 160"/>
                  <a:gd name="T2" fmla="*/ 0 w 159"/>
                  <a:gd name="T3" fmla="*/ 1 h 160"/>
                  <a:gd name="T4" fmla="*/ 0 w 159"/>
                  <a:gd name="T5" fmla="*/ 1 h 160"/>
                  <a:gd name="T6" fmla="*/ 0 w 159"/>
                  <a:gd name="T7" fmla="*/ 1 h 160"/>
                  <a:gd name="T8" fmla="*/ 0 w 159"/>
                  <a:gd name="T9" fmla="*/ 1 h 160"/>
                  <a:gd name="T10" fmla="*/ 0 w 159"/>
                  <a:gd name="T11" fmla="*/ 1 h 160"/>
                  <a:gd name="T12" fmla="*/ 0 w 159"/>
                  <a:gd name="T13" fmla="*/ 1 h 160"/>
                  <a:gd name="T14" fmla="*/ 0 w 159"/>
                  <a:gd name="T15" fmla="*/ 1 h 160"/>
                  <a:gd name="T16" fmla="*/ 0 w 159"/>
                  <a:gd name="T17" fmla="*/ 1 h 160"/>
                  <a:gd name="T18" fmla="*/ 0 w 159"/>
                  <a:gd name="T19" fmla="*/ 1 h 160"/>
                  <a:gd name="T20" fmla="*/ 0 w 159"/>
                  <a:gd name="T21" fmla="*/ 1 h 160"/>
                  <a:gd name="T22" fmla="*/ 0 w 159"/>
                  <a:gd name="T23" fmla="*/ 1 h 160"/>
                  <a:gd name="T24" fmla="*/ 0 w 159"/>
                  <a:gd name="T25" fmla="*/ 1 h 160"/>
                  <a:gd name="T26" fmla="*/ 0 w 159"/>
                  <a:gd name="T27" fmla="*/ 1 h 160"/>
                  <a:gd name="T28" fmla="*/ 0 w 159"/>
                  <a:gd name="T29" fmla="*/ 1 h 160"/>
                  <a:gd name="T30" fmla="*/ 0 w 159"/>
                  <a:gd name="T31" fmla="*/ 1 h 160"/>
                  <a:gd name="T32" fmla="*/ 0 w 159"/>
                  <a:gd name="T33" fmla="*/ 1 h 160"/>
                  <a:gd name="T34" fmla="*/ 0 w 159"/>
                  <a:gd name="T35" fmla="*/ 1 h 160"/>
                  <a:gd name="T36" fmla="*/ 0 w 159"/>
                  <a:gd name="T37" fmla="*/ 1 h 160"/>
                  <a:gd name="T38" fmla="*/ 0 w 159"/>
                  <a:gd name="T39" fmla="*/ 1 h 160"/>
                  <a:gd name="T40" fmla="*/ 0 w 159"/>
                  <a:gd name="T41" fmla="*/ 1 h 160"/>
                  <a:gd name="T42" fmla="*/ 0 w 159"/>
                  <a:gd name="T43" fmla="*/ 1 h 160"/>
                  <a:gd name="T44" fmla="*/ 0 w 159"/>
                  <a:gd name="T45" fmla="*/ 1 h 160"/>
                  <a:gd name="T46" fmla="*/ 0 w 159"/>
                  <a:gd name="T47" fmla="*/ 1 h 160"/>
                  <a:gd name="T48" fmla="*/ 0 w 159"/>
                  <a:gd name="T49" fmla="*/ 1 h 160"/>
                  <a:gd name="T50" fmla="*/ 0 w 159"/>
                  <a:gd name="T51" fmla="*/ 1 h 160"/>
                  <a:gd name="T52" fmla="*/ 0 w 159"/>
                  <a:gd name="T53" fmla="*/ 1 h 160"/>
                  <a:gd name="T54" fmla="*/ 0 w 159"/>
                  <a:gd name="T55" fmla="*/ 1 h 160"/>
                  <a:gd name="T56" fmla="*/ 0 w 159"/>
                  <a:gd name="T57" fmla="*/ 1 h 160"/>
                  <a:gd name="T58" fmla="*/ 0 w 159"/>
                  <a:gd name="T59" fmla="*/ 1 h 160"/>
                  <a:gd name="T60" fmla="*/ 0 w 159"/>
                  <a:gd name="T61" fmla="*/ 0 h 160"/>
                  <a:gd name="T62" fmla="*/ 0 w 159"/>
                  <a:gd name="T63" fmla="*/ 1 h 160"/>
                  <a:gd name="T64" fmla="*/ 0 w 159"/>
                  <a:gd name="T65" fmla="*/ 1 h 160"/>
                  <a:gd name="T66" fmla="*/ 0 w 159"/>
                  <a:gd name="T67" fmla="*/ 1 h 160"/>
                  <a:gd name="T68" fmla="*/ 0 w 159"/>
                  <a:gd name="T69" fmla="*/ 1 h 160"/>
                  <a:gd name="T70" fmla="*/ 0 w 159"/>
                  <a:gd name="T71" fmla="*/ 1 h 160"/>
                  <a:gd name="T72" fmla="*/ 0 w 159"/>
                  <a:gd name="T73" fmla="*/ 1 h 160"/>
                  <a:gd name="T74" fmla="*/ 0 w 159"/>
                  <a:gd name="T75" fmla="*/ 1 h 160"/>
                  <a:gd name="T76" fmla="*/ 0 w 159"/>
                  <a:gd name="T77" fmla="*/ 1 h 160"/>
                  <a:gd name="T78" fmla="*/ 0 w 159"/>
                  <a:gd name="T79" fmla="*/ 1 h 160"/>
                  <a:gd name="T80" fmla="*/ 0 w 159"/>
                  <a:gd name="T81" fmla="*/ 1 h 16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9"/>
                  <a:gd name="T124" fmla="*/ 0 h 160"/>
                  <a:gd name="T125" fmla="*/ 159 w 159"/>
                  <a:gd name="T126" fmla="*/ 160 h 16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61" name="Freeform 49">
                <a:extLst>
                  <a:ext uri="{FF2B5EF4-FFF2-40B4-BE49-F238E27FC236}">
                    <a16:creationId xmlns:a16="http://schemas.microsoft.com/office/drawing/2014/main" id="{0538D7D8-813F-4796-B2CF-04C74799BBC8}"/>
                  </a:ext>
                </a:extLst>
              </p:cNvPr>
              <p:cNvSpPr>
                <a:spLocks/>
              </p:cNvSpPr>
              <p:nvPr/>
            </p:nvSpPr>
            <p:spPr bwMode="auto">
              <a:xfrm>
                <a:off x="1208" y="2218"/>
                <a:ext cx="133" cy="166"/>
              </a:xfrm>
              <a:custGeom>
                <a:avLst/>
                <a:gdLst>
                  <a:gd name="T0" fmla="*/ 0 w 399"/>
                  <a:gd name="T1" fmla="*/ 1 h 332"/>
                  <a:gd name="T2" fmla="*/ 0 w 399"/>
                  <a:gd name="T3" fmla="*/ 1 h 332"/>
                  <a:gd name="T4" fmla="*/ 0 w 399"/>
                  <a:gd name="T5" fmla="*/ 1 h 332"/>
                  <a:gd name="T6" fmla="*/ 0 w 399"/>
                  <a:gd name="T7" fmla="*/ 1 h 332"/>
                  <a:gd name="T8" fmla="*/ 0 w 399"/>
                  <a:gd name="T9" fmla="*/ 1 h 332"/>
                  <a:gd name="T10" fmla="*/ 0 w 399"/>
                  <a:gd name="T11" fmla="*/ 1 h 332"/>
                  <a:gd name="T12" fmla="*/ 0 w 399"/>
                  <a:gd name="T13" fmla="*/ 1 h 332"/>
                  <a:gd name="T14" fmla="*/ 0 w 399"/>
                  <a:gd name="T15" fmla="*/ 1 h 332"/>
                  <a:gd name="T16" fmla="*/ 0 w 399"/>
                  <a:gd name="T17" fmla="*/ 1 h 332"/>
                  <a:gd name="T18" fmla="*/ 0 w 399"/>
                  <a:gd name="T19" fmla="*/ 1 h 332"/>
                  <a:gd name="T20" fmla="*/ 0 w 399"/>
                  <a:gd name="T21" fmla="*/ 1 h 332"/>
                  <a:gd name="T22" fmla="*/ 0 w 399"/>
                  <a:gd name="T23" fmla="*/ 1 h 332"/>
                  <a:gd name="T24" fmla="*/ 0 w 399"/>
                  <a:gd name="T25" fmla="*/ 1 h 332"/>
                  <a:gd name="T26" fmla="*/ 0 w 399"/>
                  <a:gd name="T27" fmla="*/ 1 h 332"/>
                  <a:gd name="T28" fmla="*/ 0 w 399"/>
                  <a:gd name="T29" fmla="*/ 1 h 332"/>
                  <a:gd name="T30" fmla="*/ 0 w 399"/>
                  <a:gd name="T31" fmla="*/ 1 h 332"/>
                  <a:gd name="T32" fmla="*/ 0 w 399"/>
                  <a:gd name="T33" fmla="*/ 1 h 332"/>
                  <a:gd name="T34" fmla="*/ 0 w 399"/>
                  <a:gd name="T35" fmla="*/ 1 h 332"/>
                  <a:gd name="T36" fmla="*/ 0 w 399"/>
                  <a:gd name="T37" fmla="*/ 1 h 332"/>
                  <a:gd name="T38" fmla="*/ 0 w 399"/>
                  <a:gd name="T39" fmla="*/ 1 h 332"/>
                  <a:gd name="T40" fmla="*/ 0 w 399"/>
                  <a:gd name="T41" fmla="*/ 1 h 332"/>
                  <a:gd name="T42" fmla="*/ 0 w 399"/>
                  <a:gd name="T43" fmla="*/ 1 h 332"/>
                  <a:gd name="T44" fmla="*/ 0 w 399"/>
                  <a:gd name="T45" fmla="*/ 1 h 332"/>
                  <a:gd name="T46" fmla="*/ 0 w 399"/>
                  <a:gd name="T47" fmla="*/ 1 h 332"/>
                  <a:gd name="T48" fmla="*/ 0 w 399"/>
                  <a:gd name="T49" fmla="*/ 1 h 332"/>
                  <a:gd name="T50" fmla="*/ 0 w 399"/>
                  <a:gd name="T51" fmla="*/ 1 h 332"/>
                  <a:gd name="T52" fmla="*/ 0 w 399"/>
                  <a:gd name="T53" fmla="*/ 1 h 332"/>
                  <a:gd name="T54" fmla="*/ 0 w 399"/>
                  <a:gd name="T55" fmla="*/ 1 h 332"/>
                  <a:gd name="T56" fmla="*/ 0 w 399"/>
                  <a:gd name="T57" fmla="*/ 1 h 332"/>
                  <a:gd name="T58" fmla="*/ 0 w 399"/>
                  <a:gd name="T59" fmla="*/ 1 h 332"/>
                  <a:gd name="T60" fmla="*/ 0 w 399"/>
                  <a:gd name="T61" fmla="*/ 1 h 332"/>
                  <a:gd name="T62" fmla="*/ 0 w 399"/>
                  <a:gd name="T63" fmla="*/ 1 h 332"/>
                  <a:gd name="T64" fmla="*/ 0 w 399"/>
                  <a:gd name="T65" fmla="*/ 1 h 332"/>
                  <a:gd name="T66" fmla="*/ 0 w 399"/>
                  <a:gd name="T67" fmla="*/ 1 h 332"/>
                  <a:gd name="T68" fmla="*/ 0 w 399"/>
                  <a:gd name="T69" fmla="*/ 1 h 332"/>
                  <a:gd name="T70" fmla="*/ 0 w 399"/>
                  <a:gd name="T71" fmla="*/ 1 h 332"/>
                  <a:gd name="T72" fmla="*/ 0 w 399"/>
                  <a:gd name="T73" fmla="*/ 1 h 332"/>
                  <a:gd name="T74" fmla="*/ 0 w 399"/>
                  <a:gd name="T75" fmla="*/ 1 h 332"/>
                  <a:gd name="T76" fmla="*/ 0 w 399"/>
                  <a:gd name="T77" fmla="*/ 1 h 332"/>
                  <a:gd name="T78" fmla="*/ 0 w 399"/>
                  <a:gd name="T79" fmla="*/ 1 h 332"/>
                  <a:gd name="T80" fmla="*/ 0 w 399"/>
                  <a:gd name="T81" fmla="*/ 0 h 332"/>
                  <a:gd name="T82" fmla="*/ 0 w 399"/>
                  <a:gd name="T83" fmla="*/ 1 h 332"/>
                  <a:gd name="T84" fmla="*/ 0 w 399"/>
                  <a:gd name="T85" fmla="*/ 1 h 332"/>
                  <a:gd name="T86" fmla="*/ 0 w 399"/>
                  <a:gd name="T87" fmla="*/ 1 h 3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2"/>
                  <a:gd name="T134" fmla="*/ 399 w 399"/>
                  <a:gd name="T135" fmla="*/ 332 h 3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62" name="Freeform 50">
                <a:extLst>
                  <a:ext uri="{FF2B5EF4-FFF2-40B4-BE49-F238E27FC236}">
                    <a16:creationId xmlns:a16="http://schemas.microsoft.com/office/drawing/2014/main" id="{E16F0368-9A6F-4B49-90E6-83A9487E5EBE}"/>
                  </a:ext>
                </a:extLst>
              </p:cNvPr>
              <p:cNvSpPr>
                <a:spLocks/>
              </p:cNvSpPr>
              <p:nvPr/>
            </p:nvSpPr>
            <p:spPr bwMode="auto">
              <a:xfrm>
                <a:off x="1396" y="2213"/>
                <a:ext cx="116" cy="110"/>
              </a:xfrm>
              <a:custGeom>
                <a:avLst/>
                <a:gdLst>
                  <a:gd name="T0" fmla="*/ 0 w 348"/>
                  <a:gd name="T1" fmla="*/ 0 h 222"/>
                  <a:gd name="T2" fmla="*/ 0 w 348"/>
                  <a:gd name="T3" fmla="*/ 0 h 222"/>
                  <a:gd name="T4" fmla="*/ 0 w 348"/>
                  <a:gd name="T5" fmla="*/ 0 h 222"/>
                  <a:gd name="T6" fmla="*/ 0 w 348"/>
                  <a:gd name="T7" fmla="*/ 0 h 222"/>
                  <a:gd name="T8" fmla="*/ 0 w 348"/>
                  <a:gd name="T9" fmla="*/ 0 h 222"/>
                  <a:gd name="T10" fmla="*/ 0 w 348"/>
                  <a:gd name="T11" fmla="*/ 0 h 222"/>
                  <a:gd name="T12" fmla="*/ 0 w 348"/>
                  <a:gd name="T13" fmla="*/ 0 h 222"/>
                  <a:gd name="T14" fmla="*/ 0 w 348"/>
                  <a:gd name="T15" fmla="*/ 0 h 222"/>
                  <a:gd name="T16" fmla="*/ 0 w 348"/>
                  <a:gd name="T17" fmla="*/ 0 h 222"/>
                  <a:gd name="T18" fmla="*/ 0 w 348"/>
                  <a:gd name="T19" fmla="*/ 0 h 222"/>
                  <a:gd name="T20" fmla="*/ 0 w 348"/>
                  <a:gd name="T21" fmla="*/ 0 h 222"/>
                  <a:gd name="T22" fmla="*/ 0 w 348"/>
                  <a:gd name="T23" fmla="*/ 0 h 222"/>
                  <a:gd name="T24" fmla="*/ 0 w 348"/>
                  <a:gd name="T25" fmla="*/ 0 h 222"/>
                  <a:gd name="T26" fmla="*/ 0 w 348"/>
                  <a:gd name="T27" fmla="*/ 0 h 222"/>
                  <a:gd name="T28" fmla="*/ 0 w 348"/>
                  <a:gd name="T29" fmla="*/ 0 h 222"/>
                  <a:gd name="T30" fmla="*/ 0 w 348"/>
                  <a:gd name="T31" fmla="*/ 0 h 222"/>
                  <a:gd name="T32" fmla="*/ 0 w 348"/>
                  <a:gd name="T33" fmla="*/ 0 h 222"/>
                  <a:gd name="T34" fmla="*/ 0 w 348"/>
                  <a:gd name="T35" fmla="*/ 0 h 222"/>
                  <a:gd name="T36" fmla="*/ 0 w 348"/>
                  <a:gd name="T37" fmla="*/ 0 h 222"/>
                  <a:gd name="T38" fmla="*/ 0 w 348"/>
                  <a:gd name="T39" fmla="*/ 0 h 222"/>
                  <a:gd name="T40" fmla="*/ 0 w 348"/>
                  <a:gd name="T41" fmla="*/ 0 h 222"/>
                  <a:gd name="T42" fmla="*/ 0 w 348"/>
                  <a:gd name="T43" fmla="*/ 0 h 222"/>
                  <a:gd name="T44" fmla="*/ 0 w 348"/>
                  <a:gd name="T45" fmla="*/ 0 h 222"/>
                  <a:gd name="T46" fmla="*/ 0 w 348"/>
                  <a:gd name="T47" fmla="*/ 0 h 222"/>
                  <a:gd name="T48" fmla="*/ 0 w 348"/>
                  <a:gd name="T49" fmla="*/ 0 h 222"/>
                  <a:gd name="T50" fmla="*/ 0 w 348"/>
                  <a:gd name="T51" fmla="*/ 0 h 222"/>
                  <a:gd name="T52" fmla="*/ 0 w 348"/>
                  <a:gd name="T53" fmla="*/ 0 h 222"/>
                  <a:gd name="T54" fmla="*/ 0 w 348"/>
                  <a:gd name="T55" fmla="*/ 0 h 222"/>
                  <a:gd name="T56" fmla="*/ 0 w 348"/>
                  <a:gd name="T57" fmla="*/ 0 h 222"/>
                  <a:gd name="T58" fmla="*/ 0 w 348"/>
                  <a:gd name="T59" fmla="*/ 0 h 222"/>
                  <a:gd name="T60" fmla="*/ 0 w 348"/>
                  <a:gd name="T61" fmla="*/ 0 h 222"/>
                  <a:gd name="T62" fmla="*/ 0 w 348"/>
                  <a:gd name="T63" fmla="*/ 0 h 222"/>
                  <a:gd name="T64" fmla="*/ 0 w 348"/>
                  <a:gd name="T65" fmla="*/ 0 h 222"/>
                  <a:gd name="T66" fmla="*/ 0 w 348"/>
                  <a:gd name="T67" fmla="*/ 0 h 222"/>
                  <a:gd name="T68" fmla="*/ 0 w 348"/>
                  <a:gd name="T69" fmla="*/ 0 h 222"/>
                  <a:gd name="T70" fmla="*/ 0 w 348"/>
                  <a:gd name="T71" fmla="*/ 0 h 222"/>
                  <a:gd name="T72" fmla="*/ 0 w 348"/>
                  <a:gd name="T73" fmla="*/ 0 h 222"/>
                  <a:gd name="T74" fmla="*/ 0 w 348"/>
                  <a:gd name="T75" fmla="*/ 0 h 222"/>
                  <a:gd name="T76" fmla="*/ 0 w 348"/>
                  <a:gd name="T77" fmla="*/ 0 h 222"/>
                  <a:gd name="T78" fmla="*/ 0 w 348"/>
                  <a:gd name="T79" fmla="*/ 0 h 222"/>
                  <a:gd name="T80" fmla="*/ 0 w 348"/>
                  <a:gd name="T81" fmla="*/ 0 h 222"/>
                  <a:gd name="T82" fmla="*/ 0 w 348"/>
                  <a:gd name="T83" fmla="*/ 0 h 222"/>
                  <a:gd name="T84" fmla="*/ 0 w 348"/>
                  <a:gd name="T85" fmla="*/ 0 h 222"/>
                  <a:gd name="T86" fmla="*/ 0 w 348"/>
                  <a:gd name="T87" fmla="*/ 0 h 222"/>
                  <a:gd name="T88" fmla="*/ 0 w 348"/>
                  <a:gd name="T89" fmla="*/ 0 h 222"/>
                  <a:gd name="T90" fmla="*/ 0 w 348"/>
                  <a:gd name="T91" fmla="*/ 0 h 222"/>
                  <a:gd name="T92" fmla="*/ 0 w 348"/>
                  <a:gd name="T93" fmla="*/ 0 h 222"/>
                  <a:gd name="T94" fmla="*/ 0 w 348"/>
                  <a:gd name="T95" fmla="*/ 0 h 222"/>
                  <a:gd name="T96" fmla="*/ 0 w 348"/>
                  <a:gd name="T97" fmla="*/ 0 h 222"/>
                  <a:gd name="T98" fmla="*/ 0 w 348"/>
                  <a:gd name="T99" fmla="*/ 0 h 222"/>
                  <a:gd name="T100" fmla="*/ 0 w 348"/>
                  <a:gd name="T101" fmla="*/ 0 h 222"/>
                  <a:gd name="T102" fmla="*/ 0 w 348"/>
                  <a:gd name="T103" fmla="*/ 0 h 222"/>
                  <a:gd name="T104" fmla="*/ 0 w 348"/>
                  <a:gd name="T105" fmla="*/ 0 h 222"/>
                  <a:gd name="T106" fmla="*/ 0 w 348"/>
                  <a:gd name="T107" fmla="*/ 0 h 222"/>
                  <a:gd name="T108" fmla="*/ 0 w 348"/>
                  <a:gd name="T109" fmla="*/ 0 h 222"/>
                  <a:gd name="T110" fmla="*/ 0 w 348"/>
                  <a:gd name="T111" fmla="*/ 0 h 222"/>
                  <a:gd name="T112" fmla="*/ 0 w 348"/>
                  <a:gd name="T113" fmla="*/ 0 h 222"/>
                  <a:gd name="T114" fmla="*/ 0 w 348"/>
                  <a:gd name="T115" fmla="*/ 0 h 222"/>
                  <a:gd name="T116" fmla="*/ 0 w 348"/>
                  <a:gd name="T117" fmla="*/ 0 h 222"/>
                  <a:gd name="T118" fmla="*/ 0 w 348"/>
                  <a:gd name="T119" fmla="*/ 0 h 222"/>
                  <a:gd name="T120" fmla="*/ 0 w 348"/>
                  <a:gd name="T121" fmla="*/ 0 h 22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48"/>
                  <a:gd name="T184" fmla="*/ 0 h 222"/>
                  <a:gd name="T185" fmla="*/ 348 w 348"/>
                  <a:gd name="T186" fmla="*/ 222 h 22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63" name="Freeform 51">
                <a:extLst>
                  <a:ext uri="{FF2B5EF4-FFF2-40B4-BE49-F238E27FC236}">
                    <a16:creationId xmlns:a16="http://schemas.microsoft.com/office/drawing/2014/main" id="{55C6C6A9-C7C4-4C66-B490-CC5AB75D8CDC}"/>
                  </a:ext>
                </a:extLst>
              </p:cNvPr>
              <p:cNvSpPr>
                <a:spLocks/>
              </p:cNvSpPr>
              <p:nvPr/>
            </p:nvSpPr>
            <p:spPr bwMode="auto">
              <a:xfrm>
                <a:off x="1162" y="2273"/>
                <a:ext cx="48" cy="103"/>
              </a:xfrm>
              <a:custGeom>
                <a:avLst/>
                <a:gdLst>
                  <a:gd name="T0" fmla="*/ 0 w 142"/>
                  <a:gd name="T1" fmla="*/ 0 h 207"/>
                  <a:gd name="T2" fmla="*/ 0 w 142"/>
                  <a:gd name="T3" fmla="*/ 0 h 207"/>
                  <a:gd name="T4" fmla="*/ 0 w 142"/>
                  <a:gd name="T5" fmla="*/ 0 h 207"/>
                  <a:gd name="T6" fmla="*/ 0 w 142"/>
                  <a:gd name="T7" fmla="*/ 0 h 207"/>
                  <a:gd name="T8" fmla="*/ 0 w 142"/>
                  <a:gd name="T9" fmla="*/ 0 h 207"/>
                  <a:gd name="T10" fmla="*/ 0 w 142"/>
                  <a:gd name="T11" fmla="*/ 0 h 207"/>
                  <a:gd name="T12" fmla="*/ 0 w 142"/>
                  <a:gd name="T13" fmla="*/ 0 h 207"/>
                  <a:gd name="T14" fmla="*/ 0 w 142"/>
                  <a:gd name="T15" fmla="*/ 0 h 207"/>
                  <a:gd name="T16" fmla="*/ 0 w 142"/>
                  <a:gd name="T17" fmla="*/ 0 h 207"/>
                  <a:gd name="T18" fmla="*/ 0 w 142"/>
                  <a:gd name="T19" fmla="*/ 0 h 207"/>
                  <a:gd name="T20" fmla="*/ 0 w 142"/>
                  <a:gd name="T21" fmla="*/ 0 h 207"/>
                  <a:gd name="T22" fmla="*/ 0 w 142"/>
                  <a:gd name="T23" fmla="*/ 0 h 207"/>
                  <a:gd name="T24" fmla="*/ 0 w 142"/>
                  <a:gd name="T25" fmla="*/ 0 h 207"/>
                  <a:gd name="T26" fmla="*/ 0 w 142"/>
                  <a:gd name="T27" fmla="*/ 0 h 207"/>
                  <a:gd name="T28" fmla="*/ 0 w 142"/>
                  <a:gd name="T29" fmla="*/ 0 h 207"/>
                  <a:gd name="T30" fmla="*/ 0 w 142"/>
                  <a:gd name="T31" fmla="*/ 0 h 207"/>
                  <a:gd name="T32" fmla="*/ 0 w 142"/>
                  <a:gd name="T33" fmla="*/ 0 h 207"/>
                  <a:gd name="T34" fmla="*/ 0 w 142"/>
                  <a:gd name="T35" fmla="*/ 0 h 207"/>
                  <a:gd name="T36" fmla="*/ 0 w 142"/>
                  <a:gd name="T37" fmla="*/ 0 h 207"/>
                  <a:gd name="T38" fmla="*/ 0 w 142"/>
                  <a:gd name="T39" fmla="*/ 0 h 207"/>
                  <a:gd name="T40" fmla="*/ 0 w 142"/>
                  <a:gd name="T41" fmla="*/ 0 h 207"/>
                  <a:gd name="T42" fmla="*/ 0 w 142"/>
                  <a:gd name="T43" fmla="*/ 0 h 207"/>
                  <a:gd name="T44" fmla="*/ 0 w 142"/>
                  <a:gd name="T45" fmla="*/ 0 h 207"/>
                  <a:gd name="T46" fmla="*/ 0 w 142"/>
                  <a:gd name="T47" fmla="*/ 0 h 207"/>
                  <a:gd name="T48" fmla="*/ 0 w 142"/>
                  <a:gd name="T49" fmla="*/ 0 h 207"/>
                  <a:gd name="T50" fmla="*/ 0 w 142"/>
                  <a:gd name="T51" fmla="*/ 0 h 207"/>
                  <a:gd name="T52" fmla="*/ 0 w 142"/>
                  <a:gd name="T53" fmla="*/ 0 h 207"/>
                  <a:gd name="T54" fmla="*/ 0 w 142"/>
                  <a:gd name="T55" fmla="*/ 0 h 207"/>
                  <a:gd name="T56" fmla="*/ 0 w 142"/>
                  <a:gd name="T57" fmla="*/ 0 h 207"/>
                  <a:gd name="T58" fmla="*/ 0 w 142"/>
                  <a:gd name="T59" fmla="*/ 0 h 207"/>
                  <a:gd name="T60" fmla="*/ 0 w 142"/>
                  <a:gd name="T61" fmla="*/ 0 h 207"/>
                  <a:gd name="T62" fmla="*/ 0 w 142"/>
                  <a:gd name="T63" fmla="*/ 0 h 207"/>
                  <a:gd name="T64" fmla="*/ 0 w 142"/>
                  <a:gd name="T65" fmla="*/ 0 h 207"/>
                  <a:gd name="T66" fmla="*/ 0 w 142"/>
                  <a:gd name="T67" fmla="*/ 0 h 207"/>
                  <a:gd name="T68" fmla="*/ 0 w 142"/>
                  <a:gd name="T69" fmla="*/ 0 h 207"/>
                  <a:gd name="T70" fmla="*/ 0 w 142"/>
                  <a:gd name="T71" fmla="*/ 0 h 207"/>
                  <a:gd name="T72" fmla="*/ 0 w 142"/>
                  <a:gd name="T73" fmla="*/ 0 h 207"/>
                  <a:gd name="T74" fmla="*/ 0 w 142"/>
                  <a:gd name="T75" fmla="*/ 0 h 207"/>
                  <a:gd name="T76" fmla="*/ 0 w 142"/>
                  <a:gd name="T77" fmla="*/ 0 h 207"/>
                  <a:gd name="T78" fmla="*/ 0 w 142"/>
                  <a:gd name="T79" fmla="*/ 0 h 207"/>
                  <a:gd name="T80" fmla="*/ 0 w 142"/>
                  <a:gd name="T81" fmla="*/ 0 h 2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7"/>
                  <a:gd name="T125" fmla="*/ 142 w 142"/>
                  <a:gd name="T126" fmla="*/ 207 h 20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64" name="Freeform 52">
                <a:extLst>
                  <a:ext uri="{FF2B5EF4-FFF2-40B4-BE49-F238E27FC236}">
                    <a16:creationId xmlns:a16="http://schemas.microsoft.com/office/drawing/2014/main" id="{A11BD42B-DAB7-45F5-BDDB-F36DACBA8180}"/>
                  </a:ext>
                </a:extLst>
              </p:cNvPr>
              <p:cNvSpPr>
                <a:spLocks/>
              </p:cNvSpPr>
              <p:nvPr/>
            </p:nvSpPr>
            <p:spPr bwMode="auto">
              <a:xfrm>
                <a:off x="1492" y="2206"/>
                <a:ext cx="101" cy="135"/>
              </a:xfrm>
              <a:custGeom>
                <a:avLst/>
                <a:gdLst>
                  <a:gd name="T0" fmla="*/ 0 w 303"/>
                  <a:gd name="T1" fmla="*/ 0 h 272"/>
                  <a:gd name="T2" fmla="*/ 0 w 303"/>
                  <a:gd name="T3" fmla="*/ 0 h 272"/>
                  <a:gd name="T4" fmla="*/ 0 w 303"/>
                  <a:gd name="T5" fmla="*/ 0 h 272"/>
                  <a:gd name="T6" fmla="*/ 0 w 303"/>
                  <a:gd name="T7" fmla="*/ 0 h 272"/>
                  <a:gd name="T8" fmla="*/ 0 w 303"/>
                  <a:gd name="T9" fmla="*/ 0 h 272"/>
                  <a:gd name="T10" fmla="*/ 0 w 303"/>
                  <a:gd name="T11" fmla="*/ 0 h 272"/>
                  <a:gd name="T12" fmla="*/ 0 w 303"/>
                  <a:gd name="T13" fmla="*/ 0 h 272"/>
                  <a:gd name="T14" fmla="*/ 0 w 303"/>
                  <a:gd name="T15" fmla="*/ 0 h 272"/>
                  <a:gd name="T16" fmla="*/ 0 w 303"/>
                  <a:gd name="T17" fmla="*/ 0 h 272"/>
                  <a:gd name="T18" fmla="*/ 0 w 303"/>
                  <a:gd name="T19" fmla="*/ 0 h 272"/>
                  <a:gd name="T20" fmla="*/ 0 w 303"/>
                  <a:gd name="T21" fmla="*/ 0 h 272"/>
                  <a:gd name="T22" fmla="*/ 0 w 303"/>
                  <a:gd name="T23" fmla="*/ 0 h 272"/>
                  <a:gd name="T24" fmla="*/ 0 w 303"/>
                  <a:gd name="T25" fmla="*/ 0 h 272"/>
                  <a:gd name="T26" fmla="*/ 0 w 303"/>
                  <a:gd name="T27" fmla="*/ 0 h 272"/>
                  <a:gd name="T28" fmla="*/ 0 w 303"/>
                  <a:gd name="T29" fmla="*/ 0 h 272"/>
                  <a:gd name="T30" fmla="*/ 0 w 303"/>
                  <a:gd name="T31" fmla="*/ 0 h 272"/>
                  <a:gd name="T32" fmla="*/ 0 w 303"/>
                  <a:gd name="T33" fmla="*/ 0 h 272"/>
                  <a:gd name="T34" fmla="*/ 0 w 303"/>
                  <a:gd name="T35" fmla="*/ 0 h 272"/>
                  <a:gd name="T36" fmla="*/ 0 w 303"/>
                  <a:gd name="T37" fmla="*/ 0 h 272"/>
                  <a:gd name="T38" fmla="*/ 0 w 303"/>
                  <a:gd name="T39" fmla="*/ 0 h 272"/>
                  <a:gd name="T40" fmla="*/ 0 w 303"/>
                  <a:gd name="T41" fmla="*/ 0 h 272"/>
                  <a:gd name="T42" fmla="*/ 0 w 303"/>
                  <a:gd name="T43" fmla="*/ 0 h 272"/>
                  <a:gd name="T44" fmla="*/ 0 w 303"/>
                  <a:gd name="T45" fmla="*/ 0 h 272"/>
                  <a:gd name="T46" fmla="*/ 0 w 303"/>
                  <a:gd name="T47" fmla="*/ 0 h 272"/>
                  <a:gd name="T48" fmla="*/ 0 w 303"/>
                  <a:gd name="T49" fmla="*/ 0 h 272"/>
                  <a:gd name="T50" fmla="*/ 0 w 303"/>
                  <a:gd name="T51" fmla="*/ 0 h 272"/>
                  <a:gd name="T52" fmla="*/ 0 w 303"/>
                  <a:gd name="T53" fmla="*/ 0 h 272"/>
                  <a:gd name="T54" fmla="*/ 0 w 303"/>
                  <a:gd name="T55" fmla="*/ 0 h 272"/>
                  <a:gd name="T56" fmla="*/ 0 w 303"/>
                  <a:gd name="T57" fmla="*/ 0 h 272"/>
                  <a:gd name="T58" fmla="*/ 0 w 303"/>
                  <a:gd name="T59" fmla="*/ 0 h 272"/>
                  <a:gd name="T60" fmla="*/ 0 w 303"/>
                  <a:gd name="T61" fmla="*/ 0 h 272"/>
                  <a:gd name="T62" fmla="*/ 0 w 303"/>
                  <a:gd name="T63" fmla="*/ 0 h 272"/>
                  <a:gd name="T64" fmla="*/ 0 w 303"/>
                  <a:gd name="T65" fmla="*/ 0 h 272"/>
                  <a:gd name="T66" fmla="*/ 0 w 303"/>
                  <a:gd name="T67" fmla="*/ 0 h 272"/>
                  <a:gd name="T68" fmla="*/ 0 w 303"/>
                  <a:gd name="T69" fmla="*/ 0 h 272"/>
                  <a:gd name="T70" fmla="*/ 0 w 303"/>
                  <a:gd name="T71" fmla="*/ 0 h 272"/>
                  <a:gd name="T72" fmla="*/ 0 w 303"/>
                  <a:gd name="T73" fmla="*/ 0 h 272"/>
                  <a:gd name="T74" fmla="*/ 0 w 303"/>
                  <a:gd name="T75" fmla="*/ 0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3"/>
                  <a:gd name="T115" fmla="*/ 0 h 272"/>
                  <a:gd name="T116" fmla="*/ 303 w 303"/>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831506" name="Group 53">
            <a:extLst>
              <a:ext uri="{FF2B5EF4-FFF2-40B4-BE49-F238E27FC236}">
                <a16:creationId xmlns:a16="http://schemas.microsoft.com/office/drawing/2014/main" id="{9648C8F9-2953-4485-A1DE-11AE5DAC18EB}"/>
              </a:ext>
            </a:extLst>
          </p:cNvPr>
          <p:cNvGrpSpPr>
            <a:grpSpLocks/>
          </p:cNvGrpSpPr>
          <p:nvPr/>
        </p:nvGrpSpPr>
        <p:grpSpPr bwMode="auto">
          <a:xfrm>
            <a:off x="619125" y="2992438"/>
            <a:ext cx="414338" cy="511175"/>
            <a:chOff x="2870" y="1518"/>
            <a:chExt cx="292" cy="320"/>
          </a:xfrm>
        </p:grpSpPr>
        <p:graphicFrame>
          <p:nvGraphicFramePr>
            <p:cNvPr id="831543" name="Object 54">
              <a:extLst>
                <a:ext uri="{FF2B5EF4-FFF2-40B4-BE49-F238E27FC236}">
                  <a16:creationId xmlns:a16="http://schemas.microsoft.com/office/drawing/2014/main" id="{A563800A-D1EC-4101-9916-EE6C04027BF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1710" name="Clip" r:id="rId8" imgW="826829" imgH="840406" progId="MS_ClipArt_Gallery.2">
                    <p:embed/>
                  </p:oleObj>
                </mc:Choice>
                <mc:Fallback>
                  <p:oleObj name="Clip" r:id="rId8" imgW="826829" imgH="840406" progId="MS_ClipArt_Gallery.2">
                    <p:embed/>
                    <p:pic>
                      <p:nvPicPr>
                        <p:cNvPr id="0" name="Object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1544" name="Object 55">
              <a:extLst>
                <a:ext uri="{FF2B5EF4-FFF2-40B4-BE49-F238E27FC236}">
                  <a16:creationId xmlns:a16="http://schemas.microsoft.com/office/drawing/2014/main" id="{2F2268DF-1D9C-4D62-B77D-130E9B809136}"/>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1711" name="Clip" r:id="rId9" imgW="1268295" imgH="1199426" progId="MS_ClipArt_Gallery.2">
                    <p:embed/>
                  </p:oleObj>
                </mc:Choice>
                <mc:Fallback>
                  <p:oleObj name="Clip" r:id="rId9" imgW="1268295" imgH="1199426" progId="MS_ClipArt_Gallery.2">
                    <p:embed/>
                    <p:pic>
                      <p:nvPicPr>
                        <p:cNvPr id="0"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31507" name="Group 56">
            <a:extLst>
              <a:ext uri="{FF2B5EF4-FFF2-40B4-BE49-F238E27FC236}">
                <a16:creationId xmlns:a16="http://schemas.microsoft.com/office/drawing/2014/main" id="{5C81357C-D8EC-41E1-B54B-D310D05FB547}"/>
              </a:ext>
            </a:extLst>
          </p:cNvPr>
          <p:cNvGrpSpPr>
            <a:grpSpLocks/>
          </p:cNvGrpSpPr>
          <p:nvPr/>
        </p:nvGrpSpPr>
        <p:grpSpPr bwMode="auto">
          <a:xfrm>
            <a:off x="1171575" y="2774950"/>
            <a:ext cx="415925" cy="509588"/>
            <a:chOff x="2870" y="1518"/>
            <a:chExt cx="292" cy="320"/>
          </a:xfrm>
        </p:grpSpPr>
        <p:graphicFrame>
          <p:nvGraphicFramePr>
            <p:cNvPr id="831541" name="Object 57">
              <a:extLst>
                <a:ext uri="{FF2B5EF4-FFF2-40B4-BE49-F238E27FC236}">
                  <a16:creationId xmlns:a16="http://schemas.microsoft.com/office/drawing/2014/main" id="{6E01BE11-ED8F-4429-8AB9-5B24F56BDB79}"/>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1712" name="Clip" r:id="rId10" imgW="826829" imgH="840406" progId="MS_ClipArt_Gallery.2">
                    <p:embed/>
                  </p:oleObj>
                </mc:Choice>
                <mc:Fallback>
                  <p:oleObj name="Clip" r:id="rId10" imgW="826829" imgH="840406" progId="MS_ClipArt_Gallery.2">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1542" name="Object 58">
              <a:extLst>
                <a:ext uri="{FF2B5EF4-FFF2-40B4-BE49-F238E27FC236}">
                  <a16:creationId xmlns:a16="http://schemas.microsoft.com/office/drawing/2014/main" id="{F5A2FCA8-373A-4A57-9834-248945E913D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1713" name="Clip" r:id="rId11" imgW="1268295" imgH="1199426" progId="MS_ClipArt_Gallery.2">
                    <p:embed/>
                  </p:oleObj>
                </mc:Choice>
                <mc:Fallback>
                  <p:oleObj name="Clip" r:id="rId11" imgW="1268295" imgH="1199426" progId="MS_ClipArt_Gallery.2">
                    <p:embed/>
                    <p:pic>
                      <p:nvPicPr>
                        <p:cNvPr id="0" name="Object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31508" name="Group 59">
            <a:extLst>
              <a:ext uri="{FF2B5EF4-FFF2-40B4-BE49-F238E27FC236}">
                <a16:creationId xmlns:a16="http://schemas.microsoft.com/office/drawing/2014/main" id="{B3E0AAE3-9EB9-41EE-BBC5-BB0898D5CA7D}"/>
              </a:ext>
            </a:extLst>
          </p:cNvPr>
          <p:cNvGrpSpPr>
            <a:grpSpLocks/>
          </p:cNvGrpSpPr>
          <p:nvPr/>
        </p:nvGrpSpPr>
        <p:grpSpPr bwMode="auto">
          <a:xfrm>
            <a:off x="3076575" y="4232275"/>
            <a:ext cx="782638" cy="917575"/>
            <a:chOff x="1952" y="1032"/>
            <a:chExt cx="589" cy="706"/>
          </a:xfrm>
        </p:grpSpPr>
        <p:sp>
          <p:nvSpPr>
            <p:cNvPr id="831521" name="Text Box 60">
              <a:extLst>
                <a:ext uri="{FF2B5EF4-FFF2-40B4-BE49-F238E27FC236}">
                  <a16:creationId xmlns:a16="http://schemas.microsoft.com/office/drawing/2014/main" id="{7A20F166-4EAC-42D5-951B-F80754A97A79}"/>
                </a:ext>
              </a:extLst>
            </p:cNvPr>
            <p:cNvSpPr txBox="1">
              <a:spLocks noChangeArrowheads="1"/>
            </p:cNvSpPr>
            <p:nvPr/>
          </p:nvSpPr>
          <p:spPr bwMode="auto">
            <a:xfrm>
              <a:off x="2080" y="1456"/>
              <a:ext cx="353"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800">
                  <a:ea typeface="Gulim" panose="020B0600000101010101" pitchFamily="34" charset="-127"/>
                </a:rPr>
                <a:t>AP</a:t>
              </a:r>
            </a:p>
          </p:txBody>
        </p:sp>
        <p:grpSp>
          <p:nvGrpSpPr>
            <p:cNvPr id="831522" name="Group 61">
              <a:extLst>
                <a:ext uri="{FF2B5EF4-FFF2-40B4-BE49-F238E27FC236}">
                  <a16:creationId xmlns:a16="http://schemas.microsoft.com/office/drawing/2014/main" id="{BCA7D7B9-2BA7-4F29-8C83-6809DD345E40}"/>
                </a:ext>
              </a:extLst>
            </p:cNvPr>
            <p:cNvGrpSpPr>
              <a:grpSpLocks/>
            </p:cNvGrpSpPr>
            <p:nvPr/>
          </p:nvGrpSpPr>
          <p:grpSpPr bwMode="auto">
            <a:xfrm>
              <a:off x="1952" y="1032"/>
              <a:ext cx="589" cy="440"/>
              <a:chOff x="1160" y="2192"/>
              <a:chExt cx="589" cy="440"/>
            </a:xfrm>
          </p:grpSpPr>
          <p:pic>
            <p:nvPicPr>
              <p:cNvPr id="831523" name="Picture 62" descr="31u_bnrz[1]">
                <a:extLst>
                  <a:ext uri="{FF2B5EF4-FFF2-40B4-BE49-F238E27FC236}">
                    <a16:creationId xmlns:a16="http://schemas.microsoft.com/office/drawing/2014/main" id="{2F0AE332-C65D-4EFE-9937-4678207D3B5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1349" y="2458"/>
                <a:ext cx="21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1524" name="AutoShape 63">
                <a:extLst>
                  <a:ext uri="{FF2B5EF4-FFF2-40B4-BE49-F238E27FC236}">
                    <a16:creationId xmlns:a16="http://schemas.microsoft.com/office/drawing/2014/main" id="{05A85488-FEE2-4543-A6B7-6B4283398F6A}"/>
                  </a:ext>
                </a:extLst>
              </p:cNvPr>
              <p:cNvSpPr>
                <a:spLocks noChangeAspect="1" noChangeArrowheads="1" noTextEdit="1"/>
              </p:cNvSpPr>
              <p:nvPr/>
            </p:nvSpPr>
            <p:spPr bwMode="auto">
              <a:xfrm>
                <a:off x="1160" y="2192"/>
                <a:ext cx="5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31525" name="Freeform 64">
                <a:extLst>
                  <a:ext uri="{FF2B5EF4-FFF2-40B4-BE49-F238E27FC236}">
                    <a16:creationId xmlns:a16="http://schemas.microsoft.com/office/drawing/2014/main" id="{2AE24EF3-67B0-477E-89E7-E4DCFCBD6E24}"/>
                  </a:ext>
                </a:extLst>
              </p:cNvPr>
              <p:cNvSpPr>
                <a:spLocks/>
              </p:cNvSpPr>
              <p:nvPr/>
            </p:nvSpPr>
            <p:spPr bwMode="auto">
              <a:xfrm>
                <a:off x="1283" y="2231"/>
                <a:ext cx="83" cy="102"/>
              </a:xfrm>
              <a:custGeom>
                <a:avLst/>
                <a:gdLst>
                  <a:gd name="T0" fmla="*/ 0 w 247"/>
                  <a:gd name="T1" fmla="*/ 1 h 203"/>
                  <a:gd name="T2" fmla="*/ 0 w 247"/>
                  <a:gd name="T3" fmla="*/ 1 h 203"/>
                  <a:gd name="T4" fmla="*/ 0 w 247"/>
                  <a:gd name="T5" fmla="*/ 1 h 203"/>
                  <a:gd name="T6" fmla="*/ 0 w 247"/>
                  <a:gd name="T7" fmla="*/ 1 h 203"/>
                  <a:gd name="T8" fmla="*/ 0 w 247"/>
                  <a:gd name="T9" fmla="*/ 1 h 203"/>
                  <a:gd name="T10" fmla="*/ 0 w 247"/>
                  <a:gd name="T11" fmla="*/ 1 h 203"/>
                  <a:gd name="T12" fmla="*/ 0 w 247"/>
                  <a:gd name="T13" fmla="*/ 1 h 203"/>
                  <a:gd name="T14" fmla="*/ 0 w 247"/>
                  <a:gd name="T15" fmla="*/ 1 h 203"/>
                  <a:gd name="T16" fmla="*/ 0 w 247"/>
                  <a:gd name="T17" fmla="*/ 1 h 203"/>
                  <a:gd name="T18" fmla="*/ 0 w 247"/>
                  <a:gd name="T19" fmla="*/ 1 h 203"/>
                  <a:gd name="T20" fmla="*/ 0 w 247"/>
                  <a:gd name="T21" fmla="*/ 1 h 203"/>
                  <a:gd name="T22" fmla="*/ 0 w 247"/>
                  <a:gd name="T23" fmla="*/ 1 h 203"/>
                  <a:gd name="T24" fmla="*/ 0 w 247"/>
                  <a:gd name="T25" fmla="*/ 1 h 203"/>
                  <a:gd name="T26" fmla="*/ 0 w 247"/>
                  <a:gd name="T27" fmla="*/ 1 h 203"/>
                  <a:gd name="T28" fmla="*/ 0 w 247"/>
                  <a:gd name="T29" fmla="*/ 1 h 203"/>
                  <a:gd name="T30" fmla="*/ 0 w 247"/>
                  <a:gd name="T31" fmla="*/ 1 h 203"/>
                  <a:gd name="T32" fmla="*/ 0 w 247"/>
                  <a:gd name="T33" fmla="*/ 1 h 203"/>
                  <a:gd name="T34" fmla="*/ 0 w 247"/>
                  <a:gd name="T35" fmla="*/ 1 h 203"/>
                  <a:gd name="T36" fmla="*/ 0 w 247"/>
                  <a:gd name="T37" fmla="*/ 1 h 203"/>
                  <a:gd name="T38" fmla="*/ 0 w 247"/>
                  <a:gd name="T39" fmla="*/ 1 h 203"/>
                  <a:gd name="T40" fmla="*/ 0 w 247"/>
                  <a:gd name="T41" fmla="*/ 1 h 203"/>
                  <a:gd name="T42" fmla="*/ 0 w 247"/>
                  <a:gd name="T43" fmla="*/ 1 h 203"/>
                  <a:gd name="T44" fmla="*/ 0 w 247"/>
                  <a:gd name="T45" fmla="*/ 1 h 203"/>
                  <a:gd name="T46" fmla="*/ 0 w 247"/>
                  <a:gd name="T47" fmla="*/ 1 h 203"/>
                  <a:gd name="T48" fmla="*/ 0 w 247"/>
                  <a:gd name="T49" fmla="*/ 1 h 203"/>
                  <a:gd name="T50" fmla="*/ 0 w 247"/>
                  <a:gd name="T51" fmla="*/ 1 h 203"/>
                  <a:gd name="T52" fmla="*/ 0 w 247"/>
                  <a:gd name="T53" fmla="*/ 1 h 203"/>
                  <a:gd name="T54" fmla="*/ 0 w 247"/>
                  <a:gd name="T55" fmla="*/ 1 h 203"/>
                  <a:gd name="T56" fmla="*/ 0 w 247"/>
                  <a:gd name="T57" fmla="*/ 1 h 203"/>
                  <a:gd name="T58" fmla="*/ 0 w 247"/>
                  <a:gd name="T59" fmla="*/ 1 h 203"/>
                  <a:gd name="T60" fmla="*/ 0 w 247"/>
                  <a:gd name="T61" fmla="*/ 1 h 203"/>
                  <a:gd name="T62" fmla="*/ 0 w 247"/>
                  <a:gd name="T63" fmla="*/ 1 h 203"/>
                  <a:gd name="T64" fmla="*/ 0 w 247"/>
                  <a:gd name="T65" fmla="*/ 1 h 203"/>
                  <a:gd name="T66" fmla="*/ 0 w 247"/>
                  <a:gd name="T67" fmla="*/ 1 h 203"/>
                  <a:gd name="T68" fmla="*/ 0 w 247"/>
                  <a:gd name="T69" fmla="*/ 1 h 203"/>
                  <a:gd name="T70" fmla="*/ 0 w 247"/>
                  <a:gd name="T71" fmla="*/ 1 h 203"/>
                  <a:gd name="T72" fmla="*/ 0 w 247"/>
                  <a:gd name="T73" fmla="*/ 1 h 203"/>
                  <a:gd name="T74" fmla="*/ 0 w 247"/>
                  <a:gd name="T75" fmla="*/ 1 h 203"/>
                  <a:gd name="T76" fmla="*/ 0 w 247"/>
                  <a:gd name="T77" fmla="*/ 1 h 203"/>
                  <a:gd name="T78" fmla="*/ 0 w 247"/>
                  <a:gd name="T79" fmla="*/ 1 h 203"/>
                  <a:gd name="T80" fmla="*/ 0 w 247"/>
                  <a:gd name="T81" fmla="*/ 1 h 203"/>
                  <a:gd name="T82" fmla="*/ 0 w 247"/>
                  <a:gd name="T83" fmla="*/ 1 h 203"/>
                  <a:gd name="T84" fmla="*/ 0 w 247"/>
                  <a:gd name="T85" fmla="*/ 0 h 203"/>
                  <a:gd name="T86" fmla="*/ 0 w 247"/>
                  <a:gd name="T87" fmla="*/ 1 h 203"/>
                  <a:gd name="T88" fmla="*/ 0 w 247"/>
                  <a:gd name="T89" fmla="*/ 1 h 203"/>
                  <a:gd name="T90" fmla="*/ 0 w 247"/>
                  <a:gd name="T91" fmla="*/ 1 h 203"/>
                  <a:gd name="T92" fmla="*/ 0 w 247"/>
                  <a:gd name="T93" fmla="*/ 1 h 203"/>
                  <a:gd name="T94" fmla="*/ 0 w 247"/>
                  <a:gd name="T95" fmla="*/ 1 h 203"/>
                  <a:gd name="T96" fmla="*/ 0 w 247"/>
                  <a:gd name="T97" fmla="*/ 1 h 20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47"/>
                  <a:gd name="T148" fmla="*/ 0 h 203"/>
                  <a:gd name="T149" fmla="*/ 247 w 247"/>
                  <a:gd name="T150" fmla="*/ 203 h 20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26" name="Freeform 65">
                <a:extLst>
                  <a:ext uri="{FF2B5EF4-FFF2-40B4-BE49-F238E27FC236}">
                    <a16:creationId xmlns:a16="http://schemas.microsoft.com/office/drawing/2014/main" id="{D82A31ED-4DE4-4E12-906C-C081CCEA4555}"/>
                  </a:ext>
                </a:extLst>
              </p:cNvPr>
              <p:cNvSpPr>
                <a:spLocks/>
              </p:cNvSpPr>
              <p:nvPr/>
            </p:nvSpPr>
            <p:spPr bwMode="auto">
              <a:xfrm>
                <a:off x="1424" y="2230"/>
                <a:ext cx="52" cy="79"/>
              </a:xfrm>
              <a:custGeom>
                <a:avLst/>
                <a:gdLst>
                  <a:gd name="T0" fmla="*/ 0 w 158"/>
                  <a:gd name="T1" fmla="*/ 1 h 158"/>
                  <a:gd name="T2" fmla="*/ 0 w 158"/>
                  <a:gd name="T3" fmla="*/ 1 h 158"/>
                  <a:gd name="T4" fmla="*/ 0 w 158"/>
                  <a:gd name="T5" fmla="*/ 1 h 158"/>
                  <a:gd name="T6" fmla="*/ 0 w 158"/>
                  <a:gd name="T7" fmla="*/ 1 h 158"/>
                  <a:gd name="T8" fmla="*/ 0 w 158"/>
                  <a:gd name="T9" fmla="*/ 1 h 158"/>
                  <a:gd name="T10" fmla="*/ 0 w 158"/>
                  <a:gd name="T11" fmla="*/ 1 h 158"/>
                  <a:gd name="T12" fmla="*/ 0 w 158"/>
                  <a:gd name="T13" fmla="*/ 1 h 158"/>
                  <a:gd name="T14" fmla="*/ 0 w 158"/>
                  <a:gd name="T15" fmla="*/ 1 h 158"/>
                  <a:gd name="T16" fmla="*/ 0 w 158"/>
                  <a:gd name="T17" fmla="*/ 1 h 158"/>
                  <a:gd name="T18" fmla="*/ 0 w 158"/>
                  <a:gd name="T19" fmla="*/ 1 h 158"/>
                  <a:gd name="T20" fmla="*/ 0 w 158"/>
                  <a:gd name="T21" fmla="*/ 1 h 158"/>
                  <a:gd name="T22" fmla="*/ 0 w 158"/>
                  <a:gd name="T23" fmla="*/ 1 h 158"/>
                  <a:gd name="T24" fmla="*/ 0 w 158"/>
                  <a:gd name="T25" fmla="*/ 1 h 158"/>
                  <a:gd name="T26" fmla="*/ 0 w 158"/>
                  <a:gd name="T27" fmla="*/ 1 h 158"/>
                  <a:gd name="T28" fmla="*/ 0 w 158"/>
                  <a:gd name="T29" fmla="*/ 1 h 158"/>
                  <a:gd name="T30" fmla="*/ 0 w 158"/>
                  <a:gd name="T31" fmla="*/ 1 h 158"/>
                  <a:gd name="T32" fmla="*/ 0 w 158"/>
                  <a:gd name="T33" fmla="*/ 1 h 158"/>
                  <a:gd name="T34" fmla="*/ 0 w 158"/>
                  <a:gd name="T35" fmla="*/ 1 h 158"/>
                  <a:gd name="T36" fmla="*/ 0 w 158"/>
                  <a:gd name="T37" fmla="*/ 1 h 158"/>
                  <a:gd name="T38" fmla="*/ 0 w 158"/>
                  <a:gd name="T39" fmla="*/ 1 h 158"/>
                  <a:gd name="T40" fmla="*/ 0 w 158"/>
                  <a:gd name="T41" fmla="*/ 1 h 158"/>
                  <a:gd name="T42" fmla="*/ 0 w 158"/>
                  <a:gd name="T43" fmla="*/ 1 h 158"/>
                  <a:gd name="T44" fmla="*/ 0 w 158"/>
                  <a:gd name="T45" fmla="*/ 1 h 158"/>
                  <a:gd name="T46" fmla="*/ 0 w 158"/>
                  <a:gd name="T47" fmla="*/ 1 h 158"/>
                  <a:gd name="T48" fmla="*/ 0 w 158"/>
                  <a:gd name="T49" fmla="*/ 1 h 158"/>
                  <a:gd name="T50" fmla="*/ 0 w 158"/>
                  <a:gd name="T51" fmla="*/ 1 h 158"/>
                  <a:gd name="T52" fmla="*/ 0 w 158"/>
                  <a:gd name="T53" fmla="*/ 1 h 158"/>
                  <a:gd name="T54" fmla="*/ 0 w 158"/>
                  <a:gd name="T55" fmla="*/ 1 h 158"/>
                  <a:gd name="T56" fmla="*/ 0 w 158"/>
                  <a:gd name="T57" fmla="*/ 1 h 158"/>
                  <a:gd name="T58" fmla="*/ 0 w 158"/>
                  <a:gd name="T59" fmla="*/ 1 h 158"/>
                  <a:gd name="T60" fmla="*/ 0 w 158"/>
                  <a:gd name="T61" fmla="*/ 0 h 158"/>
                  <a:gd name="T62" fmla="*/ 0 w 158"/>
                  <a:gd name="T63" fmla="*/ 0 h 158"/>
                  <a:gd name="T64" fmla="*/ 0 w 158"/>
                  <a:gd name="T65" fmla="*/ 1 h 158"/>
                  <a:gd name="T66" fmla="*/ 0 w 158"/>
                  <a:gd name="T67" fmla="*/ 1 h 158"/>
                  <a:gd name="T68" fmla="*/ 0 w 158"/>
                  <a:gd name="T69" fmla="*/ 1 h 158"/>
                  <a:gd name="T70" fmla="*/ 0 w 158"/>
                  <a:gd name="T71" fmla="*/ 1 h 158"/>
                  <a:gd name="T72" fmla="*/ 0 w 158"/>
                  <a:gd name="T73" fmla="*/ 1 h 158"/>
                  <a:gd name="T74" fmla="*/ 0 w 158"/>
                  <a:gd name="T75" fmla="*/ 1 h 158"/>
                  <a:gd name="T76" fmla="*/ 0 w 158"/>
                  <a:gd name="T77" fmla="*/ 1 h 158"/>
                  <a:gd name="T78" fmla="*/ 0 w 158"/>
                  <a:gd name="T79" fmla="*/ 1 h 158"/>
                  <a:gd name="T80" fmla="*/ 0 w 158"/>
                  <a:gd name="T81" fmla="*/ 1 h 1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8"/>
                  <a:gd name="T124" fmla="*/ 0 h 158"/>
                  <a:gd name="T125" fmla="*/ 158 w 158"/>
                  <a:gd name="T126" fmla="*/ 158 h 1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27" name="Freeform 66">
                <a:extLst>
                  <a:ext uri="{FF2B5EF4-FFF2-40B4-BE49-F238E27FC236}">
                    <a16:creationId xmlns:a16="http://schemas.microsoft.com/office/drawing/2014/main" id="{FF3AE4A0-E8EC-407E-9C09-3047A1B5DD0A}"/>
                  </a:ext>
                </a:extLst>
              </p:cNvPr>
              <p:cNvSpPr>
                <a:spLocks/>
              </p:cNvSpPr>
              <p:nvPr/>
            </p:nvSpPr>
            <p:spPr bwMode="auto">
              <a:xfrm>
                <a:off x="1232" y="2211"/>
                <a:ext cx="133" cy="166"/>
              </a:xfrm>
              <a:custGeom>
                <a:avLst/>
                <a:gdLst>
                  <a:gd name="T0" fmla="*/ 0 w 399"/>
                  <a:gd name="T1" fmla="*/ 1 h 331"/>
                  <a:gd name="T2" fmla="*/ 0 w 399"/>
                  <a:gd name="T3" fmla="*/ 1 h 331"/>
                  <a:gd name="T4" fmla="*/ 0 w 399"/>
                  <a:gd name="T5" fmla="*/ 1 h 331"/>
                  <a:gd name="T6" fmla="*/ 0 w 399"/>
                  <a:gd name="T7" fmla="*/ 1 h 331"/>
                  <a:gd name="T8" fmla="*/ 0 w 399"/>
                  <a:gd name="T9" fmla="*/ 1 h 331"/>
                  <a:gd name="T10" fmla="*/ 0 w 399"/>
                  <a:gd name="T11" fmla="*/ 1 h 331"/>
                  <a:gd name="T12" fmla="*/ 0 w 399"/>
                  <a:gd name="T13" fmla="*/ 1 h 331"/>
                  <a:gd name="T14" fmla="*/ 0 w 399"/>
                  <a:gd name="T15" fmla="*/ 1 h 331"/>
                  <a:gd name="T16" fmla="*/ 0 w 399"/>
                  <a:gd name="T17" fmla="*/ 1 h 331"/>
                  <a:gd name="T18" fmla="*/ 0 w 399"/>
                  <a:gd name="T19" fmla="*/ 1 h 331"/>
                  <a:gd name="T20" fmla="*/ 0 w 399"/>
                  <a:gd name="T21" fmla="*/ 1 h 331"/>
                  <a:gd name="T22" fmla="*/ 0 w 399"/>
                  <a:gd name="T23" fmla="*/ 1 h 331"/>
                  <a:gd name="T24" fmla="*/ 0 w 399"/>
                  <a:gd name="T25" fmla="*/ 1 h 331"/>
                  <a:gd name="T26" fmla="*/ 0 w 399"/>
                  <a:gd name="T27" fmla="*/ 1 h 331"/>
                  <a:gd name="T28" fmla="*/ 0 w 399"/>
                  <a:gd name="T29" fmla="*/ 1 h 331"/>
                  <a:gd name="T30" fmla="*/ 0 w 399"/>
                  <a:gd name="T31" fmla="*/ 1 h 331"/>
                  <a:gd name="T32" fmla="*/ 0 w 399"/>
                  <a:gd name="T33" fmla="*/ 1 h 331"/>
                  <a:gd name="T34" fmla="*/ 0 w 399"/>
                  <a:gd name="T35" fmla="*/ 1 h 331"/>
                  <a:gd name="T36" fmla="*/ 0 w 399"/>
                  <a:gd name="T37" fmla="*/ 1 h 331"/>
                  <a:gd name="T38" fmla="*/ 0 w 399"/>
                  <a:gd name="T39" fmla="*/ 1 h 331"/>
                  <a:gd name="T40" fmla="*/ 0 w 399"/>
                  <a:gd name="T41" fmla="*/ 1 h 331"/>
                  <a:gd name="T42" fmla="*/ 0 w 399"/>
                  <a:gd name="T43" fmla="*/ 1 h 331"/>
                  <a:gd name="T44" fmla="*/ 0 w 399"/>
                  <a:gd name="T45" fmla="*/ 1 h 331"/>
                  <a:gd name="T46" fmla="*/ 0 w 399"/>
                  <a:gd name="T47" fmla="*/ 1 h 331"/>
                  <a:gd name="T48" fmla="*/ 0 w 399"/>
                  <a:gd name="T49" fmla="*/ 1 h 331"/>
                  <a:gd name="T50" fmla="*/ 0 w 399"/>
                  <a:gd name="T51" fmla="*/ 1 h 331"/>
                  <a:gd name="T52" fmla="*/ 0 w 399"/>
                  <a:gd name="T53" fmla="*/ 1 h 331"/>
                  <a:gd name="T54" fmla="*/ 0 w 399"/>
                  <a:gd name="T55" fmla="*/ 1 h 331"/>
                  <a:gd name="T56" fmla="*/ 0 w 399"/>
                  <a:gd name="T57" fmla="*/ 1 h 331"/>
                  <a:gd name="T58" fmla="*/ 0 w 399"/>
                  <a:gd name="T59" fmla="*/ 1 h 331"/>
                  <a:gd name="T60" fmla="*/ 0 w 399"/>
                  <a:gd name="T61" fmla="*/ 1 h 331"/>
                  <a:gd name="T62" fmla="*/ 0 w 399"/>
                  <a:gd name="T63" fmla="*/ 1 h 331"/>
                  <a:gd name="T64" fmla="*/ 0 w 399"/>
                  <a:gd name="T65" fmla="*/ 1 h 331"/>
                  <a:gd name="T66" fmla="*/ 0 w 399"/>
                  <a:gd name="T67" fmla="*/ 1 h 331"/>
                  <a:gd name="T68" fmla="*/ 0 w 399"/>
                  <a:gd name="T69" fmla="*/ 1 h 331"/>
                  <a:gd name="T70" fmla="*/ 0 w 399"/>
                  <a:gd name="T71" fmla="*/ 1 h 331"/>
                  <a:gd name="T72" fmla="*/ 0 w 399"/>
                  <a:gd name="T73" fmla="*/ 1 h 331"/>
                  <a:gd name="T74" fmla="*/ 0 w 399"/>
                  <a:gd name="T75" fmla="*/ 1 h 331"/>
                  <a:gd name="T76" fmla="*/ 0 w 399"/>
                  <a:gd name="T77" fmla="*/ 1 h 331"/>
                  <a:gd name="T78" fmla="*/ 0 w 399"/>
                  <a:gd name="T79" fmla="*/ 1 h 331"/>
                  <a:gd name="T80" fmla="*/ 0 w 399"/>
                  <a:gd name="T81" fmla="*/ 0 h 331"/>
                  <a:gd name="T82" fmla="*/ 0 w 399"/>
                  <a:gd name="T83" fmla="*/ 1 h 331"/>
                  <a:gd name="T84" fmla="*/ 0 w 399"/>
                  <a:gd name="T85" fmla="*/ 1 h 331"/>
                  <a:gd name="T86" fmla="*/ 0 w 399"/>
                  <a:gd name="T87" fmla="*/ 1 h 33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1"/>
                  <a:gd name="T134" fmla="*/ 399 w 399"/>
                  <a:gd name="T135" fmla="*/ 331 h 33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28" name="Freeform 67">
                <a:extLst>
                  <a:ext uri="{FF2B5EF4-FFF2-40B4-BE49-F238E27FC236}">
                    <a16:creationId xmlns:a16="http://schemas.microsoft.com/office/drawing/2014/main" id="{BB0F0721-E745-4A9D-8FEF-4B6CFCAB0F5E}"/>
                  </a:ext>
                </a:extLst>
              </p:cNvPr>
              <p:cNvSpPr>
                <a:spLocks/>
              </p:cNvSpPr>
              <p:nvPr/>
            </p:nvSpPr>
            <p:spPr bwMode="auto">
              <a:xfrm>
                <a:off x="1419" y="2206"/>
                <a:ext cx="116" cy="110"/>
              </a:xfrm>
              <a:custGeom>
                <a:avLst/>
                <a:gdLst>
                  <a:gd name="T0" fmla="*/ 0 w 350"/>
                  <a:gd name="T1" fmla="*/ 0 h 221"/>
                  <a:gd name="T2" fmla="*/ 0 w 350"/>
                  <a:gd name="T3" fmla="*/ 0 h 221"/>
                  <a:gd name="T4" fmla="*/ 0 w 350"/>
                  <a:gd name="T5" fmla="*/ 0 h 221"/>
                  <a:gd name="T6" fmla="*/ 0 w 350"/>
                  <a:gd name="T7" fmla="*/ 0 h 221"/>
                  <a:gd name="T8" fmla="*/ 0 w 350"/>
                  <a:gd name="T9" fmla="*/ 0 h 221"/>
                  <a:gd name="T10" fmla="*/ 0 w 350"/>
                  <a:gd name="T11" fmla="*/ 0 h 221"/>
                  <a:gd name="T12" fmla="*/ 0 w 350"/>
                  <a:gd name="T13" fmla="*/ 0 h 221"/>
                  <a:gd name="T14" fmla="*/ 0 w 350"/>
                  <a:gd name="T15" fmla="*/ 0 h 221"/>
                  <a:gd name="T16" fmla="*/ 0 w 350"/>
                  <a:gd name="T17" fmla="*/ 0 h 221"/>
                  <a:gd name="T18" fmla="*/ 0 w 350"/>
                  <a:gd name="T19" fmla="*/ 0 h 221"/>
                  <a:gd name="T20" fmla="*/ 0 w 350"/>
                  <a:gd name="T21" fmla="*/ 0 h 221"/>
                  <a:gd name="T22" fmla="*/ 0 w 350"/>
                  <a:gd name="T23" fmla="*/ 0 h 221"/>
                  <a:gd name="T24" fmla="*/ 0 w 350"/>
                  <a:gd name="T25" fmla="*/ 0 h 221"/>
                  <a:gd name="T26" fmla="*/ 0 w 350"/>
                  <a:gd name="T27" fmla="*/ 0 h 221"/>
                  <a:gd name="T28" fmla="*/ 0 w 350"/>
                  <a:gd name="T29" fmla="*/ 0 h 221"/>
                  <a:gd name="T30" fmla="*/ 0 w 350"/>
                  <a:gd name="T31" fmla="*/ 0 h 221"/>
                  <a:gd name="T32" fmla="*/ 0 w 350"/>
                  <a:gd name="T33" fmla="*/ 0 h 221"/>
                  <a:gd name="T34" fmla="*/ 0 w 350"/>
                  <a:gd name="T35" fmla="*/ 0 h 221"/>
                  <a:gd name="T36" fmla="*/ 0 w 350"/>
                  <a:gd name="T37" fmla="*/ 0 h 221"/>
                  <a:gd name="T38" fmla="*/ 0 w 350"/>
                  <a:gd name="T39" fmla="*/ 0 h 221"/>
                  <a:gd name="T40" fmla="*/ 0 w 350"/>
                  <a:gd name="T41" fmla="*/ 0 h 221"/>
                  <a:gd name="T42" fmla="*/ 0 w 350"/>
                  <a:gd name="T43" fmla="*/ 0 h 221"/>
                  <a:gd name="T44" fmla="*/ 0 w 350"/>
                  <a:gd name="T45" fmla="*/ 0 h 221"/>
                  <a:gd name="T46" fmla="*/ 0 w 350"/>
                  <a:gd name="T47" fmla="*/ 0 h 221"/>
                  <a:gd name="T48" fmla="*/ 0 w 350"/>
                  <a:gd name="T49" fmla="*/ 0 h 221"/>
                  <a:gd name="T50" fmla="*/ 0 w 350"/>
                  <a:gd name="T51" fmla="*/ 0 h 221"/>
                  <a:gd name="T52" fmla="*/ 0 w 350"/>
                  <a:gd name="T53" fmla="*/ 0 h 221"/>
                  <a:gd name="T54" fmla="*/ 0 w 350"/>
                  <a:gd name="T55" fmla="*/ 0 h 221"/>
                  <a:gd name="T56" fmla="*/ 0 w 350"/>
                  <a:gd name="T57" fmla="*/ 0 h 221"/>
                  <a:gd name="T58" fmla="*/ 0 w 350"/>
                  <a:gd name="T59" fmla="*/ 0 h 221"/>
                  <a:gd name="T60" fmla="*/ 0 w 350"/>
                  <a:gd name="T61" fmla="*/ 0 h 221"/>
                  <a:gd name="T62" fmla="*/ 0 w 350"/>
                  <a:gd name="T63" fmla="*/ 0 h 221"/>
                  <a:gd name="T64" fmla="*/ 0 w 350"/>
                  <a:gd name="T65" fmla="*/ 0 h 221"/>
                  <a:gd name="T66" fmla="*/ 0 w 350"/>
                  <a:gd name="T67" fmla="*/ 0 h 221"/>
                  <a:gd name="T68" fmla="*/ 0 w 350"/>
                  <a:gd name="T69" fmla="*/ 0 h 221"/>
                  <a:gd name="T70" fmla="*/ 0 w 350"/>
                  <a:gd name="T71" fmla="*/ 0 h 221"/>
                  <a:gd name="T72" fmla="*/ 0 w 350"/>
                  <a:gd name="T73" fmla="*/ 0 h 221"/>
                  <a:gd name="T74" fmla="*/ 0 w 350"/>
                  <a:gd name="T75" fmla="*/ 0 h 221"/>
                  <a:gd name="T76" fmla="*/ 0 w 350"/>
                  <a:gd name="T77" fmla="*/ 0 h 221"/>
                  <a:gd name="T78" fmla="*/ 0 w 350"/>
                  <a:gd name="T79" fmla="*/ 0 h 221"/>
                  <a:gd name="T80" fmla="*/ 0 w 350"/>
                  <a:gd name="T81" fmla="*/ 0 h 221"/>
                  <a:gd name="T82" fmla="*/ 0 w 350"/>
                  <a:gd name="T83" fmla="*/ 0 h 221"/>
                  <a:gd name="T84" fmla="*/ 0 w 350"/>
                  <a:gd name="T85" fmla="*/ 0 h 221"/>
                  <a:gd name="T86" fmla="*/ 0 w 350"/>
                  <a:gd name="T87" fmla="*/ 0 h 221"/>
                  <a:gd name="T88" fmla="*/ 0 w 350"/>
                  <a:gd name="T89" fmla="*/ 0 h 221"/>
                  <a:gd name="T90" fmla="*/ 0 w 350"/>
                  <a:gd name="T91" fmla="*/ 0 h 221"/>
                  <a:gd name="T92" fmla="*/ 0 w 350"/>
                  <a:gd name="T93" fmla="*/ 0 h 221"/>
                  <a:gd name="T94" fmla="*/ 0 w 350"/>
                  <a:gd name="T95" fmla="*/ 0 h 221"/>
                  <a:gd name="T96" fmla="*/ 0 w 350"/>
                  <a:gd name="T97" fmla="*/ 0 h 221"/>
                  <a:gd name="T98" fmla="*/ 0 w 350"/>
                  <a:gd name="T99" fmla="*/ 0 h 221"/>
                  <a:gd name="T100" fmla="*/ 0 w 350"/>
                  <a:gd name="T101" fmla="*/ 0 h 221"/>
                  <a:gd name="T102" fmla="*/ 0 w 350"/>
                  <a:gd name="T103" fmla="*/ 0 h 221"/>
                  <a:gd name="T104" fmla="*/ 0 w 350"/>
                  <a:gd name="T105" fmla="*/ 0 h 221"/>
                  <a:gd name="T106" fmla="*/ 0 w 350"/>
                  <a:gd name="T107" fmla="*/ 0 h 221"/>
                  <a:gd name="T108" fmla="*/ 0 w 350"/>
                  <a:gd name="T109" fmla="*/ 0 h 221"/>
                  <a:gd name="T110" fmla="*/ 0 w 350"/>
                  <a:gd name="T111" fmla="*/ 0 h 221"/>
                  <a:gd name="T112" fmla="*/ 0 w 350"/>
                  <a:gd name="T113" fmla="*/ 0 h 221"/>
                  <a:gd name="T114" fmla="*/ 0 w 350"/>
                  <a:gd name="T115" fmla="*/ 0 h 221"/>
                  <a:gd name="T116" fmla="*/ 0 w 350"/>
                  <a:gd name="T117" fmla="*/ 0 h 221"/>
                  <a:gd name="T118" fmla="*/ 0 w 350"/>
                  <a:gd name="T119" fmla="*/ 0 h 221"/>
                  <a:gd name="T120" fmla="*/ 0 w 350"/>
                  <a:gd name="T121" fmla="*/ 0 h 2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50"/>
                  <a:gd name="T184" fmla="*/ 0 h 221"/>
                  <a:gd name="T185" fmla="*/ 350 w 350"/>
                  <a:gd name="T186" fmla="*/ 221 h 22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29" name="Freeform 68">
                <a:extLst>
                  <a:ext uri="{FF2B5EF4-FFF2-40B4-BE49-F238E27FC236}">
                    <a16:creationId xmlns:a16="http://schemas.microsoft.com/office/drawing/2014/main" id="{6B98AFE7-1D77-4959-8A65-00D25C8AA0DE}"/>
                  </a:ext>
                </a:extLst>
              </p:cNvPr>
              <p:cNvSpPr>
                <a:spLocks/>
              </p:cNvSpPr>
              <p:nvPr/>
            </p:nvSpPr>
            <p:spPr bwMode="auto">
              <a:xfrm>
                <a:off x="1181" y="2256"/>
                <a:ext cx="48" cy="105"/>
              </a:xfrm>
              <a:custGeom>
                <a:avLst/>
                <a:gdLst>
                  <a:gd name="T0" fmla="*/ 0 w 142"/>
                  <a:gd name="T1" fmla="*/ 1 h 208"/>
                  <a:gd name="T2" fmla="*/ 0 w 142"/>
                  <a:gd name="T3" fmla="*/ 1 h 208"/>
                  <a:gd name="T4" fmla="*/ 0 w 142"/>
                  <a:gd name="T5" fmla="*/ 1 h 208"/>
                  <a:gd name="T6" fmla="*/ 0 w 142"/>
                  <a:gd name="T7" fmla="*/ 1 h 208"/>
                  <a:gd name="T8" fmla="*/ 0 w 142"/>
                  <a:gd name="T9" fmla="*/ 1 h 208"/>
                  <a:gd name="T10" fmla="*/ 0 w 142"/>
                  <a:gd name="T11" fmla="*/ 1 h 208"/>
                  <a:gd name="T12" fmla="*/ 0 w 142"/>
                  <a:gd name="T13" fmla="*/ 1 h 208"/>
                  <a:gd name="T14" fmla="*/ 0 w 142"/>
                  <a:gd name="T15" fmla="*/ 1 h 208"/>
                  <a:gd name="T16" fmla="*/ 0 w 142"/>
                  <a:gd name="T17" fmla="*/ 1 h 208"/>
                  <a:gd name="T18" fmla="*/ 0 w 142"/>
                  <a:gd name="T19" fmla="*/ 1 h 208"/>
                  <a:gd name="T20" fmla="*/ 0 w 142"/>
                  <a:gd name="T21" fmla="*/ 1 h 208"/>
                  <a:gd name="T22" fmla="*/ 0 w 142"/>
                  <a:gd name="T23" fmla="*/ 1 h 208"/>
                  <a:gd name="T24" fmla="*/ 0 w 142"/>
                  <a:gd name="T25" fmla="*/ 1 h 208"/>
                  <a:gd name="T26" fmla="*/ 0 w 142"/>
                  <a:gd name="T27" fmla="*/ 1 h 208"/>
                  <a:gd name="T28" fmla="*/ 0 w 142"/>
                  <a:gd name="T29" fmla="*/ 1 h 208"/>
                  <a:gd name="T30" fmla="*/ 0 w 142"/>
                  <a:gd name="T31" fmla="*/ 1 h 208"/>
                  <a:gd name="T32" fmla="*/ 0 w 142"/>
                  <a:gd name="T33" fmla="*/ 1 h 208"/>
                  <a:gd name="T34" fmla="*/ 0 w 142"/>
                  <a:gd name="T35" fmla="*/ 1 h 208"/>
                  <a:gd name="T36" fmla="*/ 0 w 142"/>
                  <a:gd name="T37" fmla="*/ 1 h 208"/>
                  <a:gd name="T38" fmla="*/ 0 w 142"/>
                  <a:gd name="T39" fmla="*/ 1 h 208"/>
                  <a:gd name="T40" fmla="*/ 0 w 142"/>
                  <a:gd name="T41" fmla="*/ 1 h 208"/>
                  <a:gd name="T42" fmla="*/ 0 w 142"/>
                  <a:gd name="T43" fmla="*/ 1 h 208"/>
                  <a:gd name="T44" fmla="*/ 0 w 142"/>
                  <a:gd name="T45" fmla="*/ 1 h 208"/>
                  <a:gd name="T46" fmla="*/ 0 w 142"/>
                  <a:gd name="T47" fmla="*/ 1 h 208"/>
                  <a:gd name="T48" fmla="*/ 0 w 142"/>
                  <a:gd name="T49" fmla="*/ 1 h 208"/>
                  <a:gd name="T50" fmla="*/ 0 w 142"/>
                  <a:gd name="T51" fmla="*/ 1 h 208"/>
                  <a:gd name="T52" fmla="*/ 0 w 142"/>
                  <a:gd name="T53" fmla="*/ 1 h 208"/>
                  <a:gd name="T54" fmla="*/ 0 w 142"/>
                  <a:gd name="T55" fmla="*/ 1 h 208"/>
                  <a:gd name="T56" fmla="*/ 0 w 142"/>
                  <a:gd name="T57" fmla="*/ 1 h 208"/>
                  <a:gd name="T58" fmla="*/ 0 w 142"/>
                  <a:gd name="T59" fmla="*/ 1 h 208"/>
                  <a:gd name="T60" fmla="*/ 0 w 142"/>
                  <a:gd name="T61" fmla="*/ 1 h 208"/>
                  <a:gd name="T62" fmla="*/ 0 w 142"/>
                  <a:gd name="T63" fmla="*/ 1 h 208"/>
                  <a:gd name="T64" fmla="*/ 0 w 142"/>
                  <a:gd name="T65" fmla="*/ 1 h 208"/>
                  <a:gd name="T66" fmla="*/ 0 w 142"/>
                  <a:gd name="T67" fmla="*/ 0 h 208"/>
                  <a:gd name="T68" fmla="*/ 0 w 142"/>
                  <a:gd name="T69" fmla="*/ 1 h 208"/>
                  <a:gd name="T70" fmla="*/ 0 w 142"/>
                  <a:gd name="T71" fmla="*/ 1 h 208"/>
                  <a:gd name="T72" fmla="*/ 0 w 142"/>
                  <a:gd name="T73" fmla="*/ 1 h 208"/>
                  <a:gd name="T74" fmla="*/ 0 w 142"/>
                  <a:gd name="T75" fmla="*/ 1 h 208"/>
                  <a:gd name="T76" fmla="*/ 0 w 142"/>
                  <a:gd name="T77" fmla="*/ 1 h 208"/>
                  <a:gd name="T78" fmla="*/ 0 w 142"/>
                  <a:gd name="T79" fmla="*/ 1 h 208"/>
                  <a:gd name="T80" fmla="*/ 0 w 142"/>
                  <a:gd name="T81" fmla="*/ 1 h 20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8"/>
                  <a:gd name="T125" fmla="*/ 142 w 142"/>
                  <a:gd name="T126" fmla="*/ 208 h 20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30" name="Freeform 69">
                <a:extLst>
                  <a:ext uri="{FF2B5EF4-FFF2-40B4-BE49-F238E27FC236}">
                    <a16:creationId xmlns:a16="http://schemas.microsoft.com/office/drawing/2014/main" id="{BC0A85C0-59F9-4B85-BFBE-AB81B80C0BF3}"/>
                  </a:ext>
                </a:extLst>
              </p:cNvPr>
              <p:cNvSpPr>
                <a:spLocks/>
              </p:cNvSpPr>
              <p:nvPr/>
            </p:nvSpPr>
            <p:spPr bwMode="auto">
              <a:xfrm>
                <a:off x="1515" y="2198"/>
                <a:ext cx="101" cy="136"/>
              </a:xfrm>
              <a:custGeom>
                <a:avLst/>
                <a:gdLst>
                  <a:gd name="T0" fmla="*/ 0 w 304"/>
                  <a:gd name="T1" fmla="*/ 1 h 272"/>
                  <a:gd name="T2" fmla="*/ 0 w 304"/>
                  <a:gd name="T3" fmla="*/ 1 h 272"/>
                  <a:gd name="T4" fmla="*/ 0 w 304"/>
                  <a:gd name="T5" fmla="*/ 1 h 272"/>
                  <a:gd name="T6" fmla="*/ 0 w 304"/>
                  <a:gd name="T7" fmla="*/ 1 h 272"/>
                  <a:gd name="T8" fmla="*/ 0 w 304"/>
                  <a:gd name="T9" fmla="*/ 1 h 272"/>
                  <a:gd name="T10" fmla="*/ 0 w 304"/>
                  <a:gd name="T11" fmla="*/ 1 h 272"/>
                  <a:gd name="T12" fmla="*/ 0 w 304"/>
                  <a:gd name="T13" fmla="*/ 1 h 272"/>
                  <a:gd name="T14" fmla="*/ 0 w 304"/>
                  <a:gd name="T15" fmla="*/ 1 h 272"/>
                  <a:gd name="T16" fmla="*/ 0 w 304"/>
                  <a:gd name="T17" fmla="*/ 1 h 272"/>
                  <a:gd name="T18" fmla="*/ 0 w 304"/>
                  <a:gd name="T19" fmla="*/ 1 h 272"/>
                  <a:gd name="T20" fmla="*/ 0 w 304"/>
                  <a:gd name="T21" fmla="*/ 1 h 272"/>
                  <a:gd name="T22" fmla="*/ 0 w 304"/>
                  <a:gd name="T23" fmla="*/ 1 h 272"/>
                  <a:gd name="T24" fmla="*/ 0 w 304"/>
                  <a:gd name="T25" fmla="*/ 1 h 272"/>
                  <a:gd name="T26" fmla="*/ 0 w 304"/>
                  <a:gd name="T27" fmla="*/ 1 h 272"/>
                  <a:gd name="T28" fmla="*/ 0 w 304"/>
                  <a:gd name="T29" fmla="*/ 1 h 272"/>
                  <a:gd name="T30" fmla="*/ 0 w 304"/>
                  <a:gd name="T31" fmla="*/ 1 h 272"/>
                  <a:gd name="T32" fmla="*/ 0 w 304"/>
                  <a:gd name="T33" fmla="*/ 1 h 272"/>
                  <a:gd name="T34" fmla="*/ 0 w 304"/>
                  <a:gd name="T35" fmla="*/ 1 h 272"/>
                  <a:gd name="T36" fmla="*/ 0 w 304"/>
                  <a:gd name="T37" fmla="*/ 1 h 272"/>
                  <a:gd name="T38" fmla="*/ 0 w 304"/>
                  <a:gd name="T39" fmla="*/ 1 h 272"/>
                  <a:gd name="T40" fmla="*/ 0 w 304"/>
                  <a:gd name="T41" fmla="*/ 1 h 272"/>
                  <a:gd name="T42" fmla="*/ 0 w 304"/>
                  <a:gd name="T43" fmla="*/ 1 h 272"/>
                  <a:gd name="T44" fmla="*/ 0 w 304"/>
                  <a:gd name="T45" fmla="*/ 1 h 272"/>
                  <a:gd name="T46" fmla="*/ 0 w 304"/>
                  <a:gd name="T47" fmla="*/ 1 h 272"/>
                  <a:gd name="T48" fmla="*/ 0 w 304"/>
                  <a:gd name="T49" fmla="*/ 1 h 272"/>
                  <a:gd name="T50" fmla="*/ 0 w 304"/>
                  <a:gd name="T51" fmla="*/ 1 h 272"/>
                  <a:gd name="T52" fmla="*/ 0 w 304"/>
                  <a:gd name="T53" fmla="*/ 1 h 272"/>
                  <a:gd name="T54" fmla="*/ 0 w 304"/>
                  <a:gd name="T55" fmla="*/ 1 h 272"/>
                  <a:gd name="T56" fmla="*/ 0 w 304"/>
                  <a:gd name="T57" fmla="*/ 1 h 272"/>
                  <a:gd name="T58" fmla="*/ 0 w 304"/>
                  <a:gd name="T59" fmla="*/ 1 h 272"/>
                  <a:gd name="T60" fmla="*/ 0 w 304"/>
                  <a:gd name="T61" fmla="*/ 1 h 272"/>
                  <a:gd name="T62" fmla="*/ 0 w 304"/>
                  <a:gd name="T63" fmla="*/ 1 h 272"/>
                  <a:gd name="T64" fmla="*/ 0 w 304"/>
                  <a:gd name="T65" fmla="*/ 1 h 272"/>
                  <a:gd name="T66" fmla="*/ 0 w 304"/>
                  <a:gd name="T67" fmla="*/ 1 h 272"/>
                  <a:gd name="T68" fmla="*/ 0 w 304"/>
                  <a:gd name="T69" fmla="*/ 1 h 272"/>
                  <a:gd name="T70" fmla="*/ 0 w 304"/>
                  <a:gd name="T71" fmla="*/ 1 h 272"/>
                  <a:gd name="T72" fmla="*/ 0 w 304"/>
                  <a:gd name="T73" fmla="*/ 1 h 272"/>
                  <a:gd name="T74" fmla="*/ 0 w 304"/>
                  <a:gd name="T75" fmla="*/ 1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272"/>
                  <a:gd name="T116" fmla="*/ 304 w 304"/>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31" name="Freeform 70">
                <a:extLst>
                  <a:ext uri="{FF2B5EF4-FFF2-40B4-BE49-F238E27FC236}">
                    <a16:creationId xmlns:a16="http://schemas.microsoft.com/office/drawing/2014/main" id="{BF3595A2-DE99-4EBB-8C35-F25D0D326619}"/>
                  </a:ext>
                </a:extLst>
              </p:cNvPr>
              <p:cNvSpPr>
                <a:spLocks/>
              </p:cNvSpPr>
              <p:nvPr/>
            </p:nvSpPr>
            <p:spPr bwMode="auto">
              <a:xfrm>
                <a:off x="1403" y="2357"/>
                <a:ext cx="34" cy="82"/>
              </a:xfrm>
              <a:custGeom>
                <a:avLst/>
                <a:gdLst>
                  <a:gd name="T0" fmla="*/ 0 w 103"/>
                  <a:gd name="T1" fmla="*/ 1 h 164"/>
                  <a:gd name="T2" fmla="*/ 0 w 103"/>
                  <a:gd name="T3" fmla="*/ 1 h 164"/>
                  <a:gd name="T4" fmla="*/ 0 w 103"/>
                  <a:gd name="T5" fmla="*/ 1 h 164"/>
                  <a:gd name="T6" fmla="*/ 0 w 103"/>
                  <a:gd name="T7" fmla="*/ 1 h 164"/>
                  <a:gd name="T8" fmla="*/ 0 w 103"/>
                  <a:gd name="T9" fmla="*/ 0 h 164"/>
                  <a:gd name="T10" fmla="*/ 0 w 103"/>
                  <a:gd name="T11" fmla="*/ 1 h 164"/>
                  <a:gd name="T12" fmla="*/ 0 w 103"/>
                  <a:gd name="T13" fmla="*/ 1 h 164"/>
                  <a:gd name="T14" fmla="*/ 0 w 103"/>
                  <a:gd name="T15" fmla="*/ 1 h 164"/>
                  <a:gd name="T16" fmla="*/ 0 w 103"/>
                  <a:gd name="T17" fmla="*/ 1 h 164"/>
                  <a:gd name="T18" fmla="*/ 0 w 103"/>
                  <a:gd name="T19" fmla="*/ 1 h 164"/>
                  <a:gd name="T20" fmla="*/ 0 w 103"/>
                  <a:gd name="T21" fmla="*/ 1 h 164"/>
                  <a:gd name="T22" fmla="*/ 0 w 103"/>
                  <a:gd name="T23" fmla="*/ 1 h 164"/>
                  <a:gd name="T24" fmla="*/ 0 w 103"/>
                  <a:gd name="T25" fmla="*/ 1 h 164"/>
                  <a:gd name="T26" fmla="*/ 0 w 103"/>
                  <a:gd name="T27" fmla="*/ 1 h 164"/>
                  <a:gd name="T28" fmla="*/ 0 w 103"/>
                  <a:gd name="T29" fmla="*/ 1 h 164"/>
                  <a:gd name="T30" fmla="*/ 0 w 103"/>
                  <a:gd name="T31" fmla="*/ 1 h 164"/>
                  <a:gd name="T32" fmla="*/ 0 w 103"/>
                  <a:gd name="T33" fmla="*/ 1 h 164"/>
                  <a:gd name="T34" fmla="*/ 0 w 103"/>
                  <a:gd name="T35" fmla="*/ 1 h 164"/>
                  <a:gd name="T36" fmla="*/ 0 w 103"/>
                  <a:gd name="T37" fmla="*/ 1 h 164"/>
                  <a:gd name="T38" fmla="*/ 0 w 103"/>
                  <a:gd name="T39" fmla="*/ 1 h 164"/>
                  <a:gd name="T40" fmla="*/ 0 w 103"/>
                  <a:gd name="T41" fmla="*/ 1 h 164"/>
                  <a:gd name="T42" fmla="*/ 0 w 103"/>
                  <a:gd name="T43" fmla="*/ 1 h 164"/>
                  <a:gd name="T44" fmla="*/ 0 w 103"/>
                  <a:gd name="T45" fmla="*/ 1 h 164"/>
                  <a:gd name="T46" fmla="*/ 0 w 103"/>
                  <a:gd name="T47" fmla="*/ 1 h 164"/>
                  <a:gd name="T48" fmla="*/ 0 w 103"/>
                  <a:gd name="T49" fmla="*/ 1 h 1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164"/>
                  <a:gd name="T77" fmla="*/ 103 w 103"/>
                  <a:gd name="T78" fmla="*/ 164 h 1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32" name="Freeform 71">
                <a:extLst>
                  <a:ext uri="{FF2B5EF4-FFF2-40B4-BE49-F238E27FC236}">
                    <a16:creationId xmlns:a16="http://schemas.microsoft.com/office/drawing/2014/main" id="{F872892F-136D-41FE-89F1-8029FE3258B2}"/>
                  </a:ext>
                </a:extLst>
              </p:cNvPr>
              <p:cNvSpPr>
                <a:spLocks/>
              </p:cNvSpPr>
              <p:nvPr/>
            </p:nvSpPr>
            <p:spPr bwMode="auto">
              <a:xfrm>
                <a:off x="1388" y="2313"/>
                <a:ext cx="18" cy="42"/>
              </a:xfrm>
              <a:custGeom>
                <a:avLst/>
                <a:gdLst>
                  <a:gd name="T0" fmla="*/ 0 w 54"/>
                  <a:gd name="T1" fmla="*/ 1 h 82"/>
                  <a:gd name="T2" fmla="*/ 0 w 54"/>
                  <a:gd name="T3" fmla="*/ 1 h 82"/>
                  <a:gd name="T4" fmla="*/ 0 w 54"/>
                  <a:gd name="T5" fmla="*/ 1 h 82"/>
                  <a:gd name="T6" fmla="*/ 0 w 54"/>
                  <a:gd name="T7" fmla="*/ 0 h 82"/>
                  <a:gd name="T8" fmla="*/ 0 w 54"/>
                  <a:gd name="T9" fmla="*/ 0 h 82"/>
                  <a:gd name="T10" fmla="*/ 0 w 54"/>
                  <a:gd name="T11" fmla="*/ 1 h 82"/>
                  <a:gd name="T12" fmla="*/ 0 w 54"/>
                  <a:gd name="T13" fmla="*/ 1 h 82"/>
                  <a:gd name="T14" fmla="*/ 0 w 54"/>
                  <a:gd name="T15" fmla="*/ 1 h 82"/>
                  <a:gd name="T16" fmla="*/ 0 w 54"/>
                  <a:gd name="T17" fmla="*/ 1 h 82"/>
                  <a:gd name="T18" fmla="*/ 0 w 54"/>
                  <a:gd name="T19" fmla="*/ 1 h 82"/>
                  <a:gd name="T20" fmla="*/ 0 w 54"/>
                  <a:gd name="T21" fmla="*/ 1 h 82"/>
                  <a:gd name="T22" fmla="*/ 0 w 54"/>
                  <a:gd name="T23" fmla="*/ 1 h 82"/>
                  <a:gd name="T24" fmla="*/ 0 w 54"/>
                  <a:gd name="T25" fmla="*/ 1 h 82"/>
                  <a:gd name="T26" fmla="*/ 0 w 54"/>
                  <a:gd name="T27" fmla="*/ 1 h 82"/>
                  <a:gd name="T28" fmla="*/ 0 w 54"/>
                  <a:gd name="T29" fmla="*/ 1 h 82"/>
                  <a:gd name="T30" fmla="*/ 0 w 54"/>
                  <a:gd name="T31" fmla="*/ 1 h 82"/>
                  <a:gd name="T32" fmla="*/ 0 w 54"/>
                  <a:gd name="T33" fmla="*/ 1 h 82"/>
                  <a:gd name="T34" fmla="*/ 0 w 54"/>
                  <a:gd name="T35" fmla="*/ 1 h 82"/>
                  <a:gd name="T36" fmla="*/ 0 w 54"/>
                  <a:gd name="T37" fmla="*/ 1 h 82"/>
                  <a:gd name="T38" fmla="*/ 0 w 54"/>
                  <a:gd name="T39" fmla="*/ 1 h 82"/>
                  <a:gd name="T40" fmla="*/ 0 w 54"/>
                  <a:gd name="T41" fmla="*/ 1 h 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82"/>
                  <a:gd name="T65" fmla="*/ 54 w 54"/>
                  <a:gd name="T66" fmla="*/ 82 h 8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33" name="Freeform 72">
                <a:extLst>
                  <a:ext uri="{FF2B5EF4-FFF2-40B4-BE49-F238E27FC236}">
                    <a16:creationId xmlns:a16="http://schemas.microsoft.com/office/drawing/2014/main" id="{3B45A697-6B65-48FB-8CE1-074059257477}"/>
                  </a:ext>
                </a:extLst>
              </p:cNvPr>
              <p:cNvSpPr>
                <a:spLocks/>
              </p:cNvSpPr>
              <p:nvPr/>
            </p:nvSpPr>
            <p:spPr bwMode="auto">
              <a:xfrm>
                <a:off x="1373" y="2283"/>
                <a:ext cx="16" cy="24"/>
              </a:xfrm>
              <a:custGeom>
                <a:avLst/>
                <a:gdLst>
                  <a:gd name="T0" fmla="*/ 0 w 46"/>
                  <a:gd name="T1" fmla="*/ 1 h 47"/>
                  <a:gd name="T2" fmla="*/ 0 w 46"/>
                  <a:gd name="T3" fmla="*/ 1 h 47"/>
                  <a:gd name="T4" fmla="*/ 0 w 46"/>
                  <a:gd name="T5" fmla="*/ 1 h 47"/>
                  <a:gd name="T6" fmla="*/ 0 w 46"/>
                  <a:gd name="T7" fmla="*/ 1 h 47"/>
                  <a:gd name="T8" fmla="*/ 0 w 46"/>
                  <a:gd name="T9" fmla="*/ 1 h 47"/>
                  <a:gd name="T10" fmla="*/ 0 w 46"/>
                  <a:gd name="T11" fmla="*/ 1 h 47"/>
                  <a:gd name="T12" fmla="*/ 0 w 46"/>
                  <a:gd name="T13" fmla="*/ 1 h 47"/>
                  <a:gd name="T14" fmla="*/ 0 w 46"/>
                  <a:gd name="T15" fmla="*/ 0 h 47"/>
                  <a:gd name="T16" fmla="*/ 0 w 46"/>
                  <a:gd name="T17" fmla="*/ 0 h 47"/>
                  <a:gd name="T18" fmla="*/ 0 w 46"/>
                  <a:gd name="T19" fmla="*/ 1 h 47"/>
                  <a:gd name="T20" fmla="*/ 0 w 46"/>
                  <a:gd name="T21" fmla="*/ 1 h 47"/>
                  <a:gd name="T22" fmla="*/ 0 w 46"/>
                  <a:gd name="T23" fmla="*/ 1 h 47"/>
                  <a:gd name="T24" fmla="*/ 0 w 46"/>
                  <a:gd name="T25" fmla="*/ 1 h 47"/>
                  <a:gd name="T26" fmla="*/ 0 w 46"/>
                  <a:gd name="T27" fmla="*/ 1 h 47"/>
                  <a:gd name="T28" fmla="*/ 0 w 46"/>
                  <a:gd name="T29" fmla="*/ 1 h 47"/>
                  <a:gd name="T30" fmla="*/ 0 w 46"/>
                  <a:gd name="T31" fmla="*/ 1 h 47"/>
                  <a:gd name="T32" fmla="*/ 0 w 46"/>
                  <a:gd name="T33" fmla="*/ 1 h 47"/>
                  <a:gd name="T34" fmla="*/ 0 w 46"/>
                  <a:gd name="T35" fmla="*/ 1 h 47"/>
                  <a:gd name="T36" fmla="*/ 0 w 46"/>
                  <a:gd name="T37" fmla="*/ 1 h 47"/>
                  <a:gd name="T38" fmla="*/ 0 w 46"/>
                  <a:gd name="T39" fmla="*/ 1 h 47"/>
                  <a:gd name="T40" fmla="*/ 0 w 46"/>
                  <a:gd name="T41" fmla="*/ 1 h 47"/>
                  <a:gd name="T42" fmla="*/ 0 w 46"/>
                  <a:gd name="T43" fmla="*/ 1 h 47"/>
                  <a:gd name="T44" fmla="*/ 0 w 46"/>
                  <a:gd name="T45" fmla="*/ 1 h 47"/>
                  <a:gd name="T46" fmla="*/ 0 w 46"/>
                  <a:gd name="T47" fmla="*/ 1 h 47"/>
                  <a:gd name="T48" fmla="*/ 0 w 46"/>
                  <a:gd name="T49" fmla="*/ 1 h 4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6"/>
                  <a:gd name="T76" fmla="*/ 0 h 47"/>
                  <a:gd name="T77" fmla="*/ 46 w 46"/>
                  <a:gd name="T78" fmla="*/ 47 h 4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34" name="Freeform 73">
                <a:extLst>
                  <a:ext uri="{FF2B5EF4-FFF2-40B4-BE49-F238E27FC236}">
                    <a16:creationId xmlns:a16="http://schemas.microsoft.com/office/drawing/2014/main" id="{5919B1D7-8A7F-4A53-8C8A-5E8FD18FD3E0}"/>
                  </a:ext>
                </a:extLst>
              </p:cNvPr>
              <p:cNvSpPr>
                <a:spLocks/>
              </p:cNvSpPr>
              <p:nvPr/>
            </p:nvSpPr>
            <p:spPr bwMode="auto">
              <a:xfrm>
                <a:off x="1360" y="2263"/>
                <a:ext cx="21" cy="16"/>
              </a:xfrm>
              <a:custGeom>
                <a:avLst/>
                <a:gdLst>
                  <a:gd name="T0" fmla="*/ 0 w 63"/>
                  <a:gd name="T1" fmla="*/ 1 h 31"/>
                  <a:gd name="T2" fmla="*/ 0 w 63"/>
                  <a:gd name="T3" fmla="*/ 1 h 31"/>
                  <a:gd name="T4" fmla="*/ 0 w 63"/>
                  <a:gd name="T5" fmla="*/ 1 h 31"/>
                  <a:gd name="T6" fmla="*/ 0 w 63"/>
                  <a:gd name="T7" fmla="*/ 1 h 31"/>
                  <a:gd name="T8" fmla="*/ 0 w 63"/>
                  <a:gd name="T9" fmla="*/ 1 h 31"/>
                  <a:gd name="T10" fmla="*/ 0 w 63"/>
                  <a:gd name="T11" fmla="*/ 1 h 31"/>
                  <a:gd name="T12" fmla="*/ 0 w 63"/>
                  <a:gd name="T13" fmla="*/ 1 h 31"/>
                  <a:gd name="T14" fmla="*/ 0 w 63"/>
                  <a:gd name="T15" fmla="*/ 0 h 31"/>
                  <a:gd name="T16" fmla="*/ 0 w 63"/>
                  <a:gd name="T17" fmla="*/ 0 h 31"/>
                  <a:gd name="T18" fmla="*/ 0 w 63"/>
                  <a:gd name="T19" fmla="*/ 0 h 31"/>
                  <a:gd name="T20" fmla="*/ 0 w 63"/>
                  <a:gd name="T21" fmla="*/ 1 h 31"/>
                  <a:gd name="T22" fmla="*/ 0 w 63"/>
                  <a:gd name="T23" fmla="*/ 1 h 31"/>
                  <a:gd name="T24" fmla="*/ 0 w 63"/>
                  <a:gd name="T25" fmla="*/ 1 h 31"/>
                  <a:gd name="T26" fmla="*/ 0 w 63"/>
                  <a:gd name="T27" fmla="*/ 1 h 31"/>
                  <a:gd name="T28" fmla="*/ 0 w 63"/>
                  <a:gd name="T29" fmla="*/ 1 h 31"/>
                  <a:gd name="T30" fmla="*/ 0 w 63"/>
                  <a:gd name="T31" fmla="*/ 1 h 31"/>
                  <a:gd name="T32" fmla="*/ 0 w 63"/>
                  <a:gd name="T33" fmla="*/ 1 h 31"/>
                  <a:gd name="T34" fmla="*/ 0 w 63"/>
                  <a:gd name="T35" fmla="*/ 1 h 31"/>
                  <a:gd name="T36" fmla="*/ 0 w 63"/>
                  <a:gd name="T37" fmla="*/ 1 h 31"/>
                  <a:gd name="T38" fmla="*/ 0 w 63"/>
                  <a:gd name="T39" fmla="*/ 1 h 31"/>
                  <a:gd name="T40" fmla="*/ 0 w 63"/>
                  <a:gd name="T41" fmla="*/ 1 h 31"/>
                  <a:gd name="T42" fmla="*/ 0 w 63"/>
                  <a:gd name="T43" fmla="*/ 1 h 31"/>
                  <a:gd name="T44" fmla="*/ 0 w 63"/>
                  <a:gd name="T45" fmla="*/ 1 h 31"/>
                  <a:gd name="T46" fmla="*/ 0 w 63"/>
                  <a:gd name="T47" fmla="*/ 1 h 31"/>
                  <a:gd name="T48" fmla="*/ 0 w 63"/>
                  <a:gd name="T49" fmla="*/ 1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3"/>
                  <a:gd name="T76" fmla="*/ 0 h 31"/>
                  <a:gd name="T77" fmla="*/ 63 w 63"/>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35" name="Freeform 74">
                <a:extLst>
                  <a:ext uri="{FF2B5EF4-FFF2-40B4-BE49-F238E27FC236}">
                    <a16:creationId xmlns:a16="http://schemas.microsoft.com/office/drawing/2014/main" id="{FCD6452B-C48C-4E79-9F30-8EBA8140603C}"/>
                  </a:ext>
                </a:extLst>
              </p:cNvPr>
              <p:cNvSpPr>
                <a:spLocks/>
              </p:cNvSpPr>
              <p:nvPr/>
            </p:nvSpPr>
            <p:spPr bwMode="auto">
              <a:xfrm>
                <a:off x="1261" y="2237"/>
                <a:ext cx="81" cy="103"/>
              </a:xfrm>
              <a:custGeom>
                <a:avLst/>
                <a:gdLst>
                  <a:gd name="T0" fmla="*/ 0 w 245"/>
                  <a:gd name="T1" fmla="*/ 1 h 206"/>
                  <a:gd name="T2" fmla="*/ 0 w 245"/>
                  <a:gd name="T3" fmla="*/ 1 h 206"/>
                  <a:gd name="T4" fmla="*/ 0 w 245"/>
                  <a:gd name="T5" fmla="*/ 1 h 206"/>
                  <a:gd name="T6" fmla="*/ 0 w 245"/>
                  <a:gd name="T7" fmla="*/ 1 h 206"/>
                  <a:gd name="T8" fmla="*/ 0 w 245"/>
                  <a:gd name="T9" fmla="*/ 1 h 206"/>
                  <a:gd name="T10" fmla="*/ 0 w 245"/>
                  <a:gd name="T11" fmla="*/ 1 h 206"/>
                  <a:gd name="T12" fmla="*/ 0 w 245"/>
                  <a:gd name="T13" fmla="*/ 1 h 206"/>
                  <a:gd name="T14" fmla="*/ 0 w 245"/>
                  <a:gd name="T15" fmla="*/ 1 h 206"/>
                  <a:gd name="T16" fmla="*/ 0 w 245"/>
                  <a:gd name="T17" fmla="*/ 1 h 206"/>
                  <a:gd name="T18" fmla="*/ 0 w 245"/>
                  <a:gd name="T19" fmla="*/ 1 h 206"/>
                  <a:gd name="T20" fmla="*/ 0 w 245"/>
                  <a:gd name="T21" fmla="*/ 1 h 206"/>
                  <a:gd name="T22" fmla="*/ 0 w 245"/>
                  <a:gd name="T23" fmla="*/ 1 h 206"/>
                  <a:gd name="T24" fmla="*/ 0 w 245"/>
                  <a:gd name="T25" fmla="*/ 1 h 206"/>
                  <a:gd name="T26" fmla="*/ 0 w 245"/>
                  <a:gd name="T27" fmla="*/ 1 h 206"/>
                  <a:gd name="T28" fmla="*/ 0 w 245"/>
                  <a:gd name="T29" fmla="*/ 1 h 206"/>
                  <a:gd name="T30" fmla="*/ 0 w 245"/>
                  <a:gd name="T31" fmla="*/ 1 h 206"/>
                  <a:gd name="T32" fmla="*/ 0 w 245"/>
                  <a:gd name="T33" fmla="*/ 1 h 206"/>
                  <a:gd name="T34" fmla="*/ 0 w 245"/>
                  <a:gd name="T35" fmla="*/ 1 h 206"/>
                  <a:gd name="T36" fmla="*/ 0 w 245"/>
                  <a:gd name="T37" fmla="*/ 1 h 206"/>
                  <a:gd name="T38" fmla="*/ 0 w 245"/>
                  <a:gd name="T39" fmla="*/ 1 h 206"/>
                  <a:gd name="T40" fmla="*/ 0 w 245"/>
                  <a:gd name="T41" fmla="*/ 1 h 206"/>
                  <a:gd name="T42" fmla="*/ 0 w 245"/>
                  <a:gd name="T43" fmla="*/ 1 h 206"/>
                  <a:gd name="T44" fmla="*/ 0 w 245"/>
                  <a:gd name="T45" fmla="*/ 1 h 206"/>
                  <a:gd name="T46" fmla="*/ 0 w 245"/>
                  <a:gd name="T47" fmla="*/ 1 h 206"/>
                  <a:gd name="T48" fmla="*/ 0 w 245"/>
                  <a:gd name="T49" fmla="*/ 1 h 206"/>
                  <a:gd name="T50" fmla="*/ 0 w 245"/>
                  <a:gd name="T51" fmla="*/ 1 h 206"/>
                  <a:gd name="T52" fmla="*/ 0 w 245"/>
                  <a:gd name="T53" fmla="*/ 1 h 206"/>
                  <a:gd name="T54" fmla="*/ 0 w 245"/>
                  <a:gd name="T55" fmla="*/ 1 h 206"/>
                  <a:gd name="T56" fmla="*/ 0 w 245"/>
                  <a:gd name="T57" fmla="*/ 1 h 206"/>
                  <a:gd name="T58" fmla="*/ 0 w 245"/>
                  <a:gd name="T59" fmla="*/ 1 h 206"/>
                  <a:gd name="T60" fmla="*/ 0 w 245"/>
                  <a:gd name="T61" fmla="*/ 1 h 206"/>
                  <a:gd name="T62" fmla="*/ 0 w 245"/>
                  <a:gd name="T63" fmla="*/ 1 h 206"/>
                  <a:gd name="T64" fmla="*/ 0 w 245"/>
                  <a:gd name="T65" fmla="*/ 1 h 206"/>
                  <a:gd name="T66" fmla="*/ 0 w 245"/>
                  <a:gd name="T67" fmla="*/ 1 h 206"/>
                  <a:gd name="T68" fmla="*/ 0 w 245"/>
                  <a:gd name="T69" fmla="*/ 1 h 206"/>
                  <a:gd name="T70" fmla="*/ 0 w 245"/>
                  <a:gd name="T71" fmla="*/ 1 h 206"/>
                  <a:gd name="T72" fmla="*/ 0 w 245"/>
                  <a:gd name="T73" fmla="*/ 1 h 206"/>
                  <a:gd name="T74" fmla="*/ 0 w 245"/>
                  <a:gd name="T75" fmla="*/ 1 h 206"/>
                  <a:gd name="T76" fmla="*/ 0 w 245"/>
                  <a:gd name="T77" fmla="*/ 1 h 206"/>
                  <a:gd name="T78" fmla="*/ 0 w 245"/>
                  <a:gd name="T79" fmla="*/ 1 h 206"/>
                  <a:gd name="T80" fmla="*/ 0 w 245"/>
                  <a:gd name="T81" fmla="*/ 1 h 206"/>
                  <a:gd name="T82" fmla="*/ 0 w 245"/>
                  <a:gd name="T83" fmla="*/ 1 h 206"/>
                  <a:gd name="T84" fmla="*/ 0 w 245"/>
                  <a:gd name="T85" fmla="*/ 1 h 206"/>
                  <a:gd name="T86" fmla="*/ 0 w 245"/>
                  <a:gd name="T87" fmla="*/ 1 h 206"/>
                  <a:gd name="T88" fmla="*/ 0 w 245"/>
                  <a:gd name="T89" fmla="*/ 1 h 206"/>
                  <a:gd name="T90" fmla="*/ 0 w 245"/>
                  <a:gd name="T91" fmla="*/ 1 h 206"/>
                  <a:gd name="T92" fmla="*/ 0 w 245"/>
                  <a:gd name="T93" fmla="*/ 1 h 206"/>
                  <a:gd name="T94" fmla="*/ 0 w 245"/>
                  <a:gd name="T95" fmla="*/ 1 h 206"/>
                  <a:gd name="T96" fmla="*/ 0 w 245"/>
                  <a:gd name="T97" fmla="*/ 1 h 206"/>
                  <a:gd name="T98" fmla="*/ 0 w 245"/>
                  <a:gd name="T99" fmla="*/ 1 h 206"/>
                  <a:gd name="T100" fmla="*/ 0 w 245"/>
                  <a:gd name="T101" fmla="*/ 1 h 206"/>
                  <a:gd name="T102" fmla="*/ 0 w 245"/>
                  <a:gd name="T103" fmla="*/ 1 h 206"/>
                  <a:gd name="T104" fmla="*/ 0 w 245"/>
                  <a:gd name="T105" fmla="*/ 1 h 206"/>
                  <a:gd name="T106" fmla="*/ 0 w 245"/>
                  <a:gd name="T107" fmla="*/ 1 h 206"/>
                  <a:gd name="T108" fmla="*/ 0 w 245"/>
                  <a:gd name="T109" fmla="*/ 0 h 206"/>
                  <a:gd name="T110" fmla="*/ 0 w 245"/>
                  <a:gd name="T111" fmla="*/ 1 h 206"/>
                  <a:gd name="T112" fmla="*/ 0 w 245"/>
                  <a:gd name="T113" fmla="*/ 1 h 206"/>
                  <a:gd name="T114" fmla="*/ 0 w 245"/>
                  <a:gd name="T115" fmla="*/ 1 h 206"/>
                  <a:gd name="T116" fmla="*/ 0 w 245"/>
                  <a:gd name="T117" fmla="*/ 1 h 206"/>
                  <a:gd name="T118" fmla="*/ 0 w 245"/>
                  <a:gd name="T119" fmla="*/ 1 h 206"/>
                  <a:gd name="T120" fmla="*/ 0 w 245"/>
                  <a:gd name="T121" fmla="*/ 1 h 20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5"/>
                  <a:gd name="T184" fmla="*/ 0 h 206"/>
                  <a:gd name="T185" fmla="*/ 245 w 245"/>
                  <a:gd name="T186" fmla="*/ 206 h 20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36" name="Freeform 75">
                <a:extLst>
                  <a:ext uri="{FF2B5EF4-FFF2-40B4-BE49-F238E27FC236}">
                    <a16:creationId xmlns:a16="http://schemas.microsoft.com/office/drawing/2014/main" id="{992C5B84-C1AD-4276-8733-856E08197CF6}"/>
                  </a:ext>
                </a:extLst>
              </p:cNvPr>
              <p:cNvSpPr>
                <a:spLocks/>
              </p:cNvSpPr>
              <p:nvPr/>
            </p:nvSpPr>
            <p:spPr bwMode="auto">
              <a:xfrm>
                <a:off x="1401" y="2236"/>
                <a:ext cx="53" cy="80"/>
              </a:xfrm>
              <a:custGeom>
                <a:avLst/>
                <a:gdLst>
                  <a:gd name="T0" fmla="*/ 0 w 159"/>
                  <a:gd name="T1" fmla="*/ 1 h 160"/>
                  <a:gd name="T2" fmla="*/ 0 w 159"/>
                  <a:gd name="T3" fmla="*/ 1 h 160"/>
                  <a:gd name="T4" fmla="*/ 0 w 159"/>
                  <a:gd name="T5" fmla="*/ 1 h 160"/>
                  <a:gd name="T6" fmla="*/ 0 w 159"/>
                  <a:gd name="T7" fmla="*/ 1 h 160"/>
                  <a:gd name="T8" fmla="*/ 0 w 159"/>
                  <a:gd name="T9" fmla="*/ 1 h 160"/>
                  <a:gd name="T10" fmla="*/ 0 w 159"/>
                  <a:gd name="T11" fmla="*/ 1 h 160"/>
                  <a:gd name="T12" fmla="*/ 0 w 159"/>
                  <a:gd name="T13" fmla="*/ 1 h 160"/>
                  <a:gd name="T14" fmla="*/ 0 w 159"/>
                  <a:gd name="T15" fmla="*/ 1 h 160"/>
                  <a:gd name="T16" fmla="*/ 0 w 159"/>
                  <a:gd name="T17" fmla="*/ 1 h 160"/>
                  <a:gd name="T18" fmla="*/ 0 w 159"/>
                  <a:gd name="T19" fmla="*/ 1 h 160"/>
                  <a:gd name="T20" fmla="*/ 0 w 159"/>
                  <a:gd name="T21" fmla="*/ 1 h 160"/>
                  <a:gd name="T22" fmla="*/ 0 w 159"/>
                  <a:gd name="T23" fmla="*/ 1 h 160"/>
                  <a:gd name="T24" fmla="*/ 0 w 159"/>
                  <a:gd name="T25" fmla="*/ 1 h 160"/>
                  <a:gd name="T26" fmla="*/ 0 w 159"/>
                  <a:gd name="T27" fmla="*/ 1 h 160"/>
                  <a:gd name="T28" fmla="*/ 0 w 159"/>
                  <a:gd name="T29" fmla="*/ 1 h 160"/>
                  <a:gd name="T30" fmla="*/ 0 w 159"/>
                  <a:gd name="T31" fmla="*/ 1 h 160"/>
                  <a:gd name="T32" fmla="*/ 0 w 159"/>
                  <a:gd name="T33" fmla="*/ 1 h 160"/>
                  <a:gd name="T34" fmla="*/ 0 w 159"/>
                  <a:gd name="T35" fmla="*/ 1 h 160"/>
                  <a:gd name="T36" fmla="*/ 0 w 159"/>
                  <a:gd name="T37" fmla="*/ 1 h 160"/>
                  <a:gd name="T38" fmla="*/ 0 w 159"/>
                  <a:gd name="T39" fmla="*/ 1 h 160"/>
                  <a:gd name="T40" fmla="*/ 0 w 159"/>
                  <a:gd name="T41" fmla="*/ 1 h 160"/>
                  <a:gd name="T42" fmla="*/ 0 w 159"/>
                  <a:gd name="T43" fmla="*/ 1 h 160"/>
                  <a:gd name="T44" fmla="*/ 0 w 159"/>
                  <a:gd name="T45" fmla="*/ 1 h 160"/>
                  <a:gd name="T46" fmla="*/ 0 w 159"/>
                  <a:gd name="T47" fmla="*/ 1 h 160"/>
                  <a:gd name="T48" fmla="*/ 0 w 159"/>
                  <a:gd name="T49" fmla="*/ 1 h 160"/>
                  <a:gd name="T50" fmla="*/ 0 w 159"/>
                  <a:gd name="T51" fmla="*/ 1 h 160"/>
                  <a:gd name="T52" fmla="*/ 0 w 159"/>
                  <a:gd name="T53" fmla="*/ 1 h 160"/>
                  <a:gd name="T54" fmla="*/ 0 w 159"/>
                  <a:gd name="T55" fmla="*/ 1 h 160"/>
                  <a:gd name="T56" fmla="*/ 0 w 159"/>
                  <a:gd name="T57" fmla="*/ 1 h 160"/>
                  <a:gd name="T58" fmla="*/ 0 w 159"/>
                  <a:gd name="T59" fmla="*/ 1 h 160"/>
                  <a:gd name="T60" fmla="*/ 0 w 159"/>
                  <a:gd name="T61" fmla="*/ 0 h 160"/>
                  <a:gd name="T62" fmla="*/ 0 w 159"/>
                  <a:gd name="T63" fmla="*/ 1 h 160"/>
                  <a:gd name="T64" fmla="*/ 0 w 159"/>
                  <a:gd name="T65" fmla="*/ 1 h 160"/>
                  <a:gd name="T66" fmla="*/ 0 w 159"/>
                  <a:gd name="T67" fmla="*/ 1 h 160"/>
                  <a:gd name="T68" fmla="*/ 0 w 159"/>
                  <a:gd name="T69" fmla="*/ 1 h 160"/>
                  <a:gd name="T70" fmla="*/ 0 w 159"/>
                  <a:gd name="T71" fmla="*/ 1 h 160"/>
                  <a:gd name="T72" fmla="*/ 0 w 159"/>
                  <a:gd name="T73" fmla="*/ 1 h 160"/>
                  <a:gd name="T74" fmla="*/ 0 w 159"/>
                  <a:gd name="T75" fmla="*/ 1 h 160"/>
                  <a:gd name="T76" fmla="*/ 0 w 159"/>
                  <a:gd name="T77" fmla="*/ 1 h 160"/>
                  <a:gd name="T78" fmla="*/ 0 w 159"/>
                  <a:gd name="T79" fmla="*/ 1 h 160"/>
                  <a:gd name="T80" fmla="*/ 0 w 159"/>
                  <a:gd name="T81" fmla="*/ 1 h 16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9"/>
                  <a:gd name="T124" fmla="*/ 0 h 160"/>
                  <a:gd name="T125" fmla="*/ 159 w 159"/>
                  <a:gd name="T126" fmla="*/ 160 h 16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37" name="Freeform 76">
                <a:extLst>
                  <a:ext uri="{FF2B5EF4-FFF2-40B4-BE49-F238E27FC236}">
                    <a16:creationId xmlns:a16="http://schemas.microsoft.com/office/drawing/2014/main" id="{11684085-15C5-4D85-8F3F-27FB106543BE}"/>
                  </a:ext>
                </a:extLst>
              </p:cNvPr>
              <p:cNvSpPr>
                <a:spLocks/>
              </p:cNvSpPr>
              <p:nvPr/>
            </p:nvSpPr>
            <p:spPr bwMode="auto">
              <a:xfrm>
                <a:off x="1208" y="2218"/>
                <a:ext cx="133" cy="166"/>
              </a:xfrm>
              <a:custGeom>
                <a:avLst/>
                <a:gdLst>
                  <a:gd name="T0" fmla="*/ 0 w 399"/>
                  <a:gd name="T1" fmla="*/ 1 h 332"/>
                  <a:gd name="T2" fmla="*/ 0 w 399"/>
                  <a:gd name="T3" fmla="*/ 1 h 332"/>
                  <a:gd name="T4" fmla="*/ 0 w 399"/>
                  <a:gd name="T5" fmla="*/ 1 h 332"/>
                  <a:gd name="T6" fmla="*/ 0 w 399"/>
                  <a:gd name="T7" fmla="*/ 1 h 332"/>
                  <a:gd name="T8" fmla="*/ 0 w 399"/>
                  <a:gd name="T9" fmla="*/ 1 h 332"/>
                  <a:gd name="T10" fmla="*/ 0 w 399"/>
                  <a:gd name="T11" fmla="*/ 1 h 332"/>
                  <a:gd name="T12" fmla="*/ 0 w 399"/>
                  <a:gd name="T13" fmla="*/ 1 h 332"/>
                  <a:gd name="T14" fmla="*/ 0 w 399"/>
                  <a:gd name="T15" fmla="*/ 1 h 332"/>
                  <a:gd name="T16" fmla="*/ 0 w 399"/>
                  <a:gd name="T17" fmla="*/ 1 h 332"/>
                  <a:gd name="T18" fmla="*/ 0 w 399"/>
                  <a:gd name="T19" fmla="*/ 1 h 332"/>
                  <a:gd name="T20" fmla="*/ 0 w 399"/>
                  <a:gd name="T21" fmla="*/ 1 h 332"/>
                  <a:gd name="T22" fmla="*/ 0 w 399"/>
                  <a:gd name="T23" fmla="*/ 1 h 332"/>
                  <a:gd name="T24" fmla="*/ 0 w 399"/>
                  <a:gd name="T25" fmla="*/ 1 h 332"/>
                  <a:gd name="T26" fmla="*/ 0 w 399"/>
                  <a:gd name="T27" fmla="*/ 1 h 332"/>
                  <a:gd name="T28" fmla="*/ 0 w 399"/>
                  <a:gd name="T29" fmla="*/ 1 h 332"/>
                  <a:gd name="T30" fmla="*/ 0 w 399"/>
                  <a:gd name="T31" fmla="*/ 1 h 332"/>
                  <a:gd name="T32" fmla="*/ 0 w 399"/>
                  <a:gd name="T33" fmla="*/ 1 h 332"/>
                  <a:gd name="T34" fmla="*/ 0 w 399"/>
                  <a:gd name="T35" fmla="*/ 1 h 332"/>
                  <a:gd name="T36" fmla="*/ 0 w 399"/>
                  <a:gd name="T37" fmla="*/ 1 h 332"/>
                  <a:gd name="T38" fmla="*/ 0 w 399"/>
                  <a:gd name="T39" fmla="*/ 1 h 332"/>
                  <a:gd name="T40" fmla="*/ 0 w 399"/>
                  <a:gd name="T41" fmla="*/ 1 h 332"/>
                  <a:gd name="T42" fmla="*/ 0 w 399"/>
                  <a:gd name="T43" fmla="*/ 1 h 332"/>
                  <a:gd name="T44" fmla="*/ 0 w 399"/>
                  <a:gd name="T45" fmla="*/ 1 h 332"/>
                  <a:gd name="T46" fmla="*/ 0 w 399"/>
                  <a:gd name="T47" fmla="*/ 1 h 332"/>
                  <a:gd name="T48" fmla="*/ 0 w 399"/>
                  <a:gd name="T49" fmla="*/ 1 h 332"/>
                  <a:gd name="T50" fmla="*/ 0 w 399"/>
                  <a:gd name="T51" fmla="*/ 1 h 332"/>
                  <a:gd name="T52" fmla="*/ 0 w 399"/>
                  <a:gd name="T53" fmla="*/ 1 h 332"/>
                  <a:gd name="T54" fmla="*/ 0 w 399"/>
                  <a:gd name="T55" fmla="*/ 1 h 332"/>
                  <a:gd name="T56" fmla="*/ 0 w 399"/>
                  <a:gd name="T57" fmla="*/ 1 h 332"/>
                  <a:gd name="T58" fmla="*/ 0 w 399"/>
                  <a:gd name="T59" fmla="*/ 1 h 332"/>
                  <a:gd name="T60" fmla="*/ 0 w 399"/>
                  <a:gd name="T61" fmla="*/ 1 h 332"/>
                  <a:gd name="T62" fmla="*/ 0 w 399"/>
                  <a:gd name="T63" fmla="*/ 1 h 332"/>
                  <a:gd name="T64" fmla="*/ 0 w 399"/>
                  <a:gd name="T65" fmla="*/ 1 h 332"/>
                  <a:gd name="T66" fmla="*/ 0 w 399"/>
                  <a:gd name="T67" fmla="*/ 1 h 332"/>
                  <a:gd name="T68" fmla="*/ 0 w 399"/>
                  <a:gd name="T69" fmla="*/ 1 h 332"/>
                  <a:gd name="T70" fmla="*/ 0 w 399"/>
                  <a:gd name="T71" fmla="*/ 1 h 332"/>
                  <a:gd name="T72" fmla="*/ 0 w 399"/>
                  <a:gd name="T73" fmla="*/ 1 h 332"/>
                  <a:gd name="T74" fmla="*/ 0 w 399"/>
                  <a:gd name="T75" fmla="*/ 1 h 332"/>
                  <a:gd name="T76" fmla="*/ 0 w 399"/>
                  <a:gd name="T77" fmla="*/ 1 h 332"/>
                  <a:gd name="T78" fmla="*/ 0 w 399"/>
                  <a:gd name="T79" fmla="*/ 1 h 332"/>
                  <a:gd name="T80" fmla="*/ 0 w 399"/>
                  <a:gd name="T81" fmla="*/ 0 h 332"/>
                  <a:gd name="T82" fmla="*/ 0 w 399"/>
                  <a:gd name="T83" fmla="*/ 1 h 332"/>
                  <a:gd name="T84" fmla="*/ 0 w 399"/>
                  <a:gd name="T85" fmla="*/ 1 h 332"/>
                  <a:gd name="T86" fmla="*/ 0 w 399"/>
                  <a:gd name="T87" fmla="*/ 1 h 3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2"/>
                  <a:gd name="T134" fmla="*/ 399 w 399"/>
                  <a:gd name="T135" fmla="*/ 332 h 3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38" name="Freeform 77">
                <a:extLst>
                  <a:ext uri="{FF2B5EF4-FFF2-40B4-BE49-F238E27FC236}">
                    <a16:creationId xmlns:a16="http://schemas.microsoft.com/office/drawing/2014/main" id="{F3682BB1-3575-4BA3-A513-0B6FBABBC639}"/>
                  </a:ext>
                </a:extLst>
              </p:cNvPr>
              <p:cNvSpPr>
                <a:spLocks/>
              </p:cNvSpPr>
              <p:nvPr/>
            </p:nvSpPr>
            <p:spPr bwMode="auto">
              <a:xfrm>
                <a:off x="1396" y="2213"/>
                <a:ext cx="116" cy="110"/>
              </a:xfrm>
              <a:custGeom>
                <a:avLst/>
                <a:gdLst>
                  <a:gd name="T0" fmla="*/ 0 w 348"/>
                  <a:gd name="T1" fmla="*/ 0 h 222"/>
                  <a:gd name="T2" fmla="*/ 0 w 348"/>
                  <a:gd name="T3" fmla="*/ 0 h 222"/>
                  <a:gd name="T4" fmla="*/ 0 w 348"/>
                  <a:gd name="T5" fmla="*/ 0 h 222"/>
                  <a:gd name="T6" fmla="*/ 0 w 348"/>
                  <a:gd name="T7" fmla="*/ 0 h 222"/>
                  <a:gd name="T8" fmla="*/ 0 w 348"/>
                  <a:gd name="T9" fmla="*/ 0 h 222"/>
                  <a:gd name="T10" fmla="*/ 0 w 348"/>
                  <a:gd name="T11" fmla="*/ 0 h 222"/>
                  <a:gd name="T12" fmla="*/ 0 w 348"/>
                  <a:gd name="T13" fmla="*/ 0 h 222"/>
                  <a:gd name="T14" fmla="*/ 0 w 348"/>
                  <a:gd name="T15" fmla="*/ 0 h 222"/>
                  <a:gd name="T16" fmla="*/ 0 w 348"/>
                  <a:gd name="T17" fmla="*/ 0 h 222"/>
                  <a:gd name="T18" fmla="*/ 0 w 348"/>
                  <a:gd name="T19" fmla="*/ 0 h 222"/>
                  <a:gd name="T20" fmla="*/ 0 w 348"/>
                  <a:gd name="T21" fmla="*/ 0 h 222"/>
                  <a:gd name="T22" fmla="*/ 0 w 348"/>
                  <a:gd name="T23" fmla="*/ 0 h 222"/>
                  <a:gd name="T24" fmla="*/ 0 w 348"/>
                  <a:gd name="T25" fmla="*/ 0 h 222"/>
                  <a:gd name="T26" fmla="*/ 0 w 348"/>
                  <a:gd name="T27" fmla="*/ 0 h 222"/>
                  <a:gd name="T28" fmla="*/ 0 w 348"/>
                  <a:gd name="T29" fmla="*/ 0 h 222"/>
                  <a:gd name="T30" fmla="*/ 0 w 348"/>
                  <a:gd name="T31" fmla="*/ 0 h 222"/>
                  <a:gd name="T32" fmla="*/ 0 w 348"/>
                  <a:gd name="T33" fmla="*/ 0 h 222"/>
                  <a:gd name="T34" fmla="*/ 0 w 348"/>
                  <a:gd name="T35" fmla="*/ 0 h 222"/>
                  <a:gd name="T36" fmla="*/ 0 w 348"/>
                  <a:gd name="T37" fmla="*/ 0 h 222"/>
                  <a:gd name="T38" fmla="*/ 0 w 348"/>
                  <a:gd name="T39" fmla="*/ 0 h 222"/>
                  <a:gd name="T40" fmla="*/ 0 w 348"/>
                  <a:gd name="T41" fmla="*/ 0 h 222"/>
                  <a:gd name="T42" fmla="*/ 0 w 348"/>
                  <a:gd name="T43" fmla="*/ 0 h 222"/>
                  <a:gd name="T44" fmla="*/ 0 w 348"/>
                  <a:gd name="T45" fmla="*/ 0 h 222"/>
                  <a:gd name="T46" fmla="*/ 0 w 348"/>
                  <a:gd name="T47" fmla="*/ 0 h 222"/>
                  <a:gd name="T48" fmla="*/ 0 w 348"/>
                  <a:gd name="T49" fmla="*/ 0 h 222"/>
                  <a:gd name="T50" fmla="*/ 0 w 348"/>
                  <a:gd name="T51" fmla="*/ 0 h 222"/>
                  <a:gd name="T52" fmla="*/ 0 w 348"/>
                  <a:gd name="T53" fmla="*/ 0 h 222"/>
                  <a:gd name="T54" fmla="*/ 0 w 348"/>
                  <a:gd name="T55" fmla="*/ 0 h 222"/>
                  <a:gd name="T56" fmla="*/ 0 w 348"/>
                  <a:gd name="T57" fmla="*/ 0 h 222"/>
                  <a:gd name="T58" fmla="*/ 0 w 348"/>
                  <a:gd name="T59" fmla="*/ 0 h 222"/>
                  <a:gd name="T60" fmla="*/ 0 w 348"/>
                  <a:gd name="T61" fmla="*/ 0 h 222"/>
                  <a:gd name="T62" fmla="*/ 0 w 348"/>
                  <a:gd name="T63" fmla="*/ 0 h 222"/>
                  <a:gd name="T64" fmla="*/ 0 w 348"/>
                  <a:gd name="T65" fmla="*/ 0 h 222"/>
                  <a:gd name="T66" fmla="*/ 0 w 348"/>
                  <a:gd name="T67" fmla="*/ 0 h 222"/>
                  <a:gd name="T68" fmla="*/ 0 w 348"/>
                  <a:gd name="T69" fmla="*/ 0 h 222"/>
                  <a:gd name="T70" fmla="*/ 0 w 348"/>
                  <a:gd name="T71" fmla="*/ 0 h 222"/>
                  <a:gd name="T72" fmla="*/ 0 w 348"/>
                  <a:gd name="T73" fmla="*/ 0 h 222"/>
                  <a:gd name="T74" fmla="*/ 0 w 348"/>
                  <a:gd name="T75" fmla="*/ 0 h 222"/>
                  <a:gd name="T76" fmla="*/ 0 w 348"/>
                  <a:gd name="T77" fmla="*/ 0 h 222"/>
                  <a:gd name="T78" fmla="*/ 0 w 348"/>
                  <a:gd name="T79" fmla="*/ 0 h 222"/>
                  <a:gd name="T80" fmla="*/ 0 w 348"/>
                  <a:gd name="T81" fmla="*/ 0 h 222"/>
                  <a:gd name="T82" fmla="*/ 0 w 348"/>
                  <a:gd name="T83" fmla="*/ 0 h 222"/>
                  <a:gd name="T84" fmla="*/ 0 w 348"/>
                  <a:gd name="T85" fmla="*/ 0 h 222"/>
                  <a:gd name="T86" fmla="*/ 0 w 348"/>
                  <a:gd name="T87" fmla="*/ 0 h 222"/>
                  <a:gd name="T88" fmla="*/ 0 w 348"/>
                  <a:gd name="T89" fmla="*/ 0 h 222"/>
                  <a:gd name="T90" fmla="*/ 0 w 348"/>
                  <a:gd name="T91" fmla="*/ 0 h 222"/>
                  <a:gd name="T92" fmla="*/ 0 w 348"/>
                  <a:gd name="T93" fmla="*/ 0 h 222"/>
                  <a:gd name="T94" fmla="*/ 0 w 348"/>
                  <a:gd name="T95" fmla="*/ 0 h 222"/>
                  <a:gd name="T96" fmla="*/ 0 w 348"/>
                  <a:gd name="T97" fmla="*/ 0 h 222"/>
                  <a:gd name="T98" fmla="*/ 0 w 348"/>
                  <a:gd name="T99" fmla="*/ 0 h 222"/>
                  <a:gd name="T100" fmla="*/ 0 w 348"/>
                  <a:gd name="T101" fmla="*/ 0 h 222"/>
                  <a:gd name="T102" fmla="*/ 0 w 348"/>
                  <a:gd name="T103" fmla="*/ 0 h 222"/>
                  <a:gd name="T104" fmla="*/ 0 w 348"/>
                  <a:gd name="T105" fmla="*/ 0 h 222"/>
                  <a:gd name="T106" fmla="*/ 0 w 348"/>
                  <a:gd name="T107" fmla="*/ 0 h 222"/>
                  <a:gd name="T108" fmla="*/ 0 w 348"/>
                  <a:gd name="T109" fmla="*/ 0 h 222"/>
                  <a:gd name="T110" fmla="*/ 0 w 348"/>
                  <a:gd name="T111" fmla="*/ 0 h 222"/>
                  <a:gd name="T112" fmla="*/ 0 w 348"/>
                  <a:gd name="T113" fmla="*/ 0 h 222"/>
                  <a:gd name="T114" fmla="*/ 0 w 348"/>
                  <a:gd name="T115" fmla="*/ 0 h 222"/>
                  <a:gd name="T116" fmla="*/ 0 w 348"/>
                  <a:gd name="T117" fmla="*/ 0 h 222"/>
                  <a:gd name="T118" fmla="*/ 0 w 348"/>
                  <a:gd name="T119" fmla="*/ 0 h 222"/>
                  <a:gd name="T120" fmla="*/ 0 w 348"/>
                  <a:gd name="T121" fmla="*/ 0 h 22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48"/>
                  <a:gd name="T184" fmla="*/ 0 h 222"/>
                  <a:gd name="T185" fmla="*/ 348 w 348"/>
                  <a:gd name="T186" fmla="*/ 222 h 22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39" name="Freeform 78">
                <a:extLst>
                  <a:ext uri="{FF2B5EF4-FFF2-40B4-BE49-F238E27FC236}">
                    <a16:creationId xmlns:a16="http://schemas.microsoft.com/office/drawing/2014/main" id="{D0B37982-F4FF-4124-901B-59DDFF2DEB31}"/>
                  </a:ext>
                </a:extLst>
              </p:cNvPr>
              <p:cNvSpPr>
                <a:spLocks/>
              </p:cNvSpPr>
              <p:nvPr/>
            </p:nvSpPr>
            <p:spPr bwMode="auto">
              <a:xfrm>
                <a:off x="1162" y="2273"/>
                <a:ext cx="48" cy="103"/>
              </a:xfrm>
              <a:custGeom>
                <a:avLst/>
                <a:gdLst>
                  <a:gd name="T0" fmla="*/ 0 w 142"/>
                  <a:gd name="T1" fmla="*/ 0 h 207"/>
                  <a:gd name="T2" fmla="*/ 0 w 142"/>
                  <a:gd name="T3" fmla="*/ 0 h 207"/>
                  <a:gd name="T4" fmla="*/ 0 w 142"/>
                  <a:gd name="T5" fmla="*/ 0 h 207"/>
                  <a:gd name="T6" fmla="*/ 0 w 142"/>
                  <a:gd name="T7" fmla="*/ 0 h 207"/>
                  <a:gd name="T8" fmla="*/ 0 w 142"/>
                  <a:gd name="T9" fmla="*/ 0 h 207"/>
                  <a:gd name="T10" fmla="*/ 0 w 142"/>
                  <a:gd name="T11" fmla="*/ 0 h 207"/>
                  <a:gd name="T12" fmla="*/ 0 w 142"/>
                  <a:gd name="T13" fmla="*/ 0 h 207"/>
                  <a:gd name="T14" fmla="*/ 0 w 142"/>
                  <a:gd name="T15" fmla="*/ 0 h 207"/>
                  <a:gd name="T16" fmla="*/ 0 w 142"/>
                  <a:gd name="T17" fmla="*/ 0 h 207"/>
                  <a:gd name="T18" fmla="*/ 0 w 142"/>
                  <a:gd name="T19" fmla="*/ 0 h 207"/>
                  <a:gd name="T20" fmla="*/ 0 w 142"/>
                  <a:gd name="T21" fmla="*/ 0 h 207"/>
                  <a:gd name="T22" fmla="*/ 0 w 142"/>
                  <a:gd name="T23" fmla="*/ 0 h 207"/>
                  <a:gd name="T24" fmla="*/ 0 w 142"/>
                  <a:gd name="T25" fmla="*/ 0 h 207"/>
                  <a:gd name="T26" fmla="*/ 0 w 142"/>
                  <a:gd name="T27" fmla="*/ 0 h 207"/>
                  <a:gd name="T28" fmla="*/ 0 w 142"/>
                  <a:gd name="T29" fmla="*/ 0 h 207"/>
                  <a:gd name="T30" fmla="*/ 0 w 142"/>
                  <a:gd name="T31" fmla="*/ 0 h 207"/>
                  <a:gd name="T32" fmla="*/ 0 w 142"/>
                  <a:gd name="T33" fmla="*/ 0 h 207"/>
                  <a:gd name="T34" fmla="*/ 0 w 142"/>
                  <a:gd name="T35" fmla="*/ 0 h 207"/>
                  <a:gd name="T36" fmla="*/ 0 w 142"/>
                  <a:gd name="T37" fmla="*/ 0 h 207"/>
                  <a:gd name="T38" fmla="*/ 0 w 142"/>
                  <a:gd name="T39" fmla="*/ 0 h 207"/>
                  <a:gd name="T40" fmla="*/ 0 w 142"/>
                  <a:gd name="T41" fmla="*/ 0 h 207"/>
                  <a:gd name="T42" fmla="*/ 0 w 142"/>
                  <a:gd name="T43" fmla="*/ 0 h 207"/>
                  <a:gd name="T44" fmla="*/ 0 w 142"/>
                  <a:gd name="T45" fmla="*/ 0 h 207"/>
                  <a:gd name="T46" fmla="*/ 0 w 142"/>
                  <a:gd name="T47" fmla="*/ 0 h 207"/>
                  <a:gd name="T48" fmla="*/ 0 w 142"/>
                  <a:gd name="T49" fmla="*/ 0 h 207"/>
                  <a:gd name="T50" fmla="*/ 0 w 142"/>
                  <a:gd name="T51" fmla="*/ 0 h 207"/>
                  <a:gd name="T52" fmla="*/ 0 w 142"/>
                  <a:gd name="T53" fmla="*/ 0 h 207"/>
                  <a:gd name="T54" fmla="*/ 0 w 142"/>
                  <a:gd name="T55" fmla="*/ 0 h 207"/>
                  <a:gd name="T56" fmla="*/ 0 w 142"/>
                  <a:gd name="T57" fmla="*/ 0 h 207"/>
                  <a:gd name="T58" fmla="*/ 0 w 142"/>
                  <a:gd name="T59" fmla="*/ 0 h 207"/>
                  <a:gd name="T60" fmla="*/ 0 w 142"/>
                  <a:gd name="T61" fmla="*/ 0 h 207"/>
                  <a:gd name="T62" fmla="*/ 0 w 142"/>
                  <a:gd name="T63" fmla="*/ 0 h 207"/>
                  <a:gd name="T64" fmla="*/ 0 w 142"/>
                  <a:gd name="T65" fmla="*/ 0 h 207"/>
                  <a:gd name="T66" fmla="*/ 0 w 142"/>
                  <a:gd name="T67" fmla="*/ 0 h 207"/>
                  <a:gd name="T68" fmla="*/ 0 w 142"/>
                  <a:gd name="T69" fmla="*/ 0 h 207"/>
                  <a:gd name="T70" fmla="*/ 0 w 142"/>
                  <a:gd name="T71" fmla="*/ 0 h 207"/>
                  <a:gd name="T72" fmla="*/ 0 w 142"/>
                  <a:gd name="T73" fmla="*/ 0 h 207"/>
                  <a:gd name="T74" fmla="*/ 0 w 142"/>
                  <a:gd name="T75" fmla="*/ 0 h 207"/>
                  <a:gd name="T76" fmla="*/ 0 w 142"/>
                  <a:gd name="T77" fmla="*/ 0 h 207"/>
                  <a:gd name="T78" fmla="*/ 0 w 142"/>
                  <a:gd name="T79" fmla="*/ 0 h 207"/>
                  <a:gd name="T80" fmla="*/ 0 w 142"/>
                  <a:gd name="T81" fmla="*/ 0 h 2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7"/>
                  <a:gd name="T125" fmla="*/ 142 w 142"/>
                  <a:gd name="T126" fmla="*/ 207 h 20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1540" name="Freeform 79">
                <a:extLst>
                  <a:ext uri="{FF2B5EF4-FFF2-40B4-BE49-F238E27FC236}">
                    <a16:creationId xmlns:a16="http://schemas.microsoft.com/office/drawing/2014/main" id="{56D616B1-DC97-4EB3-BCC1-0586BCACC587}"/>
                  </a:ext>
                </a:extLst>
              </p:cNvPr>
              <p:cNvSpPr>
                <a:spLocks/>
              </p:cNvSpPr>
              <p:nvPr/>
            </p:nvSpPr>
            <p:spPr bwMode="auto">
              <a:xfrm>
                <a:off x="1492" y="2206"/>
                <a:ext cx="101" cy="135"/>
              </a:xfrm>
              <a:custGeom>
                <a:avLst/>
                <a:gdLst>
                  <a:gd name="T0" fmla="*/ 0 w 303"/>
                  <a:gd name="T1" fmla="*/ 0 h 272"/>
                  <a:gd name="T2" fmla="*/ 0 w 303"/>
                  <a:gd name="T3" fmla="*/ 0 h 272"/>
                  <a:gd name="T4" fmla="*/ 0 w 303"/>
                  <a:gd name="T5" fmla="*/ 0 h 272"/>
                  <a:gd name="T6" fmla="*/ 0 w 303"/>
                  <a:gd name="T7" fmla="*/ 0 h 272"/>
                  <a:gd name="T8" fmla="*/ 0 w 303"/>
                  <a:gd name="T9" fmla="*/ 0 h 272"/>
                  <a:gd name="T10" fmla="*/ 0 w 303"/>
                  <a:gd name="T11" fmla="*/ 0 h 272"/>
                  <a:gd name="T12" fmla="*/ 0 w 303"/>
                  <a:gd name="T13" fmla="*/ 0 h 272"/>
                  <a:gd name="T14" fmla="*/ 0 w 303"/>
                  <a:gd name="T15" fmla="*/ 0 h 272"/>
                  <a:gd name="T16" fmla="*/ 0 w 303"/>
                  <a:gd name="T17" fmla="*/ 0 h 272"/>
                  <a:gd name="T18" fmla="*/ 0 w 303"/>
                  <a:gd name="T19" fmla="*/ 0 h 272"/>
                  <a:gd name="T20" fmla="*/ 0 w 303"/>
                  <a:gd name="T21" fmla="*/ 0 h 272"/>
                  <a:gd name="T22" fmla="*/ 0 w 303"/>
                  <a:gd name="T23" fmla="*/ 0 h 272"/>
                  <a:gd name="T24" fmla="*/ 0 w 303"/>
                  <a:gd name="T25" fmla="*/ 0 h 272"/>
                  <a:gd name="T26" fmla="*/ 0 w 303"/>
                  <a:gd name="T27" fmla="*/ 0 h 272"/>
                  <a:gd name="T28" fmla="*/ 0 w 303"/>
                  <a:gd name="T29" fmla="*/ 0 h 272"/>
                  <a:gd name="T30" fmla="*/ 0 w 303"/>
                  <a:gd name="T31" fmla="*/ 0 h 272"/>
                  <a:gd name="T32" fmla="*/ 0 w 303"/>
                  <a:gd name="T33" fmla="*/ 0 h 272"/>
                  <a:gd name="T34" fmla="*/ 0 w 303"/>
                  <a:gd name="T35" fmla="*/ 0 h 272"/>
                  <a:gd name="T36" fmla="*/ 0 w 303"/>
                  <a:gd name="T37" fmla="*/ 0 h 272"/>
                  <a:gd name="T38" fmla="*/ 0 w 303"/>
                  <a:gd name="T39" fmla="*/ 0 h 272"/>
                  <a:gd name="T40" fmla="*/ 0 w 303"/>
                  <a:gd name="T41" fmla="*/ 0 h 272"/>
                  <a:gd name="T42" fmla="*/ 0 w 303"/>
                  <a:gd name="T43" fmla="*/ 0 h 272"/>
                  <a:gd name="T44" fmla="*/ 0 w 303"/>
                  <a:gd name="T45" fmla="*/ 0 h 272"/>
                  <a:gd name="T46" fmla="*/ 0 w 303"/>
                  <a:gd name="T47" fmla="*/ 0 h 272"/>
                  <a:gd name="T48" fmla="*/ 0 w 303"/>
                  <a:gd name="T49" fmla="*/ 0 h 272"/>
                  <a:gd name="T50" fmla="*/ 0 w 303"/>
                  <a:gd name="T51" fmla="*/ 0 h 272"/>
                  <a:gd name="T52" fmla="*/ 0 w 303"/>
                  <a:gd name="T53" fmla="*/ 0 h 272"/>
                  <a:gd name="T54" fmla="*/ 0 w 303"/>
                  <a:gd name="T55" fmla="*/ 0 h 272"/>
                  <a:gd name="T56" fmla="*/ 0 w 303"/>
                  <a:gd name="T57" fmla="*/ 0 h 272"/>
                  <a:gd name="T58" fmla="*/ 0 w 303"/>
                  <a:gd name="T59" fmla="*/ 0 h 272"/>
                  <a:gd name="T60" fmla="*/ 0 w 303"/>
                  <a:gd name="T61" fmla="*/ 0 h 272"/>
                  <a:gd name="T62" fmla="*/ 0 w 303"/>
                  <a:gd name="T63" fmla="*/ 0 h 272"/>
                  <a:gd name="T64" fmla="*/ 0 w 303"/>
                  <a:gd name="T65" fmla="*/ 0 h 272"/>
                  <a:gd name="T66" fmla="*/ 0 w 303"/>
                  <a:gd name="T67" fmla="*/ 0 h 272"/>
                  <a:gd name="T68" fmla="*/ 0 w 303"/>
                  <a:gd name="T69" fmla="*/ 0 h 272"/>
                  <a:gd name="T70" fmla="*/ 0 w 303"/>
                  <a:gd name="T71" fmla="*/ 0 h 272"/>
                  <a:gd name="T72" fmla="*/ 0 w 303"/>
                  <a:gd name="T73" fmla="*/ 0 h 272"/>
                  <a:gd name="T74" fmla="*/ 0 w 303"/>
                  <a:gd name="T75" fmla="*/ 0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3"/>
                  <a:gd name="T115" fmla="*/ 0 h 272"/>
                  <a:gd name="T116" fmla="*/ 303 w 303"/>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831509" name="Group 80">
            <a:extLst>
              <a:ext uri="{FF2B5EF4-FFF2-40B4-BE49-F238E27FC236}">
                <a16:creationId xmlns:a16="http://schemas.microsoft.com/office/drawing/2014/main" id="{A6E4E92D-0120-4B5D-8141-2DD964961544}"/>
              </a:ext>
            </a:extLst>
          </p:cNvPr>
          <p:cNvGrpSpPr>
            <a:grpSpLocks/>
          </p:cNvGrpSpPr>
          <p:nvPr/>
        </p:nvGrpSpPr>
        <p:grpSpPr bwMode="auto">
          <a:xfrm>
            <a:off x="2587625" y="4762500"/>
            <a:ext cx="414338" cy="509588"/>
            <a:chOff x="2870" y="1518"/>
            <a:chExt cx="292" cy="320"/>
          </a:xfrm>
        </p:grpSpPr>
        <p:graphicFrame>
          <p:nvGraphicFramePr>
            <p:cNvPr id="831519" name="Object 81">
              <a:extLst>
                <a:ext uri="{FF2B5EF4-FFF2-40B4-BE49-F238E27FC236}">
                  <a16:creationId xmlns:a16="http://schemas.microsoft.com/office/drawing/2014/main" id="{1E9CFEF4-716B-4D62-BD54-CB657CEAD99B}"/>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1714" name="Clip" r:id="rId12" imgW="826829" imgH="840406" progId="MS_ClipArt_Gallery.2">
                    <p:embed/>
                  </p:oleObj>
                </mc:Choice>
                <mc:Fallback>
                  <p:oleObj name="Clip" r:id="rId12" imgW="826829" imgH="840406" progId="MS_ClipArt_Gallery.2">
                    <p:embed/>
                    <p:pic>
                      <p:nvPicPr>
                        <p:cNvPr id="0" name="Object 8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1520" name="Object 82">
              <a:extLst>
                <a:ext uri="{FF2B5EF4-FFF2-40B4-BE49-F238E27FC236}">
                  <a16:creationId xmlns:a16="http://schemas.microsoft.com/office/drawing/2014/main" id="{060DAFEF-9ECE-449D-BB2E-16DED6CEF10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1715" name="Clip" r:id="rId13" imgW="1268295" imgH="1199426" progId="MS_ClipArt_Gallery.2">
                    <p:embed/>
                  </p:oleObj>
                </mc:Choice>
                <mc:Fallback>
                  <p:oleObj name="Clip" r:id="rId13" imgW="1268295" imgH="1199426" progId="MS_ClipArt_Gallery.2">
                    <p:embed/>
                    <p:pic>
                      <p:nvPicPr>
                        <p:cNvPr id="0" name="Object 8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31510" name="Group 83">
            <a:extLst>
              <a:ext uri="{FF2B5EF4-FFF2-40B4-BE49-F238E27FC236}">
                <a16:creationId xmlns:a16="http://schemas.microsoft.com/office/drawing/2014/main" id="{2E95188E-ED1D-4E2E-93FC-BFE1A3AD6806}"/>
              </a:ext>
            </a:extLst>
          </p:cNvPr>
          <p:cNvGrpSpPr>
            <a:grpSpLocks/>
          </p:cNvGrpSpPr>
          <p:nvPr/>
        </p:nvGrpSpPr>
        <p:grpSpPr bwMode="auto">
          <a:xfrm>
            <a:off x="2767013" y="5303838"/>
            <a:ext cx="415925" cy="509587"/>
            <a:chOff x="2870" y="1518"/>
            <a:chExt cx="292" cy="320"/>
          </a:xfrm>
        </p:grpSpPr>
        <p:graphicFrame>
          <p:nvGraphicFramePr>
            <p:cNvPr id="831517" name="Object 84">
              <a:extLst>
                <a:ext uri="{FF2B5EF4-FFF2-40B4-BE49-F238E27FC236}">
                  <a16:creationId xmlns:a16="http://schemas.microsoft.com/office/drawing/2014/main" id="{FB3365D3-EBE8-4480-BDE9-05652163A0B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1716" name="Clip" r:id="rId14" imgW="826829" imgH="840406" progId="MS_ClipArt_Gallery.2">
                    <p:embed/>
                  </p:oleObj>
                </mc:Choice>
                <mc:Fallback>
                  <p:oleObj name="Clip" r:id="rId14" imgW="826829" imgH="840406" progId="MS_ClipArt_Gallery.2">
                    <p:embed/>
                    <p:pic>
                      <p:nvPicPr>
                        <p:cNvPr id="0" name="Object 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1518" name="Object 85">
              <a:extLst>
                <a:ext uri="{FF2B5EF4-FFF2-40B4-BE49-F238E27FC236}">
                  <a16:creationId xmlns:a16="http://schemas.microsoft.com/office/drawing/2014/main" id="{E0882A45-DE80-4381-B60D-4073F6340D6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1717" name="Clip" r:id="rId15" imgW="1268295" imgH="1199426" progId="MS_ClipArt_Gallery.2">
                    <p:embed/>
                  </p:oleObj>
                </mc:Choice>
                <mc:Fallback>
                  <p:oleObj name="Clip" r:id="rId15" imgW="1268295" imgH="1199426" progId="MS_ClipArt_Gallery.2">
                    <p:embed/>
                    <p:pic>
                      <p:nvPicPr>
                        <p:cNvPr id="0" name="Object 8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31511" name="Group 86">
            <a:extLst>
              <a:ext uri="{FF2B5EF4-FFF2-40B4-BE49-F238E27FC236}">
                <a16:creationId xmlns:a16="http://schemas.microsoft.com/office/drawing/2014/main" id="{FFF5B97A-D9F2-4582-8454-4BF550FAA630}"/>
              </a:ext>
            </a:extLst>
          </p:cNvPr>
          <p:cNvGrpSpPr>
            <a:grpSpLocks/>
          </p:cNvGrpSpPr>
          <p:nvPr/>
        </p:nvGrpSpPr>
        <p:grpSpPr bwMode="auto">
          <a:xfrm>
            <a:off x="3798888" y="4772025"/>
            <a:ext cx="415925" cy="511175"/>
            <a:chOff x="2870" y="1518"/>
            <a:chExt cx="292" cy="320"/>
          </a:xfrm>
        </p:grpSpPr>
        <p:graphicFrame>
          <p:nvGraphicFramePr>
            <p:cNvPr id="831515" name="Object 87">
              <a:extLst>
                <a:ext uri="{FF2B5EF4-FFF2-40B4-BE49-F238E27FC236}">
                  <a16:creationId xmlns:a16="http://schemas.microsoft.com/office/drawing/2014/main" id="{0250AFB2-A784-4B41-9E03-6D749A756EF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1718" name="Clip" r:id="rId16" imgW="826829" imgH="840406" progId="MS_ClipArt_Gallery.2">
                    <p:embed/>
                  </p:oleObj>
                </mc:Choice>
                <mc:Fallback>
                  <p:oleObj name="Clip" r:id="rId16" imgW="826829" imgH="840406" progId="MS_ClipArt_Gallery.2">
                    <p:embed/>
                    <p:pic>
                      <p:nvPicPr>
                        <p:cNvPr id="0" name="Object 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1516" name="Object 88">
              <a:extLst>
                <a:ext uri="{FF2B5EF4-FFF2-40B4-BE49-F238E27FC236}">
                  <a16:creationId xmlns:a16="http://schemas.microsoft.com/office/drawing/2014/main" id="{1BF90CA6-C007-49D1-A114-2F5FE098781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1719" name="Clip" r:id="rId17" imgW="1268295" imgH="1199426" progId="MS_ClipArt_Gallery.2">
                    <p:embed/>
                  </p:oleObj>
                </mc:Choice>
                <mc:Fallback>
                  <p:oleObj name="Clip" r:id="rId17" imgW="1268295" imgH="1199426" progId="MS_ClipArt_Gallery.2">
                    <p:embed/>
                    <p:pic>
                      <p:nvPicPr>
                        <p:cNvPr id="0" name="Object 8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31512" name="Group 89">
            <a:extLst>
              <a:ext uri="{FF2B5EF4-FFF2-40B4-BE49-F238E27FC236}">
                <a16:creationId xmlns:a16="http://schemas.microsoft.com/office/drawing/2014/main" id="{0194C20B-BCF1-4EC0-B73A-9A2CE3228EBB}"/>
              </a:ext>
            </a:extLst>
          </p:cNvPr>
          <p:cNvGrpSpPr>
            <a:grpSpLocks/>
          </p:cNvGrpSpPr>
          <p:nvPr/>
        </p:nvGrpSpPr>
        <p:grpSpPr bwMode="auto">
          <a:xfrm>
            <a:off x="3352800" y="5313363"/>
            <a:ext cx="414338" cy="509587"/>
            <a:chOff x="2870" y="1518"/>
            <a:chExt cx="292" cy="320"/>
          </a:xfrm>
        </p:grpSpPr>
        <p:graphicFrame>
          <p:nvGraphicFramePr>
            <p:cNvPr id="831513" name="Object 90">
              <a:extLst>
                <a:ext uri="{FF2B5EF4-FFF2-40B4-BE49-F238E27FC236}">
                  <a16:creationId xmlns:a16="http://schemas.microsoft.com/office/drawing/2014/main" id="{FD4D155D-52CF-472A-A9EC-4A2609C9123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1720" name="Clip" r:id="rId18" imgW="826829" imgH="840406" progId="MS_ClipArt_Gallery.2">
                    <p:embed/>
                  </p:oleObj>
                </mc:Choice>
                <mc:Fallback>
                  <p:oleObj name="Clip" r:id="rId18" imgW="826829" imgH="840406" progId="MS_ClipArt_Gallery.2">
                    <p:embed/>
                    <p:pic>
                      <p:nvPicPr>
                        <p:cNvPr id="0" name="Object 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1514" name="Object 91">
              <a:extLst>
                <a:ext uri="{FF2B5EF4-FFF2-40B4-BE49-F238E27FC236}">
                  <a16:creationId xmlns:a16="http://schemas.microsoft.com/office/drawing/2014/main" id="{C5F64F49-E443-405B-88BB-3CE5EAD7819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1721" name="Clip" r:id="rId19" imgW="1268295" imgH="1199426" progId="MS_ClipArt_Gallery.2">
                    <p:embed/>
                  </p:oleObj>
                </mc:Choice>
                <mc:Fallback>
                  <p:oleObj name="Clip" r:id="rId19" imgW="1268295" imgH="1199426" progId="MS_ClipArt_Gallery.2">
                    <p:embed/>
                    <p:pic>
                      <p:nvPicPr>
                        <p:cNvPr id="0" name="Object 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6" name="Rectangle 2">
            <a:extLst>
              <a:ext uri="{FF2B5EF4-FFF2-40B4-BE49-F238E27FC236}">
                <a16:creationId xmlns:a16="http://schemas.microsoft.com/office/drawing/2014/main" id="{F5257458-C6BC-4EE8-B8F1-9390017BA25A}"/>
              </a:ext>
            </a:extLst>
          </p:cNvPr>
          <p:cNvSpPr>
            <a:spLocks noGrp="1" noChangeArrowheads="1"/>
          </p:cNvSpPr>
          <p:nvPr>
            <p:ph type="title"/>
          </p:nvPr>
        </p:nvSpPr>
        <p:spPr/>
        <p:txBody>
          <a:bodyPr/>
          <a:lstStyle/>
          <a:p>
            <a:r>
              <a:rPr lang="en-US" altLang="ko-KR">
                <a:ea typeface="Gulim" panose="020B0600000101010101" pitchFamily="34" charset="-127"/>
              </a:rPr>
              <a:t>802.11: các kênh, sự kết hợp</a:t>
            </a:r>
          </a:p>
        </p:txBody>
      </p:sp>
      <p:sp>
        <p:nvSpPr>
          <p:cNvPr id="832517" name="Rectangle 3">
            <a:extLst>
              <a:ext uri="{FF2B5EF4-FFF2-40B4-BE49-F238E27FC236}">
                <a16:creationId xmlns:a16="http://schemas.microsoft.com/office/drawing/2014/main" id="{CDA6DA22-A53B-4BCB-A614-EE9F295E990E}"/>
              </a:ext>
            </a:extLst>
          </p:cNvPr>
          <p:cNvSpPr>
            <a:spLocks noGrp="1" noChangeArrowheads="1"/>
          </p:cNvSpPr>
          <p:nvPr>
            <p:ph type="body" idx="1"/>
          </p:nvPr>
        </p:nvSpPr>
        <p:spPr>
          <a:xfrm>
            <a:off x="234950" y="1600200"/>
            <a:ext cx="8909050" cy="4648200"/>
          </a:xfrm>
        </p:spPr>
        <p:txBody>
          <a:bodyPr/>
          <a:lstStyle/>
          <a:p>
            <a:r>
              <a:rPr lang="en-US" altLang="ko-KR" sz="2000">
                <a:ea typeface="Gulim" panose="020B0600000101010101" pitchFamily="34" charset="-127"/>
              </a:rPr>
              <a:t>802.11b: dải tần từ 2.4GHz-2.485GHz được chia thành 11 kênh (channel) với những tần số khác nhau; 3 phần không chập lên nhau</a:t>
            </a:r>
          </a:p>
          <a:p>
            <a:pPr lvl="1"/>
            <a:r>
              <a:rPr lang="en-US" altLang="ko-KR" sz="2000">
                <a:ea typeface="Gulim" panose="020B0600000101010101" pitchFamily="34" charset="-127"/>
              </a:rPr>
              <a:t>quản trị AP (điểm truy cập không dây) chọn tần số cho AP</a:t>
            </a:r>
          </a:p>
          <a:p>
            <a:pPr lvl="1"/>
            <a:r>
              <a:rPr lang="en-US" altLang="ko-KR" sz="2000">
                <a:ea typeface="Gulim" panose="020B0600000101010101" pitchFamily="34" charset="-127"/>
              </a:rPr>
              <a:t>khả năng bị nhiễu: kênh truyền có thể được chọn giống nhau bởi các AP hàng xóm!</a:t>
            </a:r>
          </a:p>
          <a:p>
            <a:r>
              <a:rPr lang="en-US" altLang="ko-KR" sz="2400">
                <a:ea typeface="Gulim" panose="020B0600000101010101" pitchFamily="34" charset="-127"/>
              </a:rPr>
              <a:t>trạm/host: phải </a:t>
            </a:r>
            <a:r>
              <a:rPr lang="en-US" altLang="ko-KR" sz="2400" i="1">
                <a:solidFill>
                  <a:srgbClr val="FF0000"/>
                </a:solidFill>
                <a:ea typeface="Gulim" panose="020B0600000101010101" pitchFamily="34" charset="-127"/>
              </a:rPr>
              <a:t>kết hợp</a:t>
            </a:r>
            <a:r>
              <a:rPr lang="en-US" altLang="ko-KR" sz="2400">
                <a:ea typeface="Gulim" panose="020B0600000101010101" pitchFamily="34" charset="-127"/>
              </a:rPr>
              <a:t> với một AP</a:t>
            </a:r>
          </a:p>
          <a:p>
            <a:pPr lvl="1"/>
            <a:r>
              <a:rPr lang="en-US" altLang="ko-KR" sz="2000">
                <a:ea typeface="Gulim" panose="020B0600000101010101" pitchFamily="34" charset="-127"/>
              </a:rPr>
              <a:t>quét/scan các kênh, lắng nghe các </a:t>
            </a:r>
            <a:r>
              <a:rPr lang="en-US" altLang="ko-KR" sz="2000" i="1">
                <a:ea typeface="Gulim" panose="020B0600000101010101" pitchFamily="34" charset="-127"/>
              </a:rPr>
              <a:t>beacon frames (frame báo hiệu)</a:t>
            </a:r>
            <a:r>
              <a:rPr lang="en-US" altLang="ko-KR" sz="2000">
                <a:ea typeface="Gulim" panose="020B0600000101010101" pitchFamily="34" charset="-127"/>
              </a:rPr>
              <a:t> chứa tên của AP (SSID- Service Set Identifier) và địa chỉ MAC</a:t>
            </a:r>
          </a:p>
          <a:p>
            <a:pPr lvl="1"/>
            <a:r>
              <a:rPr lang="en-US" altLang="ko-KR" sz="2000">
                <a:ea typeface="Gulim" panose="020B0600000101010101" pitchFamily="34" charset="-127"/>
              </a:rPr>
              <a:t>lựa chọn AP để kết hợp; khởi tạo các giao thức kết hợp</a:t>
            </a:r>
          </a:p>
          <a:p>
            <a:pPr lvl="1"/>
            <a:r>
              <a:rPr lang="en-US" altLang="ko-KR" sz="2000">
                <a:ea typeface="Gulim" panose="020B0600000101010101" pitchFamily="34" charset="-127"/>
              </a:rPr>
              <a:t>có thể thực hiện xác thực</a:t>
            </a:r>
          </a:p>
          <a:p>
            <a:pPr lvl="1"/>
            <a:r>
              <a:rPr lang="en-US" altLang="ko-KR" sz="2000">
                <a:ea typeface="Gulim" panose="020B0600000101010101" pitchFamily="34" charset="-127"/>
              </a:rPr>
              <a:t>thường thì sẽ chạy DHCP để lấy địa chỉ IP trong mạng (con) của AP</a:t>
            </a:r>
          </a:p>
          <a:p>
            <a:endParaRPr lang="en-US" altLang="ko-KR" sz="2400">
              <a:ea typeface="Gulim" panose="020B0600000101010101" pitchFamily="34" charset="-127"/>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40" name="Rectangle 2">
            <a:extLst>
              <a:ext uri="{FF2B5EF4-FFF2-40B4-BE49-F238E27FC236}">
                <a16:creationId xmlns:a16="http://schemas.microsoft.com/office/drawing/2014/main" id="{C020A346-BC5E-4089-AF30-8D3AC5A1AE47}"/>
              </a:ext>
            </a:extLst>
          </p:cNvPr>
          <p:cNvSpPr>
            <a:spLocks noGrp="1" noChangeArrowheads="1"/>
          </p:cNvSpPr>
          <p:nvPr>
            <p:ph type="title"/>
          </p:nvPr>
        </p:nvSpPr>
        <p:spPr>
          <a:xfrm>
            <a:off x="509588" y="0"/>
            <a:ext cx="7772400" cy="1143000"/>
          </a:xfrm>
        </p:spPr>
        <p:txBody>
          <a:bodyPr/>
          <a:lstStyle/>
          <a:p>
            <a:r>
              <a:rPr lang="en-US" altLang="ko-KR">
                <a:ea typeface="Gulim" panose="020B0600000101010101" pitchFamily="34" charset="-127"/>
              </a:rPr>
              <a:t>IEEE 802.11: đa truy cập</a:t>
            </a:r>
          </a:p>
        </p:txBody>
      </p:sp>
      <p:sp>
        <p:nvSpPr>
          <p:cNvPr id="833541" name="Rectangle 3">
            <a:extLst>
              <a:ext uri="{FF2B5EF4-FFF2-40B4-BE49-F238E27FC236}">
                <a16:creationId xmlns:a16="http://schemas.microsoft.com/office/drawing/2014/main" id="{ED0385BE-83D2-4461-89E2-077E1AFF57EB}"/>
              </a:ext>
            </a:extLst>
          </p:cNvPr>
          <p:cNvSpPr>
            <a:spLocks noGrp="1" noChangeArrowheads="1"/>
          </p:cNvSpPr>
          <p:nvPr>
            <p:ph type="body" idx="1"/>
          </p:nvPr>
        </p:nvSpPr>
        <p:spPr>
          <a:xfrm>
            <a:off x="273050" y="1160463"/>
            <a:ext cx="8870950" cy="4648200"/>
          </a:xfrm>
        </p:spPr>
        <p:txBody>
          <a:bodyPr/>
          <a:lstStyle/>
          <a:p>
            <a:pPr>
              <a:lnSpc>
                <a:spcPct val="80000"/>
              </a:lnSpc>
            </a:pPr>
            <a:r>
              <a:rPr lang="en-US" altLang="ko-KR" sz="2400">
                <a:ea typeface="Gulim" panose="020B0600000101010101" pitchFamily="34" charset="-127"/>
                <a:sym typeface="Symbol" panose="05050102010706020507" pitchFamily="18" charset="2"/>
              </a:rPr>
              <a:t>Giống như Ethernet, sử dụng CSMA:</a:t>
            </a:r>
          </a:p>
          <a:p>
            <a:pPr lvl="1">
              <a:lnSpc>
                <a:spcPct val="80000"/>
              </a:lnSpc>
            </a:pPr>
            <a:r>
              <a:rPr lang="en-US" altLang="ko-KR" sz="2000">
                <a:ea typeface="Gulim" panose="020B0600000101010101" pitchFamily="34" charset="-127"/>
                <a:sym typeface="Symbol" panose="05050102010706020507" pitchFamily="18" charset="2"/>
              </a:rPr>
              <a:t>truy cập ngẫu nhiên</a:t>
            </a:r>
          </a:p>
          <a:p>
            <a:pPr lvl="1">
              <a:lnSpc>
                <a:spcPct val="80000"/>
              </a:lnSpc>
            </a:pPr>
            <a:r>
              <a:rPr lang="en-US" altLang="ko-KR" sz="2000">
                <a:ea typeface="Gulim" panose="020B0600000101010101" pitchFamily="34" charset="-127"/>
                <a:sym typeface="Symbol" panose="05050102010706020507" pitchFamily="18" charset="2"/>
              </a:rPr>
              <a:t>cảm nhận sóng mang: không xung đột với cuộc truyền đang thực hiện</a:t>
            </a:r>
          </a:p>
          <a:p>
            <a:pPr>
              <a:lnSpc>
                <a:spcPct val="80000"/>
              </a:lnSpc>
            </a:pPr>
            <a:r>
              <a:rPr lang="en-US" altLang="ko-KR" sz="2400">
                <a:ea typeface="Gulim" panose="020B0600000101010101" pitchFamily="34" charset="-127"/>
                <a:sym typeface="Symbol" panose="05050102010706020507" pitchFamily="18" charset="2"/>
              </a:rPr>
              <a:t>Không giống Ethernet:</a:t>
            </a:r>
          </a:p>
          <a:p>
            <a:pPr lvl="1">
              <a:lnSpc>
                <a:spcPct val="80000"/>
              </a:lnSpc>
            </a:pPr>
            <a:r>
              <a:rPr lang="en-US" altLang="ko-KR" sz="2000">
                <a:ea typeface="Gulim" panose="020B0600000101010101" pitchFamily="34" charset="-127"/>
                <a:sym typeface="Symbol" panose="05050102010706020507" pitchFamily="18" charset="2"/>
              </a:rPr>
              <a:t>không phát hiện xung đột – truyền tất cả các frames để hoàn tất</a:t>
            </a:r>
          </a:p>
          <a:p>
            <a:pPr lvl="1">
              <a:lnSpc>
                <a:spcPct val="80000"/>
              </a:lnSpc>
            </a:pPr>
            <a:r>
              <a:rPr lang="en-US" altLang="ko-KR" sz="2000">
                <a:ea typeface="Gulim" panose="020B0600000101010101" pitchFamily="34" charset="-127"/>
                <a:sym typeface="Symbol" panose="05050102010706020507" pitchFamily="18" charset="2"/>
              </a:rPr>
              <a:t>hồi báo/acknowledgment – vì không có phát hiện xung đột, ta không thể biết được việc truyền của mình có bị xung đột hay không</a:t>
            </a:r>
          </a:p>
          <a:p>
            <a:pPr>
              <a:lnSpc>
                <a:spcPct val="80000"/>
              </a:lnSpc>
            </a:pPr>
            <a:r>
              <a:rPr lang="en-US" altLang="ko-KR" sz="2400">
                <a:ea typeface="Gulim" panose="020B0600000101010101" pitchFamily="34" charset="-127"/>
              </a:rPr>
              <a:t>Tại sao không phát hiện xung đột?</a:t>
            </a:r>
          </a:p>
          <a:p>
            <a:pPr lvl="1">
              <a:lnSpc>
                <a:spcPct val="80000"/>
              </a:lnSpc>
            </a:pPr>
            <a:r>
              <a:rPr lang="en-US" altLang="ko-KR" sz="2000">
                <a:ea typeface="Gulim" panose="020B0600000101010101" pitchFamily="34" charset="-127"/>
              </a:rPr>
              <a:t>khó để nhận (cảm nhận xung đột) khi truyền do tín hiệu nhận được có thể bị yếu (fading)</a:t>
            </a:r>
          </a:p>
          <a:p>
            <a:pPr lvl="1">
              <a:lnSpc>
                <a:spcPct val="80000"/>
              </a:lnSpc>
            </a:pPr>
            <a:r>
              <a:rPr lang="en-US" altLang="ko-KR" sz="2000">
                <a:ea typeface="Gulim" panose="020B0600000101010101" pitchFamily="34" charset="-127"/>
              </a:rPr>
              <a:t>không thể nghe tất cả các xung đột trong những trường hợp như: hidden terminal (trạm cuối bị ẩn), fading</a:t>
            </a:r>
          </a:p>
          <a:p>
            <a:pPr>
              <a:lnSpc>
                <a:spcPct val="80000"/>
              </a:lnSpc>
            </a:pPr>
            <a:r>
              <a:rPr lang="en-US" altLang="ko-KR" sz="2400">
                <a:ea typeface="Gulim" panose="020B0600000101010101" pitchFamily="34" charset="-127"/>
              </a:rPr>
              <a:t>Mục tiêu: </a:t>
            </a:r>
            <a:r>
              <a:rPr lang="en-US" altLang="ko-KR" sz="2400" i="1">
                <a:solidFill>
                  <a:srgbClr val="FF0000"/>
                </a:solidFill>
                <a:ea typeface="Gulim" panose="020B0600000101010101" pitchFamily="34" charset="-127"/>
              </a:rPr>
              <a:t>tránh xung đột/avoid collisions:</a:t>
            </a:r>
            <a:r>
              <a:rPr lang="en-US" altLang="ko-KR" sz="2400">
                <a:ea typeface="Gulim" panose="020B0600000101010101" pitchFamily="34" charset="-127"/>
              </a:rPr>
              <a:t> CSMA/C(ollision)A(voidance)</a:t>
            </a:r>
            <a:endParaRPr lang="en-US" altLang="ko-KR" sz="2400">
              <a:solidFill>
                <a:srgbClr val="FF0000"/>
              </a:solidFill>
              <a:ea typeface="Gulim" panose="020B0600000101010101" pitchFamily="34" charset="-12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4" name="Rectangle 2">
            <a:extLst>
              <a:ext uri="{FF2B5EF4-FFF2-40B4-BE49-F238E27FC236}">
                <a16:creationId xmlns:a16="http://schemas.microsoft.com/office/drawing/2014/main" id="{2CFBD532-3F26-46BD-A23D-FB76D6EAAB15}"/>
              </a:ext>
            </a:extLst>
          </p:cNvPr>
          <p:cNvSpPr>
            <a:spLocks noGrp="1" noChangeArrowheads="1"/>
          </p:cNvSpPr>
          <p:nvPr>
            <p:ph type="title"/>
          </p:nvPr>
        </p:nvSpPr>
        <p:spPr>
          <a:xfrm>
            <a:off x="0" y="333375"/>
            <a:ext cx="9144000" cy="663575"/>
          </a:xfrm>
        </p:spPr>
        <p:txBody>
          <a:bodyPr/>
          <a:lstStyle/>
          <a:p>
            <a:r>
              <a:rPr lang="en-US" altLang="ko-KR" sz="3400">
                <a:ea typeface="Gulim" panose="020B0600000101010101" pitchFamily="34" charset="-127"/>
              </a:rPr>
              <a:t>RTS/CTS (Request To Send/Clear To Send)</a:t>
            </a:r>
          </a:p>
        </p:txBody>
      </p:sp>
      <p:sp>
        <p:nvSpPr>
          <p:cNvPr id="834565" name="Rectangle 3">
            <a:extLst>
              <a:ext uri="{FF2B5EF4-FFF2-40B4-BE49-F238E27FC236}">
                <a16:creationId xmlns:a16="http://schemas.microsoft.com/office/drawing/2014/main" id="{59AA46A3-70D7-403B-83DF-85885783BD85}"/>
              </a:ext>
            </a:extLst>
          </p:cNvPr>
          <p:cNvSpPr>
            <a:spLocks noGrp="1" noChangeArrowheads="1"/>
          </p:cNvSpPr>
          <p:nvPr>
            <p:ph type="body" idx="1"/>
          </p:nvPr>
        </p:nvSpPr>
        <p:spPr>
          <a:xfrm>
            <a:off x="522288" y="1220788"/>
            <a:ext cx="7772400" cy="3611562"/>
          </a:xfrm>
        </p:spPr>
        <p:txBody>
          <a:bodyPr/>
          <a:lstStyle/>
          <a:p>
            <a:pPr>
              <a:lnSpc>
                <a:spcPct val="80000"/>
              </a:lnSpc>
              <a:buFont typeface="Wingdings" panose="05000000000000000000" pitchFamily="2" charset="2"/>
              <a:buNone/>
            </a:pPr>
            <a:r>
              <a:rPr lang="en-US" altLang="ko-KR" sz="2400" i="1">
                <a:solidFill>
                  <a:srgbClr val="FF0000"/>
                </a:solidFill>
                <a:ea typeface="Gulim" panose="020B0600000101010101" pitchFamily="34" charset="-127"/>
              </a:rPr>
              <a:t>ý tưởng:</a:t>
            </a:r>
            <a:r>
              <a:rPr lang="en-US" altLang="ko-KR" sz="2400">
                <a:ea typeface="Gulim" panose="020B0600000101010101" pitchFamily="34" charset="-127"/>
              </a:rPr>
              <a:t> </a:t>
            </a:r>
            <a:r>
              <a:rPr lang="en-US" altLang="ko-KR" sz="2000">
                <a:ea typeface="Gulim" panose="020B0600000101010101" pitchFamily="34" charset="-127"/>
              </a:rPr>
              <a:t> cho phép người gởi “đặt trước” kênh truyền hơn là truy cập ngẫu nhiên để truyền các frame dữ liệu: tránh xung đột cho các frame dữ liệu dài</a:t>
            </a:r>
          </a:p>
          <a:p>
            <a:pPr>
              <a:lnSpc>
                <a:spcPct val="80000"/>
              </a:lnSpc>
            </a:pPr>
            <a:r>
              <a:rPr lang="en-US" altLang="ko-KR" sz="2000">
                <a:ea typeface="Gulim" panose="020B0600000101010101" pitchFamily="34" charset="-127"/>
              </a:rPr>
              <a:t>tùy chọn; thường không được sử dụng</a:t>
            </a:r>
          </a:p>
          <a:p>
            <a:pPr>
              <a:lnSpc>
                <a:spcPct val="80000"/>
              </a:lnSpc>
            </a:pPr>
            <a:r>
              <a:rPr lang="en-US" altLang="ko-KR" sz="2000">
                <a:ea typeface="Gulim" panose="020B0600000101010101" pitchFamily="34" charset="-127"/>
              </a:rPr>
              <a:t>Người gởi đầu tiên truyền các gói </a:t>
            </a:r>
            <a:r>
              <a:rPr lang="en-US" altLang="ko-KR" sz="2000" i="1">
                <a:ea typeface="Gulim" panose="020B0600000101010101" pitchFamily="34" charset="-127"/>
              </a:rPr>
              <a:t>nhỏ</a:t>
            </a:r>
            <a:r>
              <a:rPr lang="en-US" altLang="ko-KR" sz="2000">
                <a:ea typeface="Gulim" panose="020B0600000101010101" pitchFamily="34" charset="-127"/>
              </a:rPr>
              <a:t> request-to-send (RTS) đến AP sử dụng CSMA</a:t>
            </a:r>
          </a:p>
          <a:p>
            <a:pPr lvl="1">
              <a:lnSpc>
                <a:spcPct val="80000"/>
              </a:lnSpc>
            </a:pPr>
            <a:r>
              <a:rPr lang="en-US" altLang="ko-KR" sz="2000">
                <a:ea typeface="Gulim" panose="020B0600000101010101" pitchFamily="34" charset="-127"/>
              </a:rPr>
              <a:t>RTSs vẫn có thể xung đột với các gói khác (nhưng chúng là ngắn)</a:t>
            </a:r>
          </a:p>
          <a:p>
            <a:pPr>
              <a:lnSpc>
                <a:spcPct val="80000"/>
              </a:lnSpc>
            </a:pPr>
            <a:r>
              <a:rPr lang="en-US" altLang="ko-KR" sz="2000">
                <a:ea typeface="Gulim" panose="020B0600000101010101" pitchFamily="34" charset="-127"/>
              </a:rPr>
              <a:t>AP quảng bá clear-to-send (CTS) trả lời cho RTS</a:t>
            </a:r>
          </a:p>
          <a:p>
            <a:pPr>
              <a:lnSpc>
                <a:spcPct val="80000"/>
              </a:lnSpc>
            </a:pPr>
            <a:r>
              <a:rPr lang="en-US" altLang="ko-KR" sz="2000">
                <a:ea typeface="Gulim" panose="020B0600000101010101" pitchFamily="34" charset="-127"/>
              </a:rPr>
              <a:t>CTS được nghe bởi tất cả các nút</a:t>
            </a:r>
          </a:p>
          <a:p>
            <a:pPr lvl="1">
              <a:lnSpc>
                <a:spcPct val="80000"/>
              </a:lnSpc>
            </a:pPr>
            <a:r>
              <a:rPr lang="en-US" altLang="ko-KR" sz="2000">
                <a:ea typeface="Gulim" panose="020B0600000101010101" pitchFamily="34" charset="-127"/>
              </a:rPr>
              <a:t>người gởi truyền frame dữ liệu</a:t>
            </a:r>
          </a:p>
          <a:p>
            <a:pPr lvl="1">
              <a:lnSpc>
                <a:spcPct val="80000"/>
              </a:lnSpc>
            </a:pPr>
            <a:r>
              <a:rPr lang="en-US" altLang="ko-KR" sz="2000">
                <a:ea typeface="Gulim" panose="020B0600000101010101" pitchFamily="34" charset="-127"/>
              </a:rPr>
              <a:t>các trạm khác trì hoãn việc truyền lại</a:t>
            </a:r>
          </a:p>
          <a:p>
            <a:pPr lvl="1">
              <a:lnSpc>
                <a:spcPct val="80000"/>
              </a:lnSpc>
              <a:buFont typeface="ZapfDingbats" pitchFamily="82" charset="2"/>
              <a:buNone/>
            </a:pPr>
            <a:endParaRPr lang="en-US" altLang="ko-KR" sz="2000">
              <a:ea typeface="Gulim" panose="020B0600000101010101" pitchFamily="34" charset="-127"/>
            </a:endParaRPr>
          </a:p>
        </p:txBody>
      </p:sp>
      <p:sp>
        <p:nvSpPr>
          <p:cNvPr id="834566" name="Text Box 4">
            <a:extLst>
              <a:ext uri="{FF2B5EF4-FFF2-40B4-BE49-F238E27FC236}">
                <a16:creationId xmlns:a16="http://schemas.microsoft.com/office/drawing/2014/main" id="{AB97CF59-77CA-4489-B057-5ECF398CA39E}"/>
              </a:ext>
            </a:extLst>
          </p:cNvPr>
          <p:cNvSpPr txBox="1">
            <a:spLocks noChangeArrowheads="1"/>
          </p:cNvSpPr>
          <p:nvPr/>
        </p:nvSpPr>
        <p:spPr bwMode="auto">
          <a:xfrm>
            <a:off x="1284288" y="5281613"/>
            <a:ext cx="60626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ko-KR" sz="2400">
                <a:ea typeface="Gulim" panose="020B0600000101010101" pitchFamily="34" charset="-127"/>
              </a:rPr>
              <a:t>Tránh xung đột cho các frame dữ liệu lớn</a:t>
            </a:r>
          </a:p>
          <a:p>
            <a:pPr algn="ctr">
              <a:spcBef>
                <a:spcPct val="0"/>
              </a:spcBef>
              <a:buClrTx/>
              <a:buSzTx/>
              <a:buFontTx/>
              <a:buNone/>
            </a:pPr>
            <a:r>
              <a:rPr lang="en-US" altLang="ko-KR" sz="2400">
                <a:ea typeface="Gulim" panose="020B0600000101010101" pitchFamily="34" charset="-127"/>
              </a:rPr>
              <a:t>sử dụng các gói đặt trước kích cỡ nhỏ!</a:t>
            </a:r>
          </a:p>
        </p:txBody>
      </p:sp>
      <p:sp>
        <p:nvSpPr>
          <p:cNvPr id="834567" name="Rectangle 5">
            <a:extLst>
              <a:ext uri="{FF2B5EF4-FFF2-40B4-BE49-F238E27FC236}">
                <a16:creationId xmlns:a16="http://schemas.microsoft.com/office/drawing/2014/main" id="{BC1792B2-F6F9-4187-84CA-83C2DE5C7817}"/>
              </a:ext>
            </a:extLst>
          </p:cNvPr>
          <p:cNvSpPr>
            <a:spLocks noChangeArrowheads="1"/>
          </p:cNvSpPr>
          <p:nvPr/>
        </p:nvSpPr>
        <p:spPr bwMode="auto">
          <a:xfrm>
            <a:off x="1276350" y="5238750"/>
            <a:ext cx="6070600" cy="9144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8" name="Rectangle 2">
            <a:extLst>
              <a:ext uri="{FF2B5EF4-FFF2-40B4-BE49-F238E27FC236}">
                <a16:creationId xmlns:a16="http://schemas.microsoft.com/office/drawing/2014/main" id="{66B39B24-F299-49B2-9CA1-5EEF078649FC}"/>
              </a:ext>
            </a:extLst>
          </p:cNvPr>
          <p:cNvSpPr>
            <a:spLocks noGrp="1" noChangeArrowheads="1"/>
          </p:cNvSpPr>
          <p:nvPr>
            <p:ph type="title"/>
          </p:nvPr>
        </p:nvSpPr>
        <p:spPr>
          <a:xfrm>
            <a:off x="684213" y="247650"/>
            <a:ext cx="7772400" cy="566738"/>
          </a:xfrm>
        </p:spPr>
        <p:txBody>
          <a:bodyPr/>
          <a:lstStyle/>
          <a:p>
            <a:r>
              <a:rPr lang="en-US" altLang="ko-KR" sz="3200">
                <a:ea typeface="Gulim" panose="020B0600000101010101" pitchFamily="34" charset="-127"/>
              </a:rPr>
              <a:t>Tránh xung đột/Collision Avoidance: trao đối RTS-CTS</a:t>
            </a:r>
          </a:p>
        </p:txBody>
      </p:sp>
      <p:sp>
        <p:nvSpPr>
          <p:cNvPr id="835589" name="Text Box 3">
            <a:extLst>
              <a:ext uri="{FF2B5EF4-FFF2-40B4-BE49-F238E27FC236}">
                <a16:creationId xmlns:a16="http://schemas.microsoft.com/office/drawing/2014/main" id="{F3AA520D-DD1D-419D-A00C-716401556B14}"/>
              </a:ext>
            </a:extLst>
          </p:cNvPr>
          <p:cNvSpPr txBox="1">
            <a:spLocks noChangeArrowheads="1"/>
          </p:cNvSpPr>
          <p:nvPr/>
        </p:nvSpPr>
        <p:spPr bwMode="auto">
          <a:xfrm>
            <a:off x="3246438" y="746125"/>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3200">
              <a:latin typeface="Times New Roman" panose="02020603050405020304" pitchFamily="18" charset="0"/>
              <a:ea typeface="Gulim" panose="020B0600000101010101" pitchFamily="34" charset="-127"/>
            </a:endParaRPr>
          </a:p>
        </p:txBody>
      </p:sp>
      <p:sp>
        <p:nvSpPr>
          <p:cNvPr id="835590" name="Text Box 4">
            <a:extLst>
              <a:ext uri="{FF2B5EF4-FFF2-40B4-BE49-F238E27FC236}">
                <a16:creationId xmlns:a16="http://schemas.microsoft.com/office/drawing/2014/main" id="{5395926D-C425-46AC-B7A0-2F6B8C48E6E5}"/>
              </a:ext>
            </a:extLst>
          </p:cNvPr>
          <p:cNvSpPr txBox="1">
            <a:spLocks noChangeArrowheads="1"/>
          </p:cNvSpPr>
          <p:nvPr/>
        </p:nvSpPr>
        <p:spPr bwMode="auto">
          <a:xfrm>
            <a:off x="4624388" y="1393825"/>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800">
                <a:ea typeface="Gulim" panose="020B0600000101010101" pitchFamily="34" charset="-127"/>
              </a:rPr>
              <a:t>AP</a:t>
            </a:r>
          </a:p>
        </p:txBody>
      </p:sp>
      <p:grpSp>
        <p:nvGrpSpPr>
          <p:cNvPr id="835591" name="Group 5">
            <a:extLst>
              <a:ext uri="{FF2B5EF4-FFF2-40B4-BE49-F238E27FC236}">
                <a16:creationId xmlns:a16="http://schemas.microsoft.com/office/drawing/2014/main" id="{D90F2067-4746-4ECE-9806-AB6D91601E12}"/>
              </a:ext>
            </a:extLst>
          </p:cNvPr>
          <p:cNvGrpSpPr>
            <a:grpSpLocks/>
          </p:cNvGrpSpPr>
          <p:nvPr/>
        </p:nvGrpSpPr>
        <p:grpSpPr bwMode="auto">
          <a:xfrm>
            <a:off x="4202113" y="1109663"/>
            <a:ext cx="782637" cy="571500"/>
            <a:chOff x="1160" y="2192"/>
            <a:chExt cx="589" cy="440"/>
          </a:xfrm>
        </p:grpSpPr>
        <p:pic>
          <p:nvPicPr>
            <p:cNvPr id="835628" name="Picture 6" descr="31u_bnrz[1]">
              <a:extLst>
                <a:ext uri="{FF2B5EF4-FFF2-40B4-BE49-F238E27FC236}">
                  <a16:creationId xmlns:a16="http://schemas.microsoft.com/office/drawing/2014/main" id="{0C21648A-05B6-469B-B0CC-4ADC661BE5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1349" y="2458"/>
              <a:ext cx="21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5629" name="AutoShape 7">
              <a:extLst>
                <a:ext uri="{FF2B5EF4-FFF2-40B4-BE49-F238E27FC236}">
                  <a16:creationId xmlns:a16="http://schemas.microsoft.com/office/drawing/2014/main" id="{65905BE5-EC58-4793-B147-D4ECB5C9AF6A}"/>
                </a:ext>
              </a:extLst>
            </p:cNvPr>
            <p:cNvSpPr>
              <a:spLocks noChangeAspect="1" noChangeArrowheads="1" noTextEdit="1"/>
            </p:cNvSpPr>
            <p:nvPr/>
          </p:nvSpPr>
          <p:spPr bwMode="auto">
            <a:xfrm>
              <a:off x="1160" y="2192"/>
              <a:ext cx="5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35630" name="Freeform 8">
              <a:extLst>
                <a:ext uri="{FF2B5EF4-FFF2-40B4-BE49-F238E27FC236}">
                  <a16:creationId xmlns:a16="http://schemas.microsoft.com/office/drawing/2014/main" id="{8C4BC24D-C186-4E39-911D-6CD79D8CF534}"/>
                </a:ext>
              </a:extLst>
            </p:cNvPr>
            <p:cNvSpPr>
              <a:spLocks/>
            </p:cNvSpPr>
            <p:nvPr/>
          </p:nvSpPr>
          <p:spPr bwMode="auto">
            <a:xfrm>
              <a:off x="1283" y="2231"/>
              <a:ext cx="83" cy="102"/>
            </a:xfrm>
            <a:custGeom>
              <a:avLst/>
              <a:gdLst>
                <a:gd name="T0" fmla="*/ 0 w 247"/>
                <a:gd name="T1" fmla="*/ 1 h 203"/>
                <a:gd name="T2" fmla="*/ 0 w 247"/>
                <a:gd name="T3" fmla="*/ 1 h 203"/>
                <a:gd name="T4" fmla="*/ 0 w 247"/>
                <a:gd name="T5" fmla="*/ 1 h 203"/>
                <a:gd name="T6" fmla="*/ 0 w 247"/>
                <a:gd name="T7" fmla="*/ 1 h 203"/>
                <a:gd name="T8" fmla="*/ 0 w 247"/>
                <a:gd name="T9" fmla="*/ 1 h 203"/>
                <a:gd name="T10" fmla="*/ 0 w 247"/>
                <a:gd name="T11" fmla="*/ 1 h 203"/>
                <a:gd name="T12" fmla="*/ 0 w 247"/>
                <a:gd name="T13" fmla="*/ 1 h 203"/>
                <a:gd name="T14" fmla="*/ 0 w 247"/>
                <a:gd name="T15" fmla="*/ 1 h 203"/>
                <a:gd name="T16" fmla="*/ 0 w 247"/>
                <a:gd name="T17" fmla="*/ 1 h 203"/>
                <a:gd name="T18" fmla="*/ 0 w 247"/>
                <a:gd name="T19" fmla="*/ 1 h 203"/>
                <a:gd name="T20" fmla="*/ 0 w 247"/>
                <a:gd name="T21" fmla="*/ 1 h 203"/>
                <a:gd name="T22" fmla="*/ 0 w 247"/>
                <a:gd name="T23" fmla="*/ 1 h 203"/>
                <a:gd name="T24" fmla="*/ 0 w 247"/>
                <a:gd name="T25" fmla="*/ 1 h 203"/>
                <a:gd name="T26" fmla="*/ 0 w 247"/>
                <a:gd name="T27" fmla="*/ 1 h 203"/>
                <a:gd name="T28" fmla="*/ 0 w 247"/>
                <a:gd name="T29" fmla="*/ 1 h 203"/>
                <a:gd name="T30" fmla="*/ 0 w 247"/>
                <a:gd name="T31" fmla="*/ 1 h 203"/>
                <a:gd name="T32" fmla="*/ 0 w 247"/>
                <a:gd name="T33" fmla="*/ 1 h 203"/>
                <a:gd name="T34" fmla="*/ 0 w 247"/>
                <a:gd name="T35" fmla="*/ 1 h 203"/>
                <a:gd name="T36" fmla="*/ 0 w 247"/>
                <a:gd name="T37" fmla="*/ 1 h 203"/>
                <a:gd name="T38" fmla="*/ 0 w 247"/>
                <a:gd name="T39" fmla="*/ 1 h 203"/>
                <a:gd name="T40" fmla="*/ 0 w 247"/>
                <a:gd name="T41" fmla="*/ 1 h 203"/>
                <a:gd name="T42" fmla="*/ 0 w 247"/>
                <a:gd name="T43" fmla="*/ 1 h 203"/>
                <a:gd name="T44" fmla="*/ 0 w 247"/>
                <a:gd name="T45" fmla="*/ 1 h 203"/>
                <a:gd name="T46" fmla="*/ 0 w 247"/>
                <a:gd name="T47" fmla="*/ 1 h 203"/>
                <a:gd name="T48" fmla="*/ 0 w 247"/>
                <a:gd name="T49" fmla="*/ 1 h 203"/>
                <a:gd name="T50" fmla="*/ 0 w 247"/>
                <a:gd name="T51" fmla="*/ 1 h 203"/>
                <a:gd name="T52" fmla="*/ 0 w 247"/>
                <a:gd name="T53" fmla="*/ 1 h 203"/>
                <a:gd name="T54" fmla="*/ 0 w 247"/>
                <a:gd name="T55" fmla="*/ 1 h 203"/>
                <a:gd name="T56" fmla="*/ 0 w 247"/>
                <a:gd name="T57" fmla="*/ 1 h 203"/>
                <a:gd name="T58" fmla="*/ 0 w 247"/>
                <a:gd name="T59" fmla="*/ 1 h 203"/>
                <a:gd name="T60" fmla="*/ 0 w 247"/>
                <a:gd name="T61" fmla="*/ 1 h 203"/>
                <a:gd name="T62" fmla="*/ 0 w 247"/>
                <a:gd name="T63" fmla="*/ 1 h 203"/>
                <a:gd name="T64" fmla="*/ 0 w 247"/>
                <a:gd name="T65" fmla="*/ 1 h 203"/>
                <a:gd name="T66" fmla="*/ 0 w 247"/>
                <a:gd name="T67" fmla="*/ 1 h 203"/>
                <a:gd name="T68" fmla="*/ 0 w 247"/>
                <a:gd name="T69" fmla="*/ 1 h 203"/>
                <a:gd name="T70" fmla="*/ 0 w 247"/>
                <a:gd name="T71" fmla="*/ 1 h 203"/>
                <a:gd name="T72" fmla="*/ 0 w 247"/>
                <a:gd name="T73" fmla="*/ 1 h 203"/>
                <a:gd name="T74" fmla="*/ 0 w 247"/>
                <a:gd name="T75" fmla="*/ 1 h 203"/>
                <a:gd name="T76" fmla="*/ 0 w 247"/>
                <a:gd name="T77" fmla="*/ 1 h 203"/>
                <a:gd name="T78" fmla="*/ 0 w 247"/>
                <a:gd name="T79" fmla="*/ 1 h 203"/>
                <a:gd name="T80" fmla="*/ 0 w 247"/>
                <a:gd name="T81" fmla="*/ 1 h 203"/>
                <a:gd name="T82" fmla="*/ 0 w 247"/>
                <a:gd name="T83" fmla="*/ 1 h 203"/>
                <a:gd name="T84" fmla="*/ 0 w 247"/>
                <a:gd name="T85" fmla="*/ 0 h 203"/>
                <a:gd name="T86" fmla="*/ 0 w 247"/>
                <a:gd name="T87" fmla="*/ 1 h 203"/>
                <a:gd name="T88" fmla="*/ 0 w 247"/>
                <a:gd name="T89" fmla="*/ 1 h 203"/>
                <a:gd name="T90" fmla="*/ 0 w 247"/>
                <a:gd name="T91" fmla="*/ 1 h 203"/>
                <a:gd name="T92" fmla="*/ 0 w 247"/>
                <a:gd name="T93" fmla="*/ 1 h 203"/>
                <a:gd name="T94" fmla="*/ 0 w 247"/>
                <a:gd name="T95" fmla="*/ 1 h 203"/>
                <a:gd name="T96" fmla="*/ 0 w 247"/>
                <a:gd name="T97" fmla="*/ 1 h 20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47"/>
                <a:gd name="T148" fmla="*/ 0 h 203"/>
                <a:gd name="T149" fmla="*/ 247 w 247"/>
                <a:gd name="T150" fmla="*/ 203 h 20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31" name="Freeform 9">
              <a:extLst>
                <a:ext uri="{FF2B5EF4-FFF2-40B4-BE49-F238E27FC236}">
                  <a16:creationId xmlns:a16="http://schemas.microsoft.com/office/drawing/2014/main" id="{0F0B54B9-12B6-4AF7-8791-FA72C5E493D4}"/>
                </a:ext>
              </a:extLst>
            </p:cNvPr>
            <p:cNvSpPr>
              <a:spLocks/>
            </p:cNvSpPr>
            <p:nvPr/>
          </p:nvSpPr>
          <p:spPr bwMode="auto">
            <a:xfrm>
              <a:off x="1424" y="2230"/>
              <a:ext cx="52" cy="79"/>
            </a:xfrm>
            <a:custGeom>
              <a:avLst/>
              <a:gdLst>
                <a:gd name="T0" fmla="*/ 0 w 158"/>
                <a:gd name="T1" fmla="*/ 1 h 158"/>
                <a:gd name="T2" fmla="*/ 0 w 158"/>
                <a:gd name="T3" fmla="*/ 1 h 158"/>
                <a:gd name="T4" fmla="*/ 0 w 158"/>
                <a:gd name="T5" fmla="*/ 1 h 158"/>
                <a:gd name="T6" fmla="*/ 0 w 158"/>
                <a:gd name="T7" fmla="*/ 1 h 158"/>
                <a:gd name="T8" fmla="*/ 0 w 158"/>
                <a:gd name="T9" fmla="*/ 1 h 158"/>
                <a:gd name="T10" fmla="*/ 0 w 158"/>
                <a:gd name="T11" fmla="*/ 1 h 158"/>
                <a:gd name="T12" fmla="*/ 0 w 158"/>
                <a:gd name="T13" fmla="*/ 1 h 158"/>
                <a:gd name="T14" fmla="*/ 0 w 158"/>
                <a:gd name="T15" fmla="*/ 1 h 158"/>
                <a:gd name="T16" fmla="*/ 0 w 158"/>
                <a:gd name="T17" fmla="*/ 1 h 158"/>
                <a:gd name="T18" fmla="*/ 0 w 158"/>
                <a:gd name="T19" fmla="*/ 1 h 158"/>
                <a:gd name="T20" fmla="*/ 0 w 158"/>
                <a:gd name="T21" fmla="*/ 1 h 158"/>
                <a:gd name="T22" fmla="*/ 0 w 158"/>
                <a:gd name="T23" fmla="*/ 1 h 158"/>
                <a:gd name="T24" fmla="*/ 0 w 158"/>
                <a:gd name="T25" fmla="*/ 1 h 158"/>
                <a:gd name="T26" fmla="*/ 0 w 158"/>
                <a:gd name="T27" fmla="*/ 1 h 158"/>
                <a:gd name="T28" fmla="*/ 0 w 158"/>
                <a:gd name="T29" fmla="*/ 1 h 158"/>
                <a:gd name="T30" fmla="*/ 0 w 158"/>
                <a:gd name="T31" fmla="*/ 1 h 158"/>
                <a:gd name="T32" fmla="*/ 0 w 158"/>
                <a:gd name="T33" fmla="*/ 1 h 158"/>
                <a:gd name="T34" fmla="*/ 0 w 158"/>
                <a:gd name="T35" fmla="*/ 1 h 158"/>
                <a:gd name="T36" fmla="*/ 0 w 158"/>
                <a:gd name="T37" fmla="*/ 1 h 158"/>
                <a:gd name="T38" fmla="*/ 0 w 158"/>
                <a:gd name="T39" fmla="*/ 1 h 158"/>
                <a:gd name="T40" fmla="*/ 0 w 158"/>
                <a:gd name="T41" fmla="*/ 1 h 158"/>
                <a:gd name="T42" fmla="*/ 0 w 158"/>
                <a:gd name="T43" fmla="*/ 1 h 158"/>
                <a:gd name="T44" fmla="*/ 0 w 158"/>
                <a:gd name="T45" fmla="*/ 1 h 158"/>
                <a:gd name="T46" fmla="*/ 0 w 158"/>
                <a:gd name="T47" fmla="*/ 1 h 158"/>
                <a:gd name="T48" fmla="*/ 0 w 158"/>
                <a:gd name="T49" fmla="*/ 1 h 158"/>
                <a:gd name="T50" fmla="*/ 0 w 158"/>
                <a:gd name="T51" fmla="*/ 1 h 158"/>
                <a:gd name="T52" fmla="*/ 0 w 158"/>
                <a:gd name="T53" fmla="*/ 1 h 158"/>
                <a:gd name="T54" fmla="*/ 0 w 158"/>
                <a:gd name="T55" fmla="*/ 1 h 158"/>
                <a:gd name="T56" fmla="*/ 0 w 158"/>
                <a:gd name="T57" fmla="*/ 1 h 158"/>
                <a:gd name="T58" fmla="*/ 0 w 158"/>
                <a:gd name="T59" fmla="*/ 1 h 158"/>
                <a:gd name="T60" fmla="*/ 0 w 158"/>
                <a:gd name="T61" fmla="*/ 0 h 158"/>
                <a:gd name="T62" fmla="*/ 0 w 158"/>
                <a:gd name="T63" fmla="*/ 0 h 158"/>
                <a:gd name="T64" fmla="*/ 0 w 158"/>
                <a:gd name="T65" fmla="*/ 1 h 158"/>
                <a:gd name="T66" fmla="*/ 0 w 158"/>
                <a:gd name="T67" fmla="*/ 1 h 158"/>
                <a:gd name="T68" fmla="*/ 0 w 158"/>
                <a:gd name="T69" fmla="*/ 1 h 158"/>
                <a:gd name="T70" fmla="*/ 0 w 158"/>
                <a:gd name="T71" fmla="*/ 1 h 158"/>
                <a:gd name="T72" fmla="*/ 0 w 158"/>
                <a:gd name="T73" fmla="*/ 1 h 158"/>
                <a:gd name="T74" fmla="*/ 0 w 158"/>
                <a:gd name="T75" fmla="*/ 1 h 158"/>
                <a:gd name="T76" fmla="*/ 0 w 158"/>
                <a:gd name="T77" fmla="*/ 1 h 158"/>
                <a:gd name="T78" fmla="*/ 0 w 158"/>
                <a:gd name="T79" fmla="*/ 1 h 158"/>
                <a:gd name="T80" fmla="*/ 0 w 158"/>
                <a:gd name="T81" fmla="*/ 1 h 1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8"/>
                <a:gd name="T124" fmla="*/ 0 h 158"/>
                <a:gd name="T125" fmla="*/ 158 w 158"/>
                <a:gd name="T126" fmla="*/ 158 h 1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32" name="Freeform 10">
              <a:extLst>
                <a:ext uri="{FF2B5EF4-FFF2-40B4-BE49-F238E27FC236}">
                  <a16:creationId xmlns:a16="http://schemas.microsoft.com/office/drawing/2014/main" id="{4AAC62B2-5769-42EB-9749-D4949EBCF891}"/>
                </a:ext>
              </a:extLst>
            </p:cNvPr>
            <p:cNvSpPr>
              <a:spLocks/>
            </p:cNvSpPr>
            <p:nvPr/>
          </p:nvSpPr>
          <p:spPr bwMode="auto">
            <a:xfrm>
              <a:off x="1232" y="2211"/>
              <a:ext cx="133" cy="166"/>
            </a:xfrm>
            <a:custGeom>
              <a:avLst/>
              <a:gdLst>
                <a:gd name="T0" fmla="*/ 0 w 399"/>
                <a:gd name="T1" fmla="*/ 1 h 331"/>
                <a:gd name="T2" fmla="*/ 0 w 399"/>
                <a:gd name="T3" fmla="*/ 1 h 331"/>
                <a:gd name="T4" fmla="*/ 0 w 399"/>
                <a:gd name="T5" fmla="*/ 1 h 331"/>
                <a:gd name="T6" fmla="*/ 0 w 399"/>
                <a:gd name="T7" fmla="*/ 1 h 331"/>
                <a:gd name="T8" fmla="*/ 0 w 399"/>
                <a:gd name="T9" fmla="*/ 1 h 331"/>
                <a:gd name="T10" fmla="*/ 0 w 399"/>
                <a:gd name="T11" fmla="*/ 1 h 331"/>
                <a:gd name="T12" fmla="*/ 0 w 399"/>
                <a:gd name="T13" fmla="*/ 1 h 331"/>
                <a:gd name="T14" fmla="*/ 0 w 399"/>
                <a:gd name="T15" fmla="*/ 1 h 331"/>
                <a:gd name="T16" fmla="*/ 0 w 399"/>
                <a:gd name="T17" fmla="*/ 1 h 331"/>
                <a:gd name="T18" fmla="*/ 0 w 399"/>
                <a:gd name="T19" fmla="*/ 1 h 331"/>
                <a:gd name="T20" fmla="*/ 0 w 399"/>
                <a:gd name="T21" fmla="*/ 1 h 331"/>
                <a:gd name="T22" fmla="*/ 0 w 399"/>
                <a:gd name="T23" fmla="*/ 1 h 331"/>
                <a:gd name="T24" fmla="*/ 0 w 399"/>
                <a:gd name="T25" fmla="*/ 1 h 331"/>
                <a:gd name="T26" fmla="*/ 0 w 399"/>
                <a:gd name="T27" fmla="*/ 1 h 331"/>
                <a:gd name="T28" fmla="*/ 0 w 399"/>
                <a:gd name="T29" fmla="*/ 1 h 331"/>
                <a:gd name="T30" fmla="*/ 0 w 399"/>
                <a:gd name="T31" fmla="*/ 1 h 331"/>
                <a:gd name="T32" fmla="*/ 0 w 399"/>
                <a:gd name="T33" fmla="*/ 1 h 331"/>
                <a:gd name="T34" fmla="*/ 0 w 399"/>
                <a:gd name="T35" fmla="*/ 1 h 331"/>
                <a:gd name="T36" fmla="*/ 0 w 399"/>
                <a:gd name="T37" fmla="*/ 1 h 331"/>
                <a:gd name="T38" fmla="*/ 0 w 399"/>
                <a:gd name="T39" fmla="*/ 1 h 331"/>
                <a:gd name="T40" fmla="*/ 0 w 399"/>
                <a:gd name="T41" fmla="*/ 1 h 331"/>
                <a:gd name="T42" fmla="*/ 0 w 399"/>
                <a:gd name="T43" fmla="*/ 1 h 331"/>
                <a:gd name="T44" fmla="*/ 0 w 399"/>
                <a:gd name="T45" fmla="*/ 1 h 331"/>
                <a:gd name="T46" fmla="*/ 0 w 399"/>
                <a:gd name="T47" fmla="*/ 1 h 331"/>
                <a:gd name="T48" fmla="*/ 0 w 399"/>
                <a:gd name="T49" fmla="*/ 1 h 331"/>
                <a:gd name="T50" fmla="*/ 0 w 399"/>
                <a:gd name="T51" fmla="*/ 1 h 331"/>
                <a:gd name="T52" fmla="*/ 0 w 399"/>
                <a:gd name="T53" fmla="*/ 1 h 331"/>
                <a:gd name="T54" fmla="*/ 0 w 399"/>
                <a:gd name="T55" fmla="*/ 1 h 331"/>
                <a:gd name="T56" fmla="*/ 0 w 399"/>
                <a:gd name="T57" fmla="*/ 1 h 331"/>
                <a:gd name="T58" fmla="*/ 0 w 399"/>
                <a:gd name="T59" fmla="*/ 1 h 331"/>
                <a:gd name="T60" fmla="*/ 0 w 399"/>
                <a:gd name="T61" fmla="*/ 1 h 331"/>
                <a:gd name="T62" fmla="*/ 0 w 399"/>
                <a:gd name="T63" fmla="*/ 1 h 331"/>
                <a:gd name="T64" fmla="*/ 0 w 399"/>
                <a:gd name="T65" fmla="*/ 1 h 331"/>
                <a:gd name="T66" fmla="*/ 0 w 399"/>
                <a:gd name="T67" fmla="*/ 1 h 331"/>
                <a:gd name="T68" fmla="*/ 0 w 399"/>
                <a:gd name="T69" fmla="*/ 1 h 331"/>
                <a:gd name="T70" fmla="*/ 0 w 399"/>
                <a:gd name="T71" fmla="*/ 1 h 331"/>
                <a:gd name="T72" fmla="*/ 0 w 399"/>
                <a:gd name="T73" fmla="*/ 1 h 331"/>
                <a:gd name="T74" fmla="*/ 0 w 399"/>
                <a:gd name="T75" fmla="*/ 1 h 331"/>
                <a:gd name="T76" fmla="*/ 0 w 399"/>
                <a:gd name="T77" fmla="*/ 1 h 331"/>
                <a:gd name="T78" fmla="*/ 0 w 399"/>
                <a:gd name="T79" fmla="*/ 1 h 331"/>
                <a:gd name="T80" fmla="*/ 0 w 399"/>
                <a:gd name="T81" fmla="*/ 0 h 331"/>
                <a:gd name="T82" fmla="*/ 0 w 399"/>
                <a:gd name="T83" fmla="*/ 1 h 331"/>
                <a:gd name="T84" fmla="*/ 0 w 399"/>
                <a:gd name="T85" fmla="*/ 1 h 331"/>
                <a:gd name="T86" fmla="*/ 0 w 399"/>
                <a:gd name="T87" fmla="*/ 1 h 33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1"/>
                <a:gd name="T134" fmla="*/ 399 w 399"/>
                <a:gd name="T135" fmla="*/ 331 h 33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33" name="Freeform 11">
              <a:extLst>
                <a:ext uri="{FF2B5EF4-FFF2-40B4-BE49-F238E27FC236}">
                  <a16:creationId xmlns:a16="http://schemas.microsoft.com/office/drawing/2014/main" id="{C771486C-DF5A-401D-B49C-329C5FF358B5}"/>
                </a:ext>
              </a:extLst>
            </p:cNvPr>
            <p:cNvSpPr>
              <a:spLocks/>
            </p:cNvSpPr>
            <p:nvPr/>
          </p:nvSpPr>
          <p:spPr bwMode="auto">
            <a:xfrm>
              <a:off x="1419" y="2206"/>
              <a:ext cx="116" cy="110"/>
            </a:xfrm>
            <a:custGeom>
              <a:avLst/>
              <a:gdLst>
                <a:gd name="T0" fmla="*/ 0 w 350"/>
                <a:gd name="T1" fmla="*/ 0 h 221"/>
                <a:gd name="T2" fmla="*/ 0 w 350"/>
                <a:gd name="T3" fmla="*/ 0 h 221"/>
                <a:gd name="T4" fmla="*/ 0 w 350"/>
                <a:gd name="T5" fmla="*/ 0 h 221"/>
                <a:gd name="T6" fmla="*/ 0 w 350"/>
                <a:gd name="T7" fmla="*/ 0 h 221"/>
                <a:gd name="T8" fmla="*/ 0 w 350"/>
                <a:gd name="T9" fmla="*/ 0 h 221"/>
                <a:gd name="T10" fmla="*/ 0 w 350"/>
                <a:gd name="T11" fmla="*/ 0 h 221"/>
                <a:gd name="T12" fmla="*/ 0 w 350"/>
                <a:gd name="T13" fmla="*/ 0 h 221"/>
                <a:gd name="T14" fmla="*/ 0 w 350"/>
                <a:gd name="T15" fmla="*/ 0 h 221"/>
                <a:gd name="T16" fmla="*/ 0 w 350"/>
                <a:gd name="T17" fmla="*/ 0 h 221"/>
                <a:gd name="T18" fmla="*/ 0 w 350"/>
                <a:gd name="T19" fmla="*/ 0 h 221"/>
                <a:gd name="T20" fmla="*/ 0 w 350"/>
                <a:gd name="T21" fmla="*/ 0 h 221"/>
                <a:gd name="T22" fmla="*/ 0 w 350"/>
                <a:gd name="T23" fmla="*/ 0 h 221"/>
                <a:gd name="T24" fmla="*/ 0 w 350"/>
                <a:gd name="T25" fmla="*/ 0 h 221"/>
                <a:gd name="T26" fmla="*/ 0 w 350"/>
                <a:gd name="T27" fmla="*/ 0 h 221"/>
                <a:gd name="T28" fmla="*/ 0 w 350"/>
                <a:gd name="T29" fmla="*/ 0 h 221"/>
                <a:gd name="T30" fmla="*/ 0 w 350"/>
                <a:gd name="T31" fmla="*/ 0 h 221"/>
                <a:gd name="T32" fmla="*/ 0 w 350"/>
                <a:gd name="T33" fmla="*/ 0 h 221"/>
                <a:gd name="T34" fmla="*/ 0 w 350"/>
                <a:gd name="T35" fmla="*/ 0 h 221"/>
                <a:gd name="T36" fmla="*/ 0 w 350"/>
                <a:gd name="T37" fmla="*/ 0 h 221"/>
                <a:gd name="T38" fmla="*/ 0 w 350"/>
                <a:gd name="T39" fmla="*/ 0 h 221"/>
                <a:gd name="T40" fmla="*/ 0 w 350"/>
                <a:gd name="T41" fmla="*/ 0 h 221"/>
                <a:gd name="T42" fmla="*/ 0 w 350"/>
                <a:gd name="T43" fmla="*/ 0 h 221"/>
                <a:gd name="T44" fmla="*/ 0 w 350"/>
                <a:gd name="T45" fmla="*/ 0 h 221"/>
                <a:gd name="T46" fmla="*/ 0 w 350"/>
                <a:gd name="T47" fmla="*/ 0 h 221"/>
                <a:gd name="T48" fmla="*/ 0 w 350"/>
                <a:gd name="T49" fmla="*/ 0 h 221"/>
                <a:gd name="T50" fmla="*/ 0 w 350"/>
                <a:gd name="T51" fmla="*/ 0 h 221"/>
                <a:gd name="T52" fmla="*/ 0 w 350"/>
                <a:gd name="T53" fmla="*/ 0 h 221"/>
                <a:gd name="T54" fmla="*/ 0 w 350"/>
                <a:gd name="T55" fmla="*/ 0 h 221"/>
                <a:gd name="T56" fmla="*/ 0 w 350"/>
                <a:gd name="T57" fmla="*/ 0 h 221"/>
                <a:gd name="T58" fmla="*/ 0 w 350"/>
                <a:gd name="T59" fmla="*/ 0 h 221"/>
                <a:gd name="T60" fmla="*/ 0 w 350"/>
                <a:gd name="T61" fmla="*/ 0 h 221"/>
                <a:gd name="T62" fmla="*/ 0 w 350"/>
                <a:gd name="T63" fmla="*/ 0 h 221"/>
                <a:gd name="T64" fmla="*/ 0 w 350"/>
                <a:gd name="T65" fmla="*/ 0 h 221"/>
                <a:gd name="T66" fmla="*/ 0 w 350"/>
                <a:gd name="T67" fmla="*/ 0 h 221"/>
                <a:gd name="T68" fmla="*/ 0 w 350"/>
                <a:gd name="T69" fmla="*/ 0 h 221"/>
                <a:gd name="T70" fmla="*/ 0 w 350"/>
                <a:gd name="T71" fmla="*/ 0 h 221"/>
                <a:gd name="T72" fmla="*/ 0 w 350"/>
                <a:gd name="T73" fmla="*/ 0 h 221"/>
                <a:gd name="T74" fmla="*/ 0 w 350"/>
                <a:gd name="T75" fmla="*/ 0 h 221"/>
                <a:gd name="T76" fmla="*/ 0 w 350"/>
                <a:gd name="T77" fmla="*/ 0 h 221"/>
                <a:gd name="T78" fmla="*/ 0 w 350"/>
                <a:gd name="T79" fmla="*/ 0 h 221"/>
                <a:gd name="T80" fmla="*/ 0 w 350"/>
                <a:gd name="T81" fmla="*/ 0 h 221"/>
                <a:gd name="T82" fmla="*/ 0 w 350"/>
                <a:gd name="T83" fmla="*/ 0 h 221"/>
                <a:gd name="T84" fmla="*/ 0 w 350"/>
                <a:gd name="T85" fmla="*/ 0 h 221"/>
                <a:gd name="T86" fmla="*/ 0 w 350"/>
                <a:gd name="T87" fmla="*/ 0 h 221"/>
                <a:gd name="T88" fmla="*/ 0 w 350"/>
                <a:gd name="T89" fmla="*/ 0 h 221"/>
                <a:gd name="T90" fmla="*/ 0 w 350"/>
                <a:gd name="T91" fmla="*/ 0 h 221"/>
                <a:gd name="T92" fmla="*/ 0 w 350"/>
                <a:gd name="T93" fmla="*/ 0 h 221"/>
                <a:gd name="T94" fmla="*/ 0 w 350"/>
                <a:gd name="T95" fmla="*/ 0 h 221"/>
                <a:gd name="T96" fmla="*/ 0 w 350"/>
                <a:gd name="T97" fmla="*/ 0 h 221"/>
                <a:gd name="T98" fmla="*/ 0 w 350"/>
                <a:gd name="T99" fmla="*/ 0 h 221"/>
                <a:gd name="T100" fmla="*/ 0 w 350"/>
                <a:gd name="T101" fmla="*/ 0 h 221"/>
                <a:gd name="T102" fmla="*/ 0 w 350"/>
                <a:gd name="T103" fmla="*/ 0 h 221"/>
                <a:gd name="T104" fmla="*/ 0 w 350"/>
                <a:gd name="T105" fmla="*/ 0 h 221"/>
                <a:gd name="T106" fmla="*/ 0 w 350"/>
                <a:gd name="T107" fmla="*/ 0 h 221"/>
                <a:gd name="T108" fmla="*/ 0 w 350"/>
                <a:gd name="T109" fmla="*/ 0 h 221"/>
                <a:gd name="T110" fmla="*/ 0 w 350"/>
                <a:gd name="T111" fmla="*/ 0 h 221"/>
                <a:gd name="T112" fmla="*/ 0 w 350"/>
                <a:gd name="T113" fmla="*/ 0 h 221"/>
                <a:gd name="T114" fmla="*/ 0 w 350"/>
                <a:gd name="T115" fmla="*/ 0 h 221"/>
                <a:gd name="T116" fmla="*/ 0 w 350"/>
                <a:gd name="T117" fmla="*/ 0 h 221"/>
                <a:gd name="T118" fmla="*/ 0 w 350"/>
                <a:gd name="T119" fmla="*/ 0 h 221"/>
                <a:gd name="T120" fmla="*/ 0 w 350"/>
                <a:gd name="T121" fmla="*/ 0 h 2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50"/>
                <a:gd name="T184" fmla="*/ 0 h 221"/>
                <a:gd name="T185" fmla="*/ 350 w 350"/>
                <a:gd name="T186" fmla="*/ 221 h 22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34" name="Freeform 12">
              <a:extLst>
                <a:ext uri="{FF2B5EF4-FFF2-40B4-BE49-F238E27FC236}">
                  <a16:creationId xmlns:a16="http://schemas.microsoft.com/office/drawing/2014/main" id="{E15FBA12-DB44-44E6-9623-AB0D1E84C369}"/>
                </a:ext>
              </a:extLst>
            </p:cNvPr>
            <p:cNvSpPr>
              <a:spLocks/>
            </p:cNvSpPr>
            <p:nvPr/>
          </p:nvSpPr>
          <p:spPr bwMode="auto">
            <a:xfrm>
              <a:off x="1181" y="2256"/>
              <a:ext cx="48" cy="105"/>
            </a:xfrm>
            <a:custGeom>
              <a:avLst/>
              <a:gdLst>
                <a:gd name="T0" fmla="*/ 0 w 142"/>
                <a:gd name="T1" fmla="*/ 1 h 208"/>
                <a:gd name="T2" fmla="*/ 0 w 142"/>
                <a:gd name="T3" fmla="*/ 1 h 208"/>
                <a:gd name="T4" fmla="*/ 0 w 142"/>
                <a:gd name="T5" fmla="*/ 1 h 208"/>
                <a:gd name="T6" fmla="*/ 0 w 142"/>
                <a:gd name="T7" fmla="*/ 1 h 208"/>
                <a:gd name="T8" fmla="*/ 0 w 142"/>
                <a:gd name="T9" fmla="*/ 1 h 208"/>
                <a:gd name="T10" fmla="*/ 0 w 142"/>
                <a:gd name="T11" fmla="*/ 1 h 208"/>
                <a:gd name="T12" fmla="*/ 0 w 142"/>
                <a:gd name="T13" fmla="*/ 1 h 208"/>
                <a:gd name="T14" fmla="*/ 0 w 142"/>
                <a:gd name="T15" fmla="*/ 1 h 208"/>
                <a:gd name="T16" fmla="*/ 0 w 142"/>
                <a:gd name="T17" fmla="*/ 1 h 208"/>
                <a:gd name="T18" fmla="*/ 0 w 142"/>
                <a:gd name="T19" fmla="*/ 1 h 208"/>
                <a:gd name="T20" fmla="*/ 0 w 142"/>
                <a:gd name="T21" fmla="*/ 1 h 208"/>
                <a:gd name="T22" fmla="*/ 0 w 142"/>
                <a:gd name="T23" fmla="*/ 1 h 208"/>
                <a:gd name="T24" fmla="*/ 0 w 142"/>
                <a:gd name="T25" fmla="*/ 1 h 208"/>
                <a:gd name="T26" fmla="*/ 0 w 142"/>
                <a:gd name="T27" fmla="*/ 1 h 208"/>
                <a:gd name="T28" fmla="*/ 0 w 142"/>
                <a:gd name="T29" fmla="*/ 1 h 208"/>
                <a:gd name="T30" fmla="*/ 0 w 142"/>
                <a:gd name="T31" fmla="*/ 1 h 208"/>
                <a:gd name="T32" fmla="*/ 0 w 142"/>
                <a:gd name="T33" fmla="*/ 1 h 208"/>
                <a:gd name="T34" fmla="*/ 0 w 142"/>
                <a:gd name="T35" fmla="*/ 1 h 208"/>
                <a:gd name="T36" fmla="*/ 0 w 142"/>
                <a:gd name="T37" fmla="*/ 1 h 208"/>
                <a:gd name="T38" fmla="*/ 0 w 142"/>
                <a:gd name="T39" fmla="*/ 1 h 208"/>
                <a:gd name="T40" fmla="*/ 0 w 142"/>
                <a:gd name="T41" fmla="*/ 1 h 208"/>
                <a:gd name="T42" fmla="*/ 0 w 142"/>
                <a:gd name="T43" fmla="*/ 1 h 208"/>
                <a:gd name="T44" fmla="*/ 0 w 142"/>
                <a:gd name="T45" fmla="*/ 1 h 208"/>
                <a:gd name="T46" fmla="*/ 0 w 142"/>
                <a:gd name="T47" fmla="*/ 1 h 208"/>
                <a:gd name="T48" fmla="*/ 0 w 142"/>
                <a:gd name="T49" fmla="*/ 1 h 208"/>
                <a:gd name="T50" fmla="*/ 0 w 142"/>
                <a:gd name="T51" fmla="*/ 1 h 208"/>
                <a:gd name="T52" fmla="*/ 0 w 142"/>
                <a:gd name="T53" fmla="*/ 1 h 208"/>
                <a:gd name="T54" fmla="*/ 0 w 142"/>
                <a:gd name="T55" fmla="*/ 1 h 208"/>
                <a:gd name="T56" fmla="*/ 0 w 142"/>
                <a:gd name="T57" fmla="*/ 1 h 208"/>
                <a:gd name="T58" fmla="*/ 0 w 142"/>
                <a:gd name="T59" fmla="*/ 1 h 208"/>
                <a:gd name="T60" fmla="*/ 0 w 142"/>
                <a:gd name="T61" fmla="*/ 1 h 208"/>
                <a:gd name="T62" fmla="*/ 0 w 142"/>
                <a:gd name="T63" fmla="*/ 1 h 208"/>
                <a:gd name="T64" fmla="*/ 0 w 142"/>
                <a:gd name="T65" fmla="*/ 1 h 208"/>
                <a:gd name="T66" fmla="*/ 0 w 142"/>
                <a:gd name="T67" fmla="*/ 0 h 208"/>
                <a:gd name="T68" fmla="*/ 0 w 142"/>
                <a:gd name="T69" fmla="*/ 1 h 208"/>
                <a:gd name="T70" fmla="*/ 0 w 142"/>
                <a:gd name="T71" fmla="*/ 1 h 208"/>
                <a:gd name="T72" fmla="*/ 0 w 142"/>
                <a:gd name="T73" fmla="*/ 1 h 208"/>
                <a:gd name="T74" fmla="*/ 0 w 142"/>
                <a:gd name="T75" fmla="*/ 1 h 208"/>
                <a:gd name="T76" fmla="*/ 0 w 142"/>
                <a:gd name="T77" fmla="*/ 1 h 208"/>
                <a:gd name="T78" fmla="*/ 0 w 142"/>
                <a:gd name="T79" fmla="*/ 1 h 208"/>
                <a:gd name="T80" fmla="*/ 0 w 142"/>
                <a:gd name="T81" fmla="*/ 1 h 20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8"/>
                <a:gd name="T125" fmla="*/ 142 w 142"/>
                <a:gd name="T126" fmla="*/ 208 h 20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35" name="Freeform 13">
              <a:extLst>
                <a:ext uri="{FF2B5EF4-FFF2-40B4-BE49-F238E27FC236}">
                  <a16:creationId xmlns:a16="http://schemas.microsoft.com/office/drawing/2014/main" id="{654F3C74-D6E8-440D-B520-41A86BA8E3E0}"/>
                </a:ext>
              </a:extLst>
            </p:cNvPr>
            <p:cNvSpPr>
              <a:spLocks/>
            </p:cNvSpPr>
            <p:nvPr/>
          </p:nvSpPr>
          <p:spPr bwMode="auto">
            <a:xfrm>
              <a:off x="1515" y="2198"/>
              <a:ext cx="101" cy="136"/>
            </a:xfrm>
            <a:custGeom>
              <a:avLst/>
              <a:gdLst>
                <a:gd name="T0" fmla="*/ 0 w 304"/>
                <a:gd name="T1" fmla="*/ 1 h 272"/>
                <a:gd name="T2" fmla="*/ 0 w 304"/>
                <a:gd name="T3" fmla="*/ 1 h 272"/>
                <a:gd name="T4" fmla="*/ 0 w 304"/>
                <a:gd name="T5" fmla="*/ 1 h 272"/>
                <a:gd name="T6" fmla="*/ 0 w 304"/>
                <a:gd name="T7" fmla="*/ 1 h 272"/>
                <a:gd name="T8" fmla="*/ 0 w 304"/>
                <a:gd name="T9" fmla="*/ 1 h 272"/>
                <a:gd name="T10" fmla="*/ 0 w 304"/>
                <a:gd name="T11" fmla="*/ 1 h 272"/>
                <a:gd name="T12" fmla="*/ 0 w 304"/>
                <a:gd name="T13" fmla="*/ 1 h 272"/>
                <a:gd name="T14" fmla="*/ 0 w 304"/>
                <a:gd name="T15" fmla="*/ 1 h 272"/>
                <a:gd name="T16" fmla="*/ 0 w 304"/>
                <a:gd name="T17" fmla="*/ 1 h 272"/>
                <a:gd name="T18" fmla="*/ 0 w 304"/>
                <a:gd name="T19" fmla="*/ 1 h 272"/>
                <a:gd name="T20" fmla="*/ 0 w 304"/>
                <a:gd name="T21" fmla="*/ 1 h 272"/>
                <a:gd name="T22" fmla="*/ 0 w 304"/>
                <a:gd name="T23" fmla="*/ 1 h 272"/>
                <a:gd name="T24" fmla="*/ 0 w 304"/>
                <a:gd name="T25" fmla="*/ 1 h 272"/>
                <a:gd name="T26" fmla="*/ 0 w 304"/>
                <a:gd name="T27" fmla="*/ 1 h 272"/>
                <a:gd name="T28" fmla="*/ 0 w 304"/>
                <a:gd name="T29" fmla="*/ 1 h 272"/>
                <a:gd name="T30" fmla="*/ 0 w 304"/>
                <a:gd name="T31" fmla="*/ 1 h 272"/>
                <a:gd name="T32" fmla="*/ 0 w 304"/>
                <a:gd name="T33" fmla="*/ 1 h 272"/>
                <a:gd name="T34" fmla="*/ 0 w 304"/>
                <a:gd name="T35" fmla="*/ 1 h 272"/>
                <a:gd name="T36" fmla="*/ 0 w 304"/>
                <a:gd name="T37" fmla="*/ 1 h 272"/>
                <a:gd name="T38" fmla="*/ 0 w 304"/>
                <a:gd name="T39" fmla="*/ 1 h 272"/>
                <a:gd name="T40" fmla="*/ 0 w 304"/>
                <a:gd name="T41" fmla="*/ 1 h 272"/>
                <a:gd name="T42" fmla="*/ 0 w 304"/>
                <a:gd name="T43" fmla="*/ 1 h 272"/>
                <a:gd name="T44" fmla="*/ 0 w 304"/>
                <a:gd name="T45" fmla="*/ 1 h 272"/>
                <a:gd name="T46" fmla="*/ 0 w 304"/>
                <a:gd name="T47" fmla="*/ 1 h 272"/>
                <a:gd name="T48" fmla="*/ 0 w 304"/>
                <a:gd name="T49" fmla="*/ 1 h 272"/>
                <a:gd name="T50" fmla="*/ 0 w 304"/>
                <a:gd name="T51" fmla="*/ 1 h 272"/>
                <a:gd name="T52" fmla="*/ 0 w 304"/>
                <a:gd name="T53" fmla="*/ 1 h 272"/>
                <a:gd name="T54" fmla="*/ 0 w 304"/>
                <a:gd name="T55" fmla="*/ 1 h 272"/>
                <a:gd name="T56" fmla="*/ 0 w 304"/>
                <a:gd name="T57" fmla="*/ 1 h 272"/>
                <a:gd name="T58" fmla="*/ 0 w 304"/>
                <a:gd name="T59" fmla="*/ 1 h 272"/>
                <a:gd name="T60" fmla="*/ 0 w 304"/>
                <a:gd name="T61" fmla="*/ 1 h 272"/>
                <a:gd name="T62" fmla="*/ 0 w 304"/>
                <a:gd name="T63" fmla="*/ 1 h 272"/>
                <a:gd name="T64" fmla="*/ 0 w 304"/>
                <a:gd name="T65" fmla="*/ 1 h 272"/>
                <a:gd name="T66" fmla="*/ 0 w 304"/>
                <a:gd name="T67" fmla="*/ 1 h 272"/>
                <a:gd name="T68" fmla="*/ 0 w 304"/>
                <a:gd name="T69" fmla="*/ 1 h 272"/>
                <a:gd name="T70" fmla="*/ 0 w 304"/>
                <a:gd name="T71" fmla="*/ 1 h 272"/>
                <a:gd name="T72" fmla="*/ 0 w 304"/>
                <a:gd name="T73" fmla="*/ 1 h 272"/>
                <a:gd name="T74" fmla="*/ 0 w 304"/>
                <a:gd name="T75" fmla="*/ 1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272"/>
                <a:gd name="T116" fmla="*/ 304 w 304"/>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36" name="Freeform 14">
              <a:extLst>
                <a:ext uri="{FF2B5EF4-FFF2-40B4-BE49-F238E27FC236}">
                  <a16:creationId xmlns:a16="http://schemas.microsoft.com/office/drawing/2014/main" id="{BB181216-52C8-41D2-A6CC-CADBE9AC6CA9}"/>
                </a:ext>
              </a:extLst>
            </p:cNvPr>
            <p:cNvSpPr>
              <a:spLocks/>
            </p:cNvSpPr>
            <p:nvPr/>
          </p:nvSpPr>
          <p:spPr bwMode="auto">
            <a:xfrm>
              <a:off x="1403" y="2357"/>
              <a:ext cx="34" cy="82"/>
            </a:xfrm>
            <a:custGeom>
              <a:avLst/>
              <a:gdLst>
                <a:gd name="T0" fmla="*/ 0 w 103"/>
                <a:gd name="T1" fmla="*/ 1 h 164"/>
                <a:gd name="T2" fmla="*/ 0 w 103"/>
                <a:gd name="T3" fmla="*/ 1 h 164"/>
                <a:gd name="T4" fmla="*/ 0 w 103"/>
                <a:gd name="T5" fmla="*/ 1 h 164"/>
                <a:gd name="T6" fmla="*/ 0 w 103"/>
                <a:gd name="T7" fmla="*/ 1 h 164"/>
                <a:gd name="T8" fmla="*/ 0 w 103"/>
                <a:gd name="T9" fmla="*/ 0 h 164"/>
                <a:gd name="T10" fmla="*/ 0 w 103"/>
                <a:gd name="T11" fmla="*/ 1 h 164"/>
                <a:gd name="T12" fmla="*/ 0 w 103"/>
                <a:gd name="T13" fmla="*/ 1 h 164"/>
                <a:gd name="T14" fmla="*/ 0 w 103"/>
                <a:gd name="T15" fmla="*/ 1 h 164"/>
                <a:gd name="T16" fmla="*/ 0 w 103"/>
                <a:gd name="T17" fmla="*/ 1 h 164"/>
                <a:gd name="T18" fmla="*/ 0 w 103"/>
                <a:gd name="T19" fmla="*/ 1 h 164"/>
                <a:gd name="T20" fmla="*/ 0 w 103"/>
                <a:gd name="T21" fmla="*/ 1 h 164"/>
                <a:gd name="T22" fmla="*/ 0 w 103"/>
                <a:gd name="T23" fmla="*/ 1 h 164"/>
                <a:gd name="T24" fmla="*/ 0 w 103"/>
                <a:gd name="T25" fmla="*/ 1 h 164"/>
                <a:gd name="T26" fmla="*/ 0 w 103"/>
                <a:gd name="T27" fmla="*/ 1 h 164"/>
                <a:gd name="T28" fmla="*/ 0 w 103"/>
                <a:gd name="T29" fmla="*/ 1 h 164"/>
                <a:gd name="T30" fmla="*/ 0 w 103"/>
                <a:gd name="T31" fmla="*/ 1 h 164"/>
                <a:gd name="T32" fmla="*/ 0 w 103"/>
                <a:gd name="T33" fmla="*/ 1 h 164"/>
                <a:gd name="T34" fmla="*/ 0 w 103"/>
                <a:gd name="T35" fmla="*/ 1 h 164"/>
                <a:gd name="T36" fmla="*/ 0 w 103"/>
                <a:gd name="T37" fmla="*/ 1 h 164"/>
                <a:gd name="T38" fmla="*/ 0 w 103"/>
                <a:gd name="T39" fmla="*/ 1 h 164"/>
                <a:gd name="T40" fmla="*/ 0 w 103"/>
                <a:gd name="T41" fmla="*/ 1 h 164"/>
                <a:gd name="T42" fmla="*/ 0 w 103"/>
                <a:gd name="T43" fmla="*/ 1 h 164"/>
                <a:gd name="T44" fmla="*/ 0 w 103"/>
                <a:gd name="T45" fmla="*/ 1 h 164"/>
                <a:gd name="T46" fmla="*/ 0 w 103"/>
                <a:gd name="T47" fmla="*/ 1 h 164"/>
                <a:gd name="T48" fmla="*/ 0 w 103"/>
                <a:gd name="T49" fmla="*/ 1 h 1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164"/>
                <a:gd name="T77" fmla="*/ 103 w 103"/>
                <a:gd name="T78" fmla="*/ 164 h 1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37" name="Freeform 15">
              <a:extLst>
                <a:ext uri="{FF2B5EF4-FFF2-40B4-BE49-F238E27FC236}">
                  <a16:creationId xmlns:a16="http://schemas.microsoft.com/office/drawing/2014/main" id="{7823693F-C513-43C3-B33A-E3A24F757EB2}"/>
                </a:ext>
              </a:extLst>
            </p:cNvPr>
            <p:cNvSpPr>
              <a:spLocks/>
            </p:cNvSpPr>
            <p:nvPr/>
          </p:nvSpPr>
          <p:spPr bwMode="auto">
            <a:xfrm>
              <a:off x="1388" y="2313"/>
              <a:ext cx="18" cy="42"/>
            </a:xfrm>
            <a:custGeom>
              <a:avLst/>
              <a:gdLst>
                <a:gd name="T0" fmla="*/ 0 w 54"/>
                <a:gd name="T1" fmla="*/ 1 h 82"/>
                <a:gd name="T2" fmla="*/ 0 w 54"/>
                <a:gd name="T3" fmla="*/ 1 h 82"/>
                <a:gd name="T4" fmla="*/ 0 w 54"/>
                <a:gd name="T5" fmla="*/ 1 h 82"/>
                <a:gd name="T6" fmla="*/ 0 w 54"/>
                <a:gd name="T7" fmla="*/ 0 h 82"/>
                <a:gd name="T8" fmla="*/ 0 w 54"/>
                <a:gd name="T9" fmla="*/ 0 h 82"/>
                <a:gd name="T10" fmla="*/ 0 w 54"/>
                <a:gd name="T11" fmla="*/ 1 h 82"/>
                <a:gd name="T12" fmla="*/ 0 w 54"/>
                <a:gd name="T13" fmla="*/ 1 h 82"/>
                <a:gd name="T14" fmla="*/ 0 w 54"/>
                <a:gd name="T15" fmla="*/ 1 h 82"/>
                <a:gd name="T16" fmla="*/ 0 w 54"/>
                <a:gd name="T17" fmla="*/ 1 h 82"/>
                <a:gd name="T18" fmla="*/ 0 w 54"/>
                <a:gd name="T19" fmla="*/ 1 h 82"/>
                <a:gd name="T20" fmla="*/ 0 w 54"/>
                <a:gd name="T21" fmla="*/ 1 h 82"/>
                <a:gd name="T22" fmla="*/ 0 w 54"/>
                <a:gd name="T23" fmla="*/ 1 h 82"/>
                <a:gd name="T24" fmla="*/ 0 w 54"/>
                <a:gd name="T25" fmla="*/ 1 h 82"/>
                <a:gd name="T26" fmla="*/ 0 w 54"/>
                <a:gd name="T27" fmla="*/ 1 h 82"/>
                <a:gd name="T28" fmla="*/ 0 w 54"/>
                <a:gd name="T29" fmla="*/ 1 h 82"/>
                <a:gd name="T30" fmla="*/ 0 w 54"/>
                <a:gd name="T31" fmla="*/ 1 h 82"/>
                <a:gd name="T32" fmla="*/ 0 w 54"/>
                <a:gd name="T33" fmla="*/ 1 h 82"/>
                <a:gd name="T34" fmla="*/ 0 w 54"/>
                <a:gd name="T35" fmla="*/ 1 h 82"/>
                <a:gd name="T36" fmla="*/ 0 w 54"/>
                <a:gd name="T37" fmla="*/ 1 h 82"/>
                <a:gd name="T38" fmla="*/ 0 w 54"/>
                <a:gd name="T39" fmla="*/ 1 h 82"/>
                <a:gd name="T40" fmla="*/ 0 w 54"/>
                <a:gd name="T41" fmla="*/ 1 h 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82"/>
                <a:gd name="T65" fmla="*/ 54 w 54"/>
                <a:gd name="T66" fmla="*/ 82 h 8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38" name="Freeform 16">
              <a:extLst>
                <a:ext uri="{FF2B5EF4-FFF2-40B4-BE49-F238E27FC236}">
                  <a16:creationId xmlns:a16="http://schemas.microsoft.com/office/drawing/2014/main" id="{E8296736-D9FA-4AAF-A189-A97C8C21F4CC}"/>
                </a:ext>
              </a:extLst>
            </p:cNvPr>
            <p:cNvSpPr>
              <a:spLocks/>
            </p:cNvSpPr>
            <p:nvPr/>
          </p:nvSpPr>
          <p:spPr bwMode="auto">
            <a:xfrm>
              <a:off x="1373" y="2283"/>
              <a:ext cx="16" cy="24"/>
            </a:xfrm>
            <a:custGeom>
              <a:avLst/>
              <a:gdLst>
                <a:gd name="T0" fmla="*/ 0 w 46"/>
                <a:gd name="T1" fmla="*/ 1 h 47"/>
                <a:gd name="T2" fmla="*/ 0 w 46"/>
                <a:gd name="T3" fmla="*/ 1 h 47"/>
                <a:gd name="T4" fmla="*/ 0 w 46"/>
                <a:gd name="T5" fmla="*/ 1 h 47"/>
                <a:gd name="T6" fmla="*/ 0 w 46"/>
                <a:gd name="T7" fmla="*/ 1 h 47"/>
                <a:gd name="T8" fmla="*/ 0 w 46"/>
                <a:gd name="T9" fmla="*/ 1 h 47"/>
                <a:gd name="T10" fmla="*/ 0 w 46"/>
                <a:gd name="T11" fmla="*/ 1 h 47"/>
                <a:gd name="T12" fmla="*/ 0 w 46"/>
                <a:gd name="T13" fmla="*/ 1 h 47"/>
                <a:gd name="T14" fmla="*/ 0 w 46"/>
                <a:gd name="T15" fmla="*/ 0 h 47"/>
                <a:gd name="T16" fmla="*/ 0 w 46"/>
                <a:gd name="T17" fmla="*/ 0 h 47"/>
                <a:gd name="T18" fmla="*/ 0 w 46"/>
                <a:gd name="T19" fmla="*/ 1 h 47"/>
                <a:gd name="T20" fmla="*/ 0 w 46"/>
                <a:gd name="T21" fmla="*/ 1 h 47"/>
                <a:gd name="T22" fmla="*/ 0 w 46"/>
                <a:gd name="T23" fmla="*/ 1 h 47"/>
                <a:gd name="T24" fmla="*/ 0 w 46"/>
                <a:gd name="T25" fmla="*/ 1 h 47"/>
                <a:gd name="T26" fmla="*/ 0 w 46"/>
                <a:gd name="T27" fmla="*/ 1 h 47"/>
                <a:gd name="T28" fmla="*/ 0 w 46"/>
                <a:gd name="T29" fmla="*/ 1 h 47"/>
                <a:gd name="T30" fmla="*/ 0 w 46"/>
                <a:gd name="T31" fmla="*/ 1 h 47"/>
                <a:gd name="T32" fmla="*/ 0 w 46"/>
                <a:gd name="T33" fmla="*/ 1 h 47"/>
                <a:gd name="T34" fmla="*/ 0 w 46"/>
                <a:gd name="T35" fmla="*/ 1 h 47"/>
                <a:gd name="T36" fmla="*/ 0 w 46"/>
                <a:gd name="T37" fmla="*/ 1 h 47"/>
                <a:gd name="T38" fmla="*/ 0 w 46"/>
                <a:gd name="T39" fmla="*/ 1 h 47"/>
                <a:gd name="T40" fmla="*/ 0 w 46"/>
                <a:gd name="T41" fmla="*/ 1 h 47"/>
                <a:gd name="T42" fmla="*/ 0 w 46"/>
                <a:gd name="T43" fmla="*/ 1 h 47"/>
                <a:gd name="T44" fmla="*/ 0 w 46"/>
                <a:gd name="T45" fmla="*/ 1 h 47"/>
                <a:gd name="T46" fmla="*/ 0 w 46"/>
                <a:gd name="T47" fmla="*/ 1 h 47"/>
                <a:gd name="T48" fmla="*/ 0 w 46"/>
                <a:gd name="T49" fmla="*/ 1 h 4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6"/>
                <a:gd name="T76" fmla="*/ 0 h 47"/>
                <a:gd name="T77" fmla="*/ 46 w 46"/>
                <a:gd name="T78" fmla="*/ 47 h 4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39" name="Freeform 17">
              <a:extLst>
                <a:ext uri="{FF2B5EF4-FFF2-40B4-BE49-F238E27FC236}">
                  <a16:creationId xmlns:a16="http://schemas.microsoft.com/office/drawing/2014/main" id="{25443A2D-0C3E-46BE-9117-69C8C13597BA}"/>
                </a:ext>
              </a:extLst>
            </p:cNvPr>
            <p:cNvSpPr>
              <a:spLocks/>
            </p:cNvSpPr>
            <p:nvPr/>
          </p:nvSpPr>
          <p:spPr bwMode="auto">
            <a:xfrm>
              <a:off x="1360" y="2263"/>
              <a:ext cx="21" cy="16"/>
            </a:xfrm>
            <a:custGeom>
              <a:avLst/>
              <a:gdLst>
                <a:gd name="T0" fmla="*/ 0 w 63"/>
                <a:gd name="T1" fmla="*/ 1 h 31"/>
                <a:gd name="T2" fmla="*/ 0 w 63"/>
                <a:gd name="T3" fmla="*/ 1 h 31"/>
                <a:gd name="T4" fmla="*/ 0 w 63"/>
                <a:gd name="T5" fmla="*/ 1 h 31"/>
                <a:gd name="T6" fmla="*/ 0 w 63"/>
                <a:gd name="T7" fmla="*/ 1 h 31"/>
                <a:gd name="T8" fmla="*/ 0 w 63"/>
                <a:gd name="T9" fmla="*/ 1 h 31"/>
                <a:gd name="T10" fmla="*/ 0 w 63"/>
                <a:gd name="T11" fmla="*/ 1 h 31"/>
                <a:gd name="T12" fmla="*/ 0 w 63"/>
                <a:gd name="T13" fmla="*/ 1 h 31"/>
                <a:gd name="T14" fmla="*/ 0 w 63"/>
                <a:gd name="T15" fmla="*/ 0 h 31"/>
                <a:gd name="T16" fmla="*/ 0 w 63"/>
                <a:gd name="T17" fmla="*/ 0 h 31"/>
                <a:gd name="T18" fmla="*/ 0 w 63"/>
                <a:gd name="T19" fmla="*/ 0 h 31"/>
                <a:gd name="T20" fmla="*/ 0 w 63"/>
                <a:gd name="T21" fmla="*/ 1 h 31"/>
                <a:gd name="T22" fmla="*/ 0 w 63"/>
                <a:gd name="T23" fmla="*/ 1 h 31"/>
                <a:gd name="T24" fmla="*/ 0 w 63"/>
                <a:gd name="T25" fmla="*/ 1 h 31"/>
                <a:gd name="T26" fmla="*/ 0 w 63"/>
                <a:gd name="T27" fmla="*/ 1 h 31"/>
                <a:gd name="T28" fmla="*/ 0 w 63"/>
                <a:gd name="T29" fmla="*/ 1 h 31"/>
                <a:gd name="T30" fmla="*/ 0 w 63"/>
                <a:gd name="T31" fmla="*/ 1 h 31"/>
                <a:gd name="T32" fmla="*/ 0 w 63"/>
                <a:gd name="T33" fmla="*/ 1 h 31"/>
                <a:gd name="T34" fmla="*/ 0 w 63"/>
                <a:gd name="T35" fmla="*/ 1 h 31"/>
                <a:gd name="T36" fmla="*/ 0 w 63"/>
                <a:gd name="T37" fmla="*/ 1 h 31"/>
                <a:gd name="T38" fmla="*/ 0 w 63"/>
                <a:gd name="T39" fmla="*/ 1 h 31"/>
                <a:gd name="T40" fmla="*/ 0 w 63"/>
                <a:gd name="T41" fmla="*/ 1 h 31"/>
                <a:gd name="T42" fmla="*/ 0 w 63"/>
                <a:gd name="T43" fmla="*/ 1 h 31"/>
                <a:gd name="T44" fmla="*/ 0 w 63"/>
                <a:gd name="T45" fmla="*/ 1 h 31"/>
                <a:gd name="T46" fmla="*/ 0 w 63"/>
                <a:gd name="T47" fmla="*/ 1 h 31"/>
                <a:gd name="T48" fmla="*/ 0 w 63"/>
                <a:gd name="T49" fmla="*/ 1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3"/>
                <a:gd name="T76" fmla="*/ 0 h 31"/>
                <a:gd name="T77" fmla="*/ 63 w 63"/>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40" name="Freeform 18">
              <a:extLst>
                <a:ext uri="{FF2B5EF4-FFF2-40B4-BE49-F238E27FC236}">
                  <a16:creationId xmlns:a16="http://schemas.microsoft.com/office/drawing/2014/main" id="{966CACA6-BBF5-40BA-9FB6-BFC9CCD9171E}"/>
                </a:ext>
              </a:extLst>
            </p:cNvPr>
            <p:cNvSpPr>
              <a:spLocks/>
            </p:cNvSpPr>
            <p:nvPr/>
          </p:nvSpPr>
          <p:spPr bwMode="auto">
            <a:xfrm>
              <a:off x="1261" y="2237"/>
              <a:ext cx="81" cy="103"/>
            </a:xfrm>
            <a:custGeom>
              <a:avLst/>
              <a:gdLst>
                <a:gd name="T0" fmla="*/ 0 w 245"/>
                <a:gd name="T1" fmla="*/ 1 h 206"/>
                <a:gd name="T2" fmla="*/ 0 w 245"/>
                <a:gd name="T3" fmla="*/ 1 h 206"/>
                <a:gd name="T4" fmla="*/ 0 w 245"/>
                <a:gd name="T5" fmla="*/ 1 h 206"/>
                <a:gd name="T6" fmla="*/ 0 w 245"/>
                <a:gd name="T7" fmla="*/ 1 h 206"/>
                <a:gd name="T8" fmla="*/ 0 w 245"/>
                <a:gd name="T9" fmla="*/ 1 h 206"/>
                <a:gd name="T10" fmla="*/ 0 w 245"/>
                <a:gd name="T11" fmla="*/ 1 h 206"/>
                <a:gd name="T12" fmla="*/ 0 w 245"/>
                <a:gd name="T13" fmla="*/ 1 h 206"/>
                <a:gd name="T14" fmla="*/ 0 w 245"/>
                <a:gd name="T15" fmla="*/ 1 h 206"/>
                <a:gd name="T16" fmla="*/ 0 w 245"/>
                <a:gd name="T17" fmla="*/ 1 h 206"/>
                <a:gd name="T18" fmla="*/ 0 w 245"/>
                <a:gd name="T19" fmla="*/ 1 h 206"/>
                <a:gd name="T20" fmla="*/ 0 w 245"/>
                <a:gd name="T21" fmla="*/ 1 h 206"/>
                <a:gd name="T22" fmla="*/ 0 w 245"/>
                <a:gd name="T23" fmla="*/ 1 h 206"/>
                <a:gd name="T24" fmla="*/ 0 w 245"/>
                <a:gd name="T25" fmla="*/ 1 h 206"/>
                <a:gd name="T26" fmla="*/ 0 w 245"/>
                <a:gd name="T27" fmla="*/ 1 h 206"/>
                <a:gd name="T28" fmla="*/ 0 w 245"/>
                <a:gd name="T29" fmla="*/ 1 h 206"/>
                <a:gd name="T30" fmla="*/ 0 w 245"/>
                <a:gd name="T31" fmla="*/ 1 h 206"/>
                <a:gd name="T32" fmla="*/ 0 w 245"/>
                <a:gd name="T33" fmla="*/ 1 h 206"/>
                <a:gd name="T34" fmla="*/ 0 w 245"/>
                <a:gd name="T35" fmla="*/ 1 h 206"/>
                <a:gd name="T36" fmla="*/ 0 w 245"/>
                <a:gd name="T37" fmla="*/ 1 h 206"/>
                <a:gd name="T38" fmla="*/ 0 w 245"/>
                <a:gd name="T39" fmla="*/ 1 h 206"/>
                <a:gd name="T40" fmla="*/ 0 w 245"/>
                <a:gd name="T41" fmla="*/ 1 h 206"/>
                <a:gd name="T42" fmla="*/ 0 w 245"/>
                <a:gd name="T43" fmla="*/ 1 h 206"/>
                <a:gd name="T44" fmla="*/ 0 w 245"/>
                <a:gd name="T45" fmla="*/ 1 h 206"/>
                <a:gd name="T46" fmla="*/ 0 w 245"/>
                <a:gd name="T47" fmla="*/ 1 h 206"/>
                <a:gd name="T48" fmla="*/ 0 w 245"/>
                <a:gd name="T49" fmla="*/ 1 h 206"/>
                <a:gd name="T50" fmla="*/ 0 w 245"/>
                <a:gd name="T51" fmla="*/ 1 h 206"/>
                <a:gd name="T52" fmla="*/ 0 w 245"/>
                <a:gd name="T53" fmla="*/ 1 h 206"/>
                <a:gd name="T54" fmla="*/ 0 w 245"/>
                <a:gd name="T55" fmla="*/ 1 h 206"/>
                <a:gd name="T56" fmla="*/ 0 w 245"/>
                <a:gd name="T57" fmla="*/ 1 h 206"/>
                <a:gd name="T58" fmla="*/ 0 w 245"/>
                <a:gd name="T59" fmla="*/ 1 h 206"/>
                <a:gd name="T60" fmla="*/ 0 w 245"/>
                <a:gd name="T61" fmla="*/ 1 h 206"/>
                <a:gd name="T62" fmla="*/ 0 w 245"/>
                <a:gd name="T63" fmla="*/ 1 h 206"/>
                <a:gd name="T64" fmla="*/ 0 w 245"/>
                <a:gd name="T65" fmla="*/ 1 h 206"/>
                <a:gd name="T66" fmla="*/ 0 w 245"/>
                <a:gd name="T67" fmla="*/ 1 h 206"/>
                <a:gd name="T68" fmla="*/ 0 w 245"/>
                <a:gd name="T69" fmla="*/ 1 h 206"/>
                <a:gd name="T70" fmla="*/ 0 w 245"/>
                <a:gd name="T71" fmla="*/ 1 h 206"/>
                <a:gd name="T72" fmla="*/ 0 w 245"/>
                <a:gd name="T73" fmla="*/ 1 h 206"/>
                <a:gd name="T74" fmla="*/ 0 w 245"/>
                <a:gd name="T75" fmla="*/ 1 h 206"/>
                <a:gd name="T76" fmla="*/ 0 w 245"/>
                <a:gd name="T77" fmla="*/ 1 h 206"/>
                <a:gd name="T78" fmla="*/ 0 w 245"/>
                <a:gd name="T79" fmla="*/ 1 h 206"/>
                <a:gd name="T80" fmla="*/ 0 w 245"/>
                <a:gd name="T81" fmla="*/ 1 h 206"/>
                <a:gd name="T82" fmla="*/ 0 w 245"/>
                <a:gd name="T83" fmla="*/ 1 h 206"/>
                <a:gd name="T84" fmla="*/ 0 w 245"/>
                <a:gd name="T85" fmla="*/ 1 h 206"/>
                <a:gd name="T86" fmla="*/ 0 w 245"/>
                <a:gd name="T87" fmla="*/ 1 h 206"/>
                <a:gd name="T88" fmla="*/ 0 w 245"/>
                <a:gd name="T89" fmla="*/ 1 h 206"/>
                <a:gd name="T90" fmla="*/ 0 w 245"/>
                <a:gd name="T91" fmla="*/ 1 h 206"/>
                <a:gd name="T92" fmla="*/ 0 w 245"/>
                <a:gd name="T93" fmla="*/ 1 h 206"/>
                <a:gd name="T94" fmla="*/ 0 w 245"/>
                <a:gd name="T95" fmla="*/ 1 h 206"/>
                <a:gd name="T96" fmla="*/ 0 w 245"/>
                <a:gd name="T97" fmla="*/ 1 h 206"/>
                <a:gd name="T98" fmla="*/ 0 w 245"/>
                <a:gd name="T99" fmla="*/ 1 h 206"/>
                <a:gd name="T100" fmla="*/ 0 w 245"/>
                <a:gd name="T101" fmla="*/ 1 h 206"/>
                <a:gd name="T102" fmla="*/ 0 w 245"/>
                <a:gd name="T103" fmla="*/ 1 h 206"/>
                <a:gd name="T104" fmla="*/ 0 w 245"/>
                <a:gd name="T105" fmla="*/ 1 h 206"/>
                <a:gd name="T106" fmla="*/ 0 w 245"/>
                <a:gd name="T107" fmla="*/ 1 h 206"/>
                <a:gd name="T108" fmla="*/ 0 w 245"/>
                <a:gd name="T109" fmla="*/ 0 h 206"/>
                <a:gd name="T110" fmla="*/ 0 w 245"/>
                <a:gd name="T111" fmla="*/ 1 h 206"/>
                <a:gd name="T112" fmla="*/ 0 w 245"/>
                <a:gd name="T113" fmla="*/ 1 h 206"/>
                <a:gd name="T114" fmla="*/ 0 w 245"/>
                <a:gd name="T115" fmla="*/ 1 h 206"/>
                <a:gd name="T116" fmla="*/ 0 w 245"/>
                <a:gd name="T117" fmla="*/ 1 h 206"/>
                <a:gd name="T118" fmla="*/ 0 w 245"/>
                <a:gd name="T119" fmla="*/ 1 h 206"/>
                <a:gd name="T120" fmla="*/ 0 w 245"/>
                <a:gd name="T121" fmla="*/ 1 h 20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5"/>
                <a:gd name="T184" fmla="*/ 0 h 206"/>
                <a:gd name="T185" fmla="*/ 245 w 245"/>
                <a:gd name="T186" fmla="*/ 206 h 20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41" name="Freeform 19">
              <a:extLst>
                <a:ext uri="{FF2B5EF4-FFF2-40B4-BE49-F238E27FC236}">
                  <a16:creationId xmlns:a16="http://schemas.microsoft.com/office/drawing/2014/main" id="{59820FE9-32A9-48AA-9438-D560B82BA5D1}"/>
                </a:ext>
              </a:extLst>
            </p:cNvPr>
            <p:cNvSpPr>
              <a:spLocks/>
            </p:cNvSpPr>
            <p:nvPr/>
          </p:nvSpPr>
          <p:spPr bwMode="auto">
            <a:xfrm>
              <a:off x="1401" y="2236"/>
              <a:ext cx="53" cy="80"/>
            </a:xfrm>
            <a:custGeom>
              <a:avLst/>
              <a:gdLst>
                <a:gd name="T0" fmla="*/ 0 w 159"/>
                <a:gd name="T1" fmla="*/ 1 h 160"/>
                <a:gd name="T2" fmla="*/ 0 w 159"/>
                <a:gd name="T3" fmla="*/ 1 h 160"/>
                <a:gd name="T4" fmla="*/ 0 w 159"/>
                <a:gd name="T5" fmla="*/ 1 h 160"/>
                <a:gd name="T6" fmla="*/ 0 w 159"/>
                <a:gd name="T7" fmla="*/ 1 h 160"/>
                <a:gd name="T8" fmla="*/ 0 w 159"/>
                <a:gd name="T9" fmla="*/ 1 h 160"/>
                <a:gd name="T10" fmla="*/ 0 w 159"/>
                <a:gd name="T11" fmla="*/ 1 h 160"/>
                <a:gd name="T12" fmla="*/ 0 w 159"/>
                <a:gd name="T13" fmla="*/ 1 h 160"/>
                <a:gd name="T14" fmla="*/ 0 w 159"/>
                <a:gd name="T15" fmla="*/ 1 h 160"/>
                <a:gd name="T16" fmla="*/ 0 w 159"/>
                <a:gd name="T17" fmla="*/ 1 h 160"/>
                <a:gd name="T18" fmla="*/ 0 w 159"/>
                <a:gd name="T19" fmla="*/ 1 h 160"/>
                <a:gd name="T20" fmla="*/ 0 w 159"/>
                <a:gd name="T21" fmla="*/ 1 h 160"/>
                <a:gd name="T22" fmla="*/ 0 w 159"/>
                <a:gd name="T23" fmla="*/ 1 h 160"/>
                <a:gd name="T24" fmla="*/ 0 w 159"/>
                <a:gd name="T25" fmla="*/ 1 h 160"/>
                <a:gd name="T26" fmla="*/ 0 w 159"/>
                <a:gd name="T27" fmla="*/ 1 h 160"/>
                <a:gd name="T28" fmla="*/ 0 w 159"/>
                <a:gd name="T29" fmla="*/ 1 h 160"/>
                <a:gd name="T30" fmla="*/ 0 w 159"/>
                <a:gd name="T31" fmla="*/ 1 h 160"/>
                <a:gd name="T32" fmla="*/ 0 w 159"/>
                <a:gd name="T33" fmla="*/ 1 h 160"/>
                <a:gd name="T34" fmla="*/ 0 w 159"/>
                <a:gd name="T35" fmla="*/ 1 h 160"/>
                <a:gd name="T36" fmla="*/ 0 w 159"/>
                <a:gd name="T37" fmla="*/ 1 h 160"/>
                <a:gd name="T38" fmla="*/ 0 w 159"/>
                <a:gd name="T39" fmla="*/ 1 h 160"/>
                <a:gd name="T40" fmla="*/ 0 w 159"/>
                <a:gd name="T41" fmla="*/ 1 h 160"/>
                <a:gd name="T42" fmla="*/ 0 w 159"/>
                <a:gd name="T43" fmla="*/ 1 h 160"/>
                <a:gd name="T44" fmla="*/ 0 w 159"/>
                <a:gd name="T45" fmla="*/ 1 h 160"/>
                <a:gd name="T46" fmla="*/ 0 w 159"/>
                <a:gd name="T47" fmla="*/ 1 h 160"/>
                <a:gd name="T48" fmla="*/ 0 w 159"/>
                <a:gd name="T49" fmla="*/ 1 h 160"/>
                <a:gd name="T50" fmla="*/ 0 w 159"/>
                <a:gd name="T51" fmla="*/ 1 h 160"/>
                <a:gd name="T52" fmla="*/ 0 w 159"/>
                <a:gd name="T53" fmla="*/ 1 h 160"/>
                <a:gd name="T54" fmla="*/ 0 w 159"/>
                <a:gd name="T55" fmla="*/ 1 h 160"/>
                <a:gd name="T56" fmla="*/ 0 w 159"/>
                <a:gd name="T57" fmla="*/ 1 h 160"/>
                <a:gd name="T58" fmla="*/ 0 w 159"/>
                <a:gd name="T59" fmla="*/ 1 h 160"/>
                <a:gd name="T60" fmla="*/ 0 w 159"/>
                <a:gd name="T61" fmla="*/ 0 h 160"/>
                <a:gd name="T62" fmla="*/ 0 w 159"/>
                <a:gd name="T63" fmla="*/ 1 h 160"/>
                <a:gd name="T64" fmla="*/ 0 w 159"/>
                <a:gd name="T65" fmla="*/ 1 h 160"/>
                <a:gd name="T66" fmla="*/ 0 w 159"/>
                <a:gd name="T67" fmla="*/ 1 h 160"/>
                <a:gd name="T68" fmla="*/ 0 w 159"/>
                <a:gd name="T69" fmla="*/ 1 h 160"/>
                <a:gd name="T70" fmla="*/ 0 w 159"/>
                <a:gd name="T71" fmla="*/ 1 h 160"/>
                <a:gd name="T72" fmla="*/ 0 w 159"/>
                <a:gd name="T73" fmla="*/ 1 h 160"/>
                <a:gd name="T74" fmla="*/ 0 w 159"/>
                <a:gd name="T75" fmla="*/ 1 h 160"/>
                <a:gd name="T76" fmla="*/ 0 w 159"/>
                <a:gd name="T77" fmla="*/ 1 h 160"/>
                <a:gd name="T78" fmla="*/ 0 w 159"/>
                <a:gd name="T79" fmla="*/ 1 h 160"/>
                <a:gd name="T80" fmla="*/ 0 w 159"/>
                <a:gd name="T81" fmla="*/ 1 h 16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9"/>
                <a:gd name="T124" fmla="*/ 0 h 160"/>
                <a:gd name="T125" fmla="*/ 159 w 159"/>
                <a:gd name="T126" fmla="*/ 160 h 16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42" name="Freeform 20">
              <a:extLst>
                <a:ext uri="{FF2B5EF4-FFF2-40B4-BE49-F238E27FC236}">
                  <a16:creationId xmlns:a16="http://schemas.microsoft.com/office/drawing/2014/main" id="{968AA308-64FF-4D12-BA97-B9CD01BE0870}"/>
                </a:ext>
              </a:extLst>
            </p:cNvPr>
            <p:cNvSpPr>
              <a:spLocks/>
            </p:cNvSpPr>
            <p:nvPr/>
          </p:nvSpPr>
          <p:spPr bwMode="auto">
            <a:xfrm>
              <a:off x="1208" y="2218"/>
              <a:ext cx="133" cy="166"/>
            </a:xfrm>
            <a:custGeom>
              <a:avLst/>
              <a:gdLst>
                <a:gd name="T0" fmla="*/ 0 w 399"/>
                <a:gd name="T1" fmla="*/ 1 h 332"/>
                <a:gd name="T2" fmla="*/ 0 w 399"/>
                <a:gd name="T3" fmla="*/ 1 h 332"/>
                <a:gd name="T4" fmla="*/ 0 w 399"/>
                <a:gd name="T5" fmla="*/ 1 h 332"/>
                <a:gd name="T6" fmla="*/ 0 w 399"/>
                <a:gd name="T7" fmla="*/ 1 h 332"/>
                <a:gd name="T8" fmla="*/ 0 w 399"/>
                <a:gd name="T9" fmla="*/ 1 h 332"/>
                <a:gd name="T10" fmla="*/ 0 w 399"/>
                <a:gd name="T11" fmla="*/ 1 h 332"/>
                <a:gd name="T12" fmla="*/ 0 w 399"/>
                <a:gd name="T13" fmla="*/ 1 h 332"/>
                <a:gd name="T14" fmla="*/ 0 w 399"/>
                <a:gd name="T15" fmla="*/ 1 h 332"/>
                <a:gd name="T16" fmla="*/ 0 w 399"/>
                <a:gd name="T17" fmla="*/ 1 h 332"/>
                <a:gd name="T18" fmla="*/ 0 w 399"/>
                <a:gd name="T19" fmla="*/ 1 h 332"/>
                <a:gd name="T20" fmla="*/ 0 w 399"/>
                <a:gd name="T21" fmla="*/ 1 h 332"/>
                <a:gd name="T22" fmla="*/ 0 w 399"/>
                <a:gd name="T23" fmla="*/ 1 h 332"/>
                <a:gd name="T24" fmla="*/ 0 w 399"/>
                <a:gd name="T25" fmla="*/ 1 h 332"/>
                <a:gd name="T26" fmla="*/ 0 w 399"/>
                <a:gd name="T27" fmla="*/ 1 h 332"/>
                <a:gd name="T28" fmla="*/ 0 w 399"/>
                <a:gd name="T29" fmla="*/ 1 h 332"/>
                <a:gd name="T30" fmla="*/ 0 w 399"/>
                <a:gd name="T31" fmla="*/ 1 h 332"/>
                <a:gd name="T32" fmla="*/ 0 w 399"/>
                <a:gd name="T33" fmla="*/ 1 h 332"/>
                <a:gd name="T34" fmla="*/ 0 w 399"/>
                <a:gd name="T35" fmla="*/ 1 h 332"/>
                <a:gd name="T36" fmla="*/ 0 w 399"/>
                <a:gd name="T37" fmla="*/ 1 h 332"/>
                <a:gd name="T38" fmla="*/ 0 w 399"/>
                <a:gd name="T39" fmla="*/ 1 h 332"/>
                <a:gd name="T40" fmla="*/ 0 w 399"/>
                <a:gd name="T41" fmla="*/ 1 h 332"/>
                <a:gd name="T42" fmla="*/ 0 w 399"/>
                <a:gd name="T43" fmla="*/ 1 h 332"/>
                <a:gd name="T44" fmla="*/ 0 w 399"/>
                <a:gd name="T45" fmla="*/ 1 h 332"/>
                <a:gd name="T46" fmla="*/ 0 w 399"/>
                <a:gd name="T47" fmla="*/ 1 h 332"/>
                <a:gd name="T48" fmla="*/ 0 w 399"/>
                <a:gd name="T49" fmla="*/ 1 h 332"/>
                <a:gd name="T50" fmla="*/ 0 w 399"/>
                <a:gd name="T51" fmla="*/ 1 h 332"/>
                <a:gd name="T52" fmla="*/ 0 w 399"/>
                <a:gd name="T53" fmla="*/ 1 h 332"/>
                <a:gd name="T54" fmla="*/ 0 w 399"/>
                <a:gd name="T55" fmla="*/ 1 h 332"/>
                <a:gd name="T56" fmla="*/ 0 w 399"/>
                <a:gd name="T57" fmla="*/ 1 h 332"/>
                <a:gd name="T58" fmla="*/ 0 w 399"/>
                <a:gd name="T59" fmla="*/ 1 h 332"/>
                <a:gd name="T60" fmla="*/ 0 w 399"/>
                <a:gd name="T61" fmla="*/ 1 h 332"/>
                <a:gd name="T62" fmla="*/ 0 w 399"/>
                <a:gd name="T63" fmla="*/ 1 h 332"/>
                <a:gd name="T64" fmla="*/ 0 w 399"/>
                <a:gd name="T65" fmla="*/ 1 h 332"/>
                <a:gd name="T66" fmla="*/ 0 w 399"/>
                <a:gd name="T67" fmla="*/ 1 h 332"/>
                <a:gd name="T68" fmla="*/ 0 w 399"/>
                <a:gd name="T69" fmla="*/ 1 h 332"/>
                <a:gd name="T70" fmla="*/ 0 w 399"/>
                <a:gd name="T71" fmla="*/ 1 h 332"/>
                <a:gd name="T72" fmla="*/ 0 w 399"/>
                <a:gd name="T73" fmla="*/ 1 h 332"/>
                <a:gd name="T74" fmla="*/ 0 w 399"/>
                <a:gd name="T75" fmla="*/ 1 h 332"/>
                <a:gd name="T76" fmla="*/ 0 w 399"/>
                <a:gd name="T77" fmla="*/ 1 h 332"/>
                <a:gd name="T78" fmla="*/ 0 w 399"/>
                <a:gd name="T79" fmla="*/ 1 h 332"/>
                <a:gd name="T80" fmla="*/ 0 w 399"/>
                <a:gd name="T81" fmla="*/ 0 h 332"/>
                <a:gd name="T82" fmla="*/ 0 w 399"/>
                <a:gd name="T83" fmla="*/ 1 h 332"/>
                <a:gd name="T84" fmla="*/ 0 w 399"/>
                <a:gd name="T85" fmla="*/ 1 h 332"/>
                <a:gd name="T86" fmla="*/ 0 w 399"/>
                <a:gd name="T87" fmla="*/ 1 h 3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2"/>
                <a:gd name="T134" fmla="*/ 399 w 399"/>
                <a:gd name="T135" fmla="*/ 332 h 3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43" name="Freeform 21">
              <a:extLst>
                <a:ext uri="{FF2B5EF4-FFF2-40B4-BE49-F238E27FC236}">
                  <a16:creationId xmlns:a16="http://schemas.microsoft.com/office/drawing/2014/main" id="{5B85BC60-3DE1-4548-97BF-C2E24E896074}"/>
                </a:ext>
              </a:extLst>
            </p:cNvPr>
            <p:cNvSpPr>
              <a:spLocks/>
            </p:cNvSpPr>
            <p:nvPr/>
          </p:nvSpPr>
          <p:spPr bwMode="auto">
            <a:xfrm>
              <a:off x="1396" y="2213"/>
              <a:ext cx="116" cy="110"/>
            </a:xfrm>
            <a:custGeom>
              <a:avLst/>
              <a:gdLst>
                <a:gd name="T0" fmla="*/ 0 w 348"/>
                <a:gd name="T1" fmla="*/ 0 h 222"/>
                <a:gd name="T2" fmla="*/ 0 w 348"/>
                <a:gd name="T3" fmla="*/ 0 h 222"/>
                <a:gd name="T4" fmla="*/ 0 w 348"/>
                <a:gd name="T5" fmla="*/ 0 h 222"/>
                <a:gd name="T6" fmla="*/ 0 w 348"/>
                <a:gd name="T7" fmla="*/ 0 h 222"/>
                <a:gd name="T8" fmla="*/ 0 w 348"/>
                <a:gd name="T9" fmla="*/ 0 h 222"/>
                <a:gd name="T10" fmla="*/ 0 w 348"/>
                <a:gd name="T11" fmla="*/ 0 h 222"/>
                <a:gd name="T12" fmla="*/ 0 w 348"/>
                <a:gd name="T13" fmla="*/ 0 h 222"/>
                <a:gd name="T14" fmla="*/ 0 w 348"/>
                <a:gd name="T15" fmla="*/ 0 h 222"/>
                <a:gd name="T16" fmla="*/ 0 w 348"/>
                <a:gd name="T17" fmla="*/ 0 h 222"/>
                <a:gd name="T18" fmla="*/ 0 w 348"/>
                <a:gd name="T19" fmla="*/ 0 h 222"/>
                <a:gd name="T20" fmla="*/ 0 w 348"/>
                <a:gd name="T21" fmla="*/ 0 h 222"/>
                <a:gd name="T22" fmla="*/ 0 w 348"/>
                <a:gd name="T23" fmla="*/ 0 h 222"/>
                <a:gd name="T24" fmla="*/ 0 w 348"/>
                <a:gd name="T25" fmla="*/ 0 h 222"/>
                <a:gd name="T26" fmla="*/ 0 w 348"/>
                <a:gd name="T27" fmla="*/ 0 h 222"/>
                <a:gd name="T28" fmla="*/ 0 w 348"/>
                <a:gd name="T29" fmla="*/ 0 h 222"/>
                <a:gd name="T30" fmla="*/ 0 w 348"/>
                <a:gd name="T31" fmla="*/ 0 h 222"/>
                <a:gd name="T32" fmla="*/ 0 w 348"/>
                <a:gd name="T33" fmla="*/ 0 h 222"/>
                <a:gd name="T34" fmla="*/ 0 w 348"/>
                <a:gd name="T35" fmla="*/ 0 h 222"/>
                <a:gd name="T36" fmla="*/ 0 w 348"/>
                <a:gd name="T37" fmla="*/ 0 h 222"/>
                <a:gd name="T38" fmla="*/ 0 w 348"/>
                <a:gd name="T39" fmla="*/ 0 h 222"/>
                <a:gd name="T40" fmla="*/ 0 w 348"/>
                <a:gd name="T41" fmla="*/ 0 h 222"/>
                <a:gd name="T42" fmla="*/ 0 w 348"/>
                <a:gd name="T43" fmla="*/ 0 h 222"/>
                <a:gd name="T44" fmla="*/ 0 w 348"/>
                <a:gd name="T45" fmla="*/ 0 h 222"/>
                <a:gd name="T46" fmla="*/ 0 w 348"/>
                <a:gd name="T47" fmla="*/ 0 h 222"/>
                <a:gd name="T48" fmla="*/ 0 w 348"/>
                <a:gd name="T49" fmla="*/ 0 h 222"/>
                <a:gd name="T50" fmla="*/ 0 w 348"/>
                <a:gd name="T51" fmla="*/ 0 h 222"/>
                <a:gd name="T52" fmla="*/ 0 w 348"/>
                <a:gd name="T53" fmla="*/ 0 h 222"/>
                <a:gd name="T54" fmla="*/ 0 w 348"/>
                <a:gd name="T55" fmla="*/ 0 h 222"/>
                <a:gd name="T56" fmla="*/ 0 w 348"/>
                <a:gd name="T57" fmla="*/ 0 h 222"/>
                <a:gd name="T58" fmla="*/ 0 w 348"/>
                <a:gd name="T59" fmla="*/ 0 h 222"/>
                <a:gd name="T60" fmla="*/ 0 w 348"/>
                <a:gd name="T61" fmla="*/ 0 h 222"/>
                <a:gd name="T62" fmla="*/ 0 w 348"/>
                <a:gd name="T63" fmla="*/ 0 h 222"/>
                <a:gd name="T64" fmla="*/ 0 w 348"/>
                <a:gd name="T65" fmla="*/ 0 h 222"/>
                <a:gd name="T66" fmla="*/ 0 w 348"/>
                <a:gd name="T67" fmla="*/ 0 h 222"/>
                <a:gd name="T68" fmla="*/ 0 w 348"/>
                <a:gd name="T69" fmla="*/ 0 h 222"/>
                <a:gd name="T70" fmla="*/ 0 w 348"/>
                <a:gd name="T71" fmla="*/ 0 h 222"/>
                <a:gd name="T72" fmla="*/ 0 w 348"/>
                <a:gd name="T73" fmla="*/ 0 h 222"/>
                <a:gd name="T74" fmla="*/ 0 w 348"/>
                <a:gd name="T75" fmla="*/ 0 h 222"/>
                <a:gd name="T76" fmla="*/ 0 w 348"/>
                <a:gd name="T77" fmla="*/ 0 h 222"/>
                <a:gd name="T78" fmla="*/ 0 w 348"/>
                <a:gd name="T79" fmla="*/ 0 h 222"/>
                <a:gd name="T80" fmla="*/ 0 w 348"/>
                <a:gd name="T81" fmla="*/ 0 h 222"/>
                <a:gd name="T82" fmla="*/ 0 w 348"/>
                <a:gd name="T83" fmla="*/ 0 h 222"/>
                <a:gd name="T84" fmla="*/ 0 w 348"/>
                <a:gd name="T85" fmla="*/ 0 h 222"/>
                <a:gd name="T86" fmla="*/ 0 w 348"/>
                <a:gd name="T87" fmla="*/ 0 h 222"/>
                <a:gd name="T88" fmla="*/ 0 w 348"/>
                <a:gd name="T89" fmla="*/ 0 h 222"/>
                <a:gd name="T90" fmla="*/ 0 w 348"/>
                <a:gd name="T91" fmla="*/ 0 h 222"/>
                <a:gd name="T92" fmla="*/ 0 w 348"/>
                <a:gd name="T93" fmla="*/ 0 h 222"/>
                <a:gd name="T94" fmla="*/ 0 w 348"/>
                <a:gd name="T95" fmla="*/ 0 h 222"/>
                <a:gd name="T96" fmla="*/ 0 w 348"/>
                <a:gd name="T97" fmla="*/ 0 h 222"/>
                <a:gd name="T98" fmla="*/ 0 w 348"/>
                <a:gd name="T99" fmla="*/ 0 h 222"/>
                <a:gd name="T100" fmla="*/ 0 w 348"/>
                <a:gd name="T101" fmla="*/ 0 h 222"/>
                <a:gd name="T102" fmla="*/ 0 w 348"/>
                <a:gd name="T103" fmla="*/ 0 h 222"/>
                <a:gd name="T104" fmla="*/ 0 w 348"/>
                <a:gd name="T105" fmla="*/ 0 h 222"/>
                <a:gd name="T106" fmla="*/ 0 w 348"/>
                <a:gd name="T107" fmla="*/ 0 h 222"/>
                <a:gd name="T108" fmla="*/ 0 w 348"/>
                <a:gd name="T109" fmla="*/ 0 h 222"/>
                <a:gd name="T110" fmla="*/ 0 w 348"/>
                <a:gd name="T111" fmla="*/ 0 h 222"/>
                <a:gd name="T112" fmla="*/ 0 w 348"/>
                <a:gd name="T113" fmla="*/ 0 h 222"/>
                <a:gd name="T114" fmla="*/ 0 w 348"/>
                <a:gd name="T115" fmla="*/ 0 h 222"/>
                <a:gd name="T116" fmla="*/ 0 w 348"/>
                <a:gd name="T117" fmla="*/ 0 h 222"/>
                <a:gd name="T118" fmla="*/ 0 w 348"/>
                <a:gd name="T119" fmla="*/ 0 h 222"/>
                <a:gd name="T120" fmla="*/ 0 w 348"/>
                <a:gd name="T121" fmla="*/ 0 h 22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48"/>
                <a:gd name="T184" fmla="*/ 0 h 222"/>
                <a:gd name="T185" fmla="*/ 348 w 348"/>
                <a:gd name="T186" fmla="*/ 222 h 22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44" name="Freeform 22">
              <a:extLst>
                <a:ext uri="{FF2B5EF4-FFF2-40B4-BE49-F238E27FC236}">
                  <a16:creationId xmlns:a16="http://schemas.microsoft.com/office/drawing/2014/main" id="{DF578292-5204-4FD5-A10B-1BE44CA58FEE}"/>
                </a:ext>
              </a:extLst>
            </p:cNvPr>
            <p:cNvSpPr>
              <a:spLocks/>
            </p:cNvSpPr>
            <p:nvPr/>
          </p:nvSpPr>
          <p:spPr bwMode="auto">
            <a:xfrm>
              <a:off x="1162" y="2273"/>
              <a:ext cx="48" cy="103"/>
            </a:xfrm>
            <a:custGeom>
              <a:avLst/>
              <a:gdLst>
                <a:gd name="T0" fmla="*/ 0 w 142"/>
                <a:gd name="T1" fmla="*/ 0 h 207"/>
                <a:gd name="T2" fmla="*/ 0 w 142"/>
                <a:gd name="T3" fmla="*/ 0 h 207"/>
                <a:gd name="T4" fmla="*/ 0 w 142"/>
                <a:gd name="T5" fmla="*/ 0 h 207"/>
                <a:gd name="T6" fmla="*/ 0 w 142"/>
                <a:gd name="T7" fmla="*/ 0 h 207"/>
                <a:gd name="T8" fmla="*/ 0 w 142"/>
                <a:gd name="T9" fmla="*/ 0 h 207"/>
                <a:gd name="T10" fmla="*/ 0 w 142"/>
                <a:gd name="T11" fmla="*/ 0 h 207"/>
                <a:gd name="T12" fmla="*/ 0 w 142"/>
                <a:gd name="T13" fmla="*/ 0 h 207"/>
                <a:gd name="T14" fmla="*/ 0 w 142"/>
                <a:gd name="T15" fmla="*/ 0 h 207"/>
                <a:gd name="T16" fmla="*/ 0 w 142"/>
                <a:gd name="T17" fmla="*/ 0 h 207"/>
                <a:gd name="T18" fmla="*/ 0 w 142"/>
                <a:gd name="T19" fmla="*/ 0 h 207"/>
                <a:gd name="T20" fmla="*/ 0 w 142"/>
                <a:gd name="T21" fmla="*/ 0 h 207"/>
                <a:gd name="T22" fmla="*/ 0 w 142"/>
                <a:gd name="T23" fmla="*/ 0 h 207"/>
                <a:gd name="T24" fmla="*/ 0 w 142"/>
                <a:gd name="T25" fmla="*/ 0 h 207"/>
                <a:gd name="T26" fmla="*/ 0 w 142"/>
                <a:gd name="T27" fmla="*/ 0 h 207"/>
                <a:gd name="T28" fmla="*/ 0 w 142"/>
                <a:gd name="T29" fmla="*/ 0 h 207"/>
                <a:gd name="T30" fmla="*/ 0 w 142"/>
                <a:gd name="T31" fmla="*/ 0 h 207"/>
                <a:gd name="T32" fmla="*/ 0 w 142"/>
                <a:gd name="T33" fmla="*/ 0 h 207"/>
                <a:gd name="T34" fmla="*/ 0 w 142"/>
                <a:gd name="T35" fmla="*/ 0 h 207"/>
                <a:gd name="T36" fmla="*/ 0 w 142"/>
                <a:gd name="T37" fmla="*/ 0 h 207"/>
                <a:gd name="T38" fmla="*/ 0 w 142"/>
                <a:gd name="T39" fmla="*/ 0 h 207"/>
                <a:gd name="T40" fmla="*/ 0 w 142"/>
                <a:gd name="T41" fmla="*/ 0 h 207"/>
                <a:gd name="T42" fmla="*/ 0 w 142"/>
                <a:gd name="T43" fmla="*/ 0 h 207"/>
                <a:gd name="T44" fmla="*/ 0 w 142"/>
                <a:gd name="T45" fmla="*/ 0 h 207"/>
                <a:gd name="T46" fmla="*/ 0 w 142"/>
                <a:gd name="T47" fmla="*/ 0 h 207"/>
                <a:gd name="T48" fmla="*/ 0 w 142"/>
                <a:gd name="T49" fmla="*/ 0 h 207"/>
                <a:gd name="T50" fmla="*/ 0 w 142"/>
                <a:gd name="T51" fmla="*/ 0 h 207"/>
                <a:gd name="T52" fmla="*/ 0 w 142"/>
                <a:gd name="T53" fmla="*/ 0 h 207"/>
                <a:gd name="T54" fmla="*/ 0 w 142"/>
                <a:gd name="T55" fmla="*/ 0 h 207"/>
                <a:gd name="T56" fmla="*/ 0 w 142"/>
                <a:gd name="T57" fmla="*/ 0 h 207"/>
                <a:gd name="T58" fmla="*/ 0 w 142"/>
                <a:gd name="T59" fmla="*/ 0 h 207"/>
                <a:gd name="T60" fmla="*/ 0 w 142"/>
                <a:gd name="T61" fmla="*/ 0 h 207"/>
                <a:gd name="T62" fmla="*/ 0 w 142"/>
                <a:gd name="T63" fmla="*/ 0 h 207"/>
                <a:gd name="T64" fmla="*/ 0 w 142"/>
                <a:gd name="T65" fmla="*/ 0 h 207"/>
                <a:gd name="T66" fmla="*/ 0 w 142"/>
                <a:gd name="T67" fmla="*/ 0 h 207"/>
                <a:gd name="T68" fmla="*/ 0 w 142"/>
                <a:gd name="T69" fmla="*/ 0 h 207"/>
                <a:gd name="T70" fmla="*/ 0 w 142"/>
                <a:gd name="T71" fmla="*/ 0 h 207"/>
                <a:gd name="T72" fmla="*/ 0 w 142"/>
                <a:gd name="T73" fmla="*/ 0 h 207"/>
                <a:gd name="T74" fmla="*/ 0 w 142"/>
                <a:gd name="T75" fmla="*/ 0 h 207"/>
                <a:gd name="T76" fmla="*/ 0 w 142"/>
                <a:gd name="T77" fmla="*/ 0 h 207"/>
                <a:gd name="T78" fmla="*/ 0 w 142"/>
                <a:gd name="T79" fmla="*/ 0 h 207"/>
                <a:gd name="T80" fmla="*/ 0 w 142"/>
                <a:gd name="T81" fmla="*/ 0 h 2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7"/>
                <a:gd name="T125" fmla="*/ 142 w 142"/>
                <a:gd name="T126" fmla="*/ 207 h 20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5645" name="Freeform 23">
              <a:extLst>
                <a:ext uri="{FF2B5EF4-FFF2-40B4-BE49-F238E27FC236}">
                  <a16:creationId xmlns:a16="http://schemas.microsoft.com/office/drawing/2014/main" id="{773F684D-5579-487C-A3DF-17402B2312EF}"/>
                </a:ext>
              </a:extLst>
            </p:cNvPr>
            <p:cNvSpPr>
              <a:spLocks/>
            </p:cNvSpPr>
            <p:nvPr/>
          </p:nvSpPr>
          <p:spPr bwMode="auto">
            <a:xfrm>
              <a:off x="1492" y="2206"/>
              <a:ext cx="101" cy="135"/>
            </a:xfrm>
            <a:custGeom>
              <a:avLst/>
              <a:gdLst>
                <a:gd name="T0" fmla="*/ 0 w 303"/>
                <a:gd name="T1" fmla="*/ 0 h 272"/>
                <a:gd name="T2" fmla="*/ 0 w 303"/>
                <a:gd name="T3" fmla="*/ 0 h 272"/>
                <a:gd name="T4" fmla="*/ 0 w 303"/>
                <a:gd name="T5" fmla="*/ 0 h 272"/>
                <a:gd name="T6" fmla="*/ 0 w 303"/>
                <a:gd name="T7" fmla="*/ 0 h 272"/>
                <a:gd name="T8" fmla="*/ 0 w 303"/>
                <a:gd name="T9" fmla="*/ 0 h 272"/>
                <a:gd name="T10" fmla="*/ 0 w 303"/>
                <a:gd name="T11" fmla="*/ 0 h 272"/>
                <a:gd name="T12" fmla="*/ 0 w 303"/>
                <a:gd name="T13" fmla="*/ 0 h 272"/>
                <a:gd name="T14" fmla="*/ 0 w 303"/>
                <a:gd name="T15" fmla="*/ 0 h 272"/>
                <a:gd name="T16" fmla="*/ 0 w 303"/>
                <a:gd name="T17" fmla="*/ 0 h 272"/>
                <a:gd name="T18" fmla="*/ 0 w 303"/>
                <a:gd name="T19" fmla="*/ 0 h 272"/>
                <a:gd name="T20" fmla="*/ 0 w 303"/>
                <a:gd name="T21" fmla="*/ 0 h 272"/>
                <a:gd name="T22" fmla="*/ 0 w 303"/>
                <a:gd name="T23" fmla="*/ 0 h 272"/>
                <a:gd name="T24" fmla="*/ 0 w 303"/>
                <a:gd name="T25" fmla="*/ 0 h 272"/>
                <a:gd name="T26" fmla="*/ 0 w 303"/>
                <a:gd name="T27" fmla="*/ 0 h 272"/>
                <a:gd name="T28" fmla="*/ 0 w 303"/>
                <a:gd name="T29" fmla="*/ 0 h 272"/>
                <a:gd name="T30" fmla="*/ 0 w 303"/>
                <a:gd name="T31" fmla="*/ 0 h 272"/>
                <a:gd name="T32" fmla="*/ 0 w 303"/>
                <a:gd name="T33" fmla="*/ 0 h 272"/>
                <a:gd name="T34" fmla="*/ 0 w 303"/>
                <a:gd name="T35" fmla="*/ 0 h 272"/>
                <a:gd name="T36" fmla="*/ 0 w 303"/>
                <a:gd name="T37" fmla="*/ 0 h 272"/>
                <a:gd name="T38" fmla="*/ 0 w 303"/>
                <a:gd name="T39" fmla="*/ 0 h 272"/>
                <a:gd name="T40" fmla="*/ 0 w 303"/>
                <a:gd name="T41" fmla="*/ 0 h 272"/>
                <a:gd name="T42" fmla="*/ 0 w 303"/>
                <a:gd name="T43" fmla="*/ 0 h 272"/>
                <a:gd name="T44" fmla="*/ 0 w 303"/>
                <a:gd name="T45" fmla="*/ 0 h 272"/>
                <a:gd name="T46" fmla="*/ 0 w 303"/>
                <a:gd name="T47" fmla="*/ 0 h 272"/>
                <a:gd name="T48" fmla="*/ 0 w 303"/>
                <a:gd name="T49" fmla="*/ 0 h 272"/>
                <a:gd name="T50" fmla="*/ 0 w 303"/>
                <a:gd name="T51" fmla="*/ 0 h 272"/>
                <a:gd name="T52" fmla="*/ 0 w 303"/>
                <a:gd name="T53" fmla="*/ 0 h 272"/>
                <a:gd name="T54" fmla="*/ 0 w 303"/>
                <a:gd name="T55" fmla="*/ 0 h 272"/>
                <a:gd name="T56" fmla="*/ 0 w 303"/>
                <a:gd name="T57" fmla="*/ 0 h 272"/>
                <a:gd name="T58" fmla="*/ 0 w 303"/>
                <a:gd name="T59" fmla="*/ 0 h 272"/>
                <a:gd name="T60" fmla="*/ 0 w 303"/>
                <a:gd name="T61" fmla="*/ 0 h 272"/>
                <a:gd name="T62" fmla="*/ 0 w 303"/>
                <a:gd name="T63" fmla="*/ 0 h 272"/>
                <a:gd name="T64" fmla="*/ 0 w 303"/>
                <a:gd name="T65" fmla="*/ 0 h 272"/>
                <a:gd name="T66" fmla="*/ 0 w 303"/>
                <a:gd name="T67" fmla="*/ 0 h 272"/>
                <a:gd name="T68" fmla="*/ 0 w 303"/>
                <a:gd name="T69" fmla="*/ 0 h 272"/>
                <a:gd name="T70" fmla="*/ 0 w 303"/>
                <a:gd name="T71" fmla="*/ 0 h 272"/>
                <a:gd name="T72" fmla="*/ 0 w 303"/>
                <a:gd name="T73" fmla="*/ 0 h 272"/>
                <a:gd name="T74" fmla="*/ 0 w 303"/>
                <a:gd name="T75" fmla="*/ 0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3"/>
                <a:gd name="T115" fmla="*/ 0 h 272"/>
                <a:gd name="T116" fmla="*/ 303 w 303"/>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835592" name="Group 24">
            <a:extLst>
              <a:ext uri="{FF2B5EF4-FFF2-40B4-BE49-F238E27FC236}">
                <a16:creationId xmlns:a16="http://schemas.microsoft.com/office/drawing/2014/main" id="{A6BE8B96-1A84-4C07-97FA-DCFB8DDDE7D5}"/>
              </a:ext>
            </a:extLst>
          </p:cNvPr>
          <p:cNvGrpSpPr>
            <a:grpSpLocks/>
          </p:cNvGrpSpPr>
          <p:nvPr/>
        </p:nvGrpSpPr>
        <p:grpSpPr bwMode="auto">
          <a:xfrm>
            <a:off x="1701800" y="1128713"/>
            <a:ext cx="415925" cy="511175"/>
            <a:chOff x="2870" y="1518"/>
            <a:chExt cx="292" cy="320"/>
          </a:xfrm>
        </p:grpSpPr>
        <p:graphicFrame>
          <p:nvGraphicFramePr>
            <p:cNvPr id="835626" name="Object 25">
              <a:extLst>
                <a:ext uri="{FF2B5EF4-FFF2-40B4-BE49-F238E27FC236}">
                  <a16:creationId xmlns:a16="http://schemas.microsoft.com/office/drawing/2014/main" id="{70F594BA-451E-4AFE-A98A-BF1E4B22E487}"/>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5682" name="Clip" r:id="rId4" imgW="826829" imgH="840406" progId="MS_ClipArt_Gallery.2">
                    <p:embed/>
                  </p:oleObj>
                </mc:Choice>
                <mc:Fallback>
                  <p:oleObj name="Clip" r:id="rId4" imgW="826829" imgH="840406" progId="MS_ClipArt_Gallery.2">
                    <p:embed/>
                    <p:pic>
                      <p:nvPicPr>
                        <p:cNvPr id="0"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5627" name="Object 26">
              <a:extLst>
                <a:ext uri="{FF2B5EF4-FFF2-40B4-BE49-F238E27FC236}">
                  <a16:creationId xmlns:a16="http://schemas.microsoft.com/office/drawing/2014/main" id="{8EDFCCC0-07DA-471B-8A06-C0DA8890212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5683" name="Clip" r:id="rId6" imgW="1268295" imgH="1199426" progId="MS_ClipArt_Gallery.2">
                    <p:embed/>
                  </p:oleObj>
                </mc:Choice>
                <mc:Fallback>
                  <p:oleObj name="Clip" r:id="rId6" imgW="1268295" imgH="1199426" progId="MS_ClipArt_Gallery.2">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35593" name="Group 27">
            <a:extLst>
              <a:ext uri="{FF2B5EF4-FFF2-40B4-BE49-F238E27FC236}">
                <a16:creationId xmlns:a16="http://schemas.microsoft.com/office/drawing/2014/main" id="{299BDF7E-76A4-42D4-80F3-C5B65A64C8DF}"/>
              </a:ext>
            </a:extLst>
          </p:cNvPr>
          <p:cNvGrpSpPr>
            <a:grpSpLocks/>
          </p:cNvGrpSpPr>
          <p:nvPr/>
        </p:nvGrpSpPr>
        <p:grpSpPr bwMode="auto">
          <a:xfrm>
            <a:off x="8029575" y="1098550"/>
            <a:ext cx="415925" cy="511175"/>
            <a:chOff x="2870" y="1518"/>
            <a:chExt cx="292" cy="320"/>
          </a:xfrm>
        </p:grpSpPr>
        <p:graphicFrame>
          <p:nvGraphicFramePr>
            <p:cNvPr id="835624" name="Object 28">
              <a:extLst>
                <a:ext uri="{FF2B5EF4-FFF2-40B4-BE49-F238E27FC236}">
                  <a16:creationId xmlns:a16="http://schemas.microsoft.com/office/drawing/2014/main" id="{AA0B146E-491F-4E13-BD14-446F2309B93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5684" name="Clip" r:id="rId8" imgW="826829" imgH="840406" progId="MS_ClipArt_Gallery.2">
                    <p:embed/>
                  </p:oleObj>
                </mc:Choice>
                <mc:Fallback>
                  <p:oleObj name="Clip" r:id="rId8" imgW="826829" imgH="840406" progId="MS_ClipArt_Gallery.2">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5625" name="Object 29">
              <a:extLst>
                <a:ext uri="{FF2B5EF4-FFF2-40B4-BE49-F238E27FC236}">
                  <a16:creationId xmlns:a16="http://schemas.microsoft.com/office/drawing/2014/main" id="{3AF3DAAF-A24B-4101-921F-3A974807FF4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5685" name="Clip" r:id="rId9" imgW="1268295" imgH="1199426" progId="MS_ClipArt_Gallery.2">
                    <p:embed/>
                  </p:oleObj>
                </mc:Choice>
                <mc:Fallback>
                  <p:oleObj name="Clip" r:id="rId9" imgW="1268295" imgH="1199426" progId="MS_ClipArt_Gallery.2">
                    <p:embed/>
                    <p:pic>
                      <p:nvPicPr>
                        <p:cNvPr id="0"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35594" name="Text Box 30">
            <a:extLst>
              <a:ext uri="{FF2B5EF4-FFF2-40B4-BE49-F238E27FC236}">
                <a16:creationId xmlns:a16="http://schemas.microsoft.com/office/drawing/2014/main" id="{B5635678-2551-471E-85BA-5CB61FB92E0C}"/>
              </a:ext>
            </a:extLst>
          </p:cNvPr>
          <p:cNvSpPr txBox="1">
            <a:spLocks noChangeArrowheads="1"/>
          </p:cNvSpPr>
          <p:nvPr/>
        </p:nvSpPr>
        <p:spPr bwMode="auto">
          <a:xfrm>
            <a:off x="2073275" y="1243013"/>
            <a:ext cx="3508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ea typeface="Gulim" panose="020B0600000101010101" pitchFamily="34" charset="-127"/>
              </a:rPr>
              <a:t>A</a:t>
            </a:r>
          </a:p>
        </p:txBody>
      </p:sp>
      <p:sp>
        <p:nvSpPr>
          <p:cNvPr id="835595" name="Text Box 31">
            <a:extLst>
              <a:ext uri="{FF2B5EF4-FFF2-40B4-BE49-F238E27FC236}">
                <a16:creationId xmlns:a16="http://schemas.microsoft.com/office/drawing/2014/main" id="{89D51584-41D8-4734-B03E-10AB7453A464}"/>
              </a:ext>
            </a:extLst>
          </p:cNvPr>
          <p:cNvSpPr txBox="1">
            <a:spLocks noChangeArrowheads="1"/>
          </p:cNvSpPr>
          <p:nvPr/>
        </p:nvSpPr>
        <p:spPr bwMode="auto">
          <a:xfrm>
            <a:off x="7670800" y="1241425"/>
            <a:ext cx="328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ea typeface="Gulim" panose="020B0600000101010101" pitchFamily="34" charset="-127"/>
              </a:rPr>
              <a:t>B</a:t>
            </a:r>
          </a:p>
        </p:txBody>
      </p:sp>
      <p:sp>
        <p:nvSpPr>
          <p:cNvPr id="835596" name="Line 32">
            <a:extLst>
              <a:ext uri="{FF2B5EF4-FFF2-40B4-BE49-F238E27FC236}">
                <a16:creationId xmlns:a16="http://schemas.microsoft.com/office/drawing/2014/main" id="{1B422ECD-3F0F-4227-B2D3-C7BAEA6A1B30}"/>
              </a:ext>
            </a:extLst>
          </p:cNvPr>
          <p:cNvSpPr>
            <a:spLocks noChangeShapeType="1"/>
          </p:cNvSpPr>
          <p:nvPr/>
        </p:nvSpPr>
        <p:spPr bwMode="auto">
          <a:xfrm>
            <a:off x="758825" y="1743075"/>
            <a:ext cx="41275" cy="39385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5597" name="Text Box 33">
            <a:extLst>
              <a:ext uri="{FF2B5EF4-FFF2-40B4-BE49-F238E27FC236}">
                <a16:creationId xmlns:a16="http://schemas.microsoft.com/office/drawing/2014/main" id="{9B2D09A6-438E-44B1-9DBF-7EB3F94D3851}"/>
              </a:ext>
            </a:extLst>
          </p:cNvPr>
          <p:cNvSpPr txBox="1">
            <a:spLocks noChangeArrowheads="1"/>
          </p:cNvSpPr>
          <p:nvPr/>
        </p:nvSpPr>
        <p:spPr bwMode="auto">
          <a:xfrm>
            <a:off x="188913" y="5378450"/>
            <a:ext cx="6588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ea typeface="Gulim" panose="020B0600000101010101" pitchFamily="34" charset="-127"/>
              </a:rPr>
              <a:t>time</a:t>
            </a:r>
          </a:p>
        </p:txBody>
      </p:sp>
      <p:sp>
        <p:nvSpPr>
          <p:cNvPr id="835598" name="Line 34">
            <a:extLst>
              <a:ext uri="{FF2B5EF4-FFF2-40B4-BE49-F238E27FC236}">
                <a16:creationId xmlns:a16="http://schemas.microsoft.com/office/drawing/2014/main" id="{131A534E-89AF-49C0-8D08-54931E02ADC2}"/>
              </a:ext>
            </a:extLst>
          </p:cNvPr>
          <p:cNvSpPr>
            <a:spLocks noChangeShapeType="1"/>
          </p:cNvSpPr>
          <p:nvPr/>
        </p:nvSpPr>
        <p:spPr bwMode="auto">
          <a:xfrm>
            <a:off x="744538" y="1728788"/>
            <a:ext cx="7835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5" name="Group 35">
            <a:extLst>
              <a:ext uri="{FF2B5EF4-FFF2-40B4-BE49-F238E27FC236}">
                <a16:creationId xmlns:a16="http://schemas.microsoft.com/office/drawing/2014/main" id="{5F42DFDB-109C-4749-8AB4-8514D76573B3}"/>
              </a:ext>
            </a:extLst>
          </p:cNvPr>
          <p:cNvGrpSpPr>
            <a:grpSpLocks/>
          </p:cNvGrpSpPr>
          <p:nvPr/>
        </p:nvGrpSpPr>
        <p:grpSpPr bwMode="auto">
          <a:xfrm>
            <a:off x="1801813" y="1857375"/>
            <a:ext cx="6611937" cy="855663"/>
            <a:chOff x="1135" y="1170"/>
            <a:chExt cx="4165" cy="539"/>
          </a:xfrm>
        </p:grpSpPr>
        <p:grpSp>
          <p:nvGrpSpPr>
            <p:cNvPr id="835619" name="Group 36">
              <a:extLst>
                <a:ext uri="{FF2B5EF4-FFF2-40B4-BE49-F238E27FC236}">
                  <a16:creationId xmlns:a16="http://schemas.microsoft.com/office/drawing/2014/main" id="{7DD4FEF9-5D9C-49D7-8D6A-2149B80FFEB5}"/>
                </a:ext>
              </a:extLst>
            </p:cNvPr>
            <p:cNvGrpSpPr>
              <a:grpSpLocks/>
            </p:cNvGrpSpPr>
            <p:nvPr/>
          </p:nvGrpSpPr>
          <p:grpSpPr bwMode="auto">
            <a:xfrm>
              <a:off x="1135" y="1194"/>
              <a:ext cx="4163" cy="515"/>
              <a:chOff x="594" y="1184"/>
              <a:chExt cx="4163" cy="515"/>
            </a:xfrm>
          </p:grpSpPr>
          <p:sp>
            <p:nvSpPr>
              <p:cNvPr id="835622" name="Freeform 37">
                <a:extLst>
                  <a:ext uri="{FF2B5EF4-FFF2-40B4-BE49-F238E27FC236}">
                    <a16:creationId xmlns:a16="http://schemas.microsoft.com/office/drawing/2014/main" id="{FE17572E-13B8-46C3-AD45-68011C322307}"/>
                  </a:ext>
                </a:extLst>
              </p:cNvPr>
              <p:cNvSpPr>
                <a:spLocks/>
              </p:cNvSpPr>
              <p:nvPr/>
            </p:nvSpPr>
            <p:spPr bwMode="auto">
              <a:xfrm>
                <a:off x="594" y="1238"/>
                <a:ext cx="3642" cy="461"/>
              </a:xfrm>
              <a:custGeom>
                <a:avLst/>
                <a:gdLst>
                  <a:gd name="T0" fmla="*/ 1 w 2996"/>
                  <a:gd name="T1" fmla="*/ 0 h 461"/>
                  <a:gd name="T2" fmla="*/ 56045 w 2996"/>
                  <a:gd name="T3" fmla="*/ 298 h 461"/>
                  <a:gd name="T4" fmla="*/ 56045 w 2996"/>
                  <a:gd name="T5" fmla="*/ 461 h 461"/>
                  <a:gd name="T6" fmla="*/ 0 w 2996"/>
                  <a:gd name="T7" fmla="*/ 160 h 461"/>
                  <a:gd name="T8" fmla="*/ 1 w 2996"/>
                  <a:gd name="T9" fmla="*/ 0 h 461"/>
                  <a:gd name="T10" fmla="*/ 0 60000 65536"/>
                  <a:gd name="T11" fmla="*/ 0 60000 65536"/>
                  <a:gd name="T12" fmla="*/ 0 60000 65536"/>
                  <a:gd name="T13" fmla="*/ 0 60000 65536"/>
                  <a:gd name="T14" fmla="*/ 0 60000 65536"/>
                  <a:gd name="T15" fmla="*/ 0 w 2996"/>
                  <a:gd name="T16" fmla="*/ 0 h 461"/>
                  <a:gd name="T17" fmla="*/ 2996 w 2996"/>
                  <a:gd name="T18" fmla="*/ 461 h 461"/>
                </a:gdLst>
                <a:ahLst/>
                <a:cxnLst>
                  <a:cxn ang="T10">
                    <a:pos x="T0" y="T1"/>
                  </a:cxn>
                  <a:cxn ang="T11">
                    <a:pos x="T2" y="T3"/>
                  </a:cxn>
                  <a:cxn ang="T12">
                    <a:pos x="T4" y="T5"/>
                  </a:cxn>
                  <a:cxn ang="T13">
                    <a:pos x="T6" y="T7"/>
                  </a:cxn>
                  <a:cxn ang="T14">
                    <a:pos x="T8" y="T9"/>
                  </a:cxn>
                </a:cxnLst>
                <a:rect l="T15" t="T16" r="T17" b="T18"/>
                <a:pathLst>
                  <a:path w="2996" h="461">
                    <a:moveTo>
                      <a:pt x="1" y="0"/>
                    </a:moveTo>
                    <a:lnTo>
                      <a:pt x="2996" y="298"/>
                    </a:lnTo>
                    <a:lnTo>
                      <a:pt x="2996" y="461"/>
                    </a:lnTo>
                    <a:lnTo>
                      <a:pt x="0" y="160"/>
                    </a:lnTo>
                    <a:lnTo>
                      <a:pt x="1" y="0"/>
                    </a:lnTo>
                    <a:close/>
                  </a:path>
                </a:pathLst>
              </a:custGeom>
              <a:gradFill rotWithShape="1">
                <a:gsLst>
                  <a:gs pos="0">
                    <a:schemeClr val="accent1"/>
                  </a:gs>
                  <a:gs pos="100000">
                    <a:schemeClr val="bg1"/>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835623" name="Freeform 38">
                <a:extLst>
                  <a:ext uri="{FF2B5EF4-FFF2-40B4-BE49-F238E27FC236}">
                    <a16:creationId xmlns:a16="http://schemas.microsoft.com/office/drawing/2014/main" id="{8B5202F4-20CF-4825-B9DC-94C4F3F837C1}"/>
                  </a:ext>
                </a:extLst>
              </p:cNvPr>
              <p:cNvSpPr>
                <a:spLocks/>
              </p:cNvSpPr>
              <p:nvPr/>
            </p:nvSpPr>
            <p:spPr bwMode="auto">
              <a:xfrm flipH="1">
                <a:off x="1115" y="1184"/>
                <a:ext cx="3642" cy="461"/>
              </a:xfrm>
              <a:custGeom>
                <a:avLst/>
                <a:gdLst>
                  <a:gd name="T0" fmla="*/ 1 w 2996"/>
                  <a:gd name="T1" fmla="*/ 0 h 461"/>
                  <a:gd name="T2" fmla="*/ 56045 w 2996"/>
                  <a:gd name="T3" fmla="*/ 298 h 461"/>
                  <a:gd name="T4" fmla="*/ 56045 w 2996"/>
                  <a:gd name="T5" fmla="*/ 461 h 461"/>
                  <a:gd name="T6" fmla="*/ 0 w 2996"/>
                  <a:gd name="T7" fmla="*/ 160 h 461"/>
                  <a:gd name="T8" fmla="*/ 1 w 2996"/>
                  <a:gd name="T9" fmla="*/ 0 h 461"/>
                  <a:gd name="T10" fmla="*/ 0 60000 65536"/>
                  <a:gd name="T11" fmla="*/ 0 60000 65536"/>
                  <a:gd name="T12" fmla="*/ 0 60000 65536"/>
                  <a:gd name="T13" fmla="*/ 0 60000 65536"/>
                  <a:gd name="T14" fmla="*/ 0 60000 65536"/>
                  <a:gd name="T15" fmla="*/ 0 w 2996"/>
                  <a:gd name="T16" fmla="*/ 0 h 461"/>
                  <a:gd name="T17" fmla="*/ 2996 w 2996"/>
                  <a:gd name="T18" fmla="*/ 461 h 461"/>
                </a:gdLst>
                <a:ahLst/>
                <a:cxnLst>
                  <a:cxn ang="T10">
                    <a:pos x="T0" y="T1"/>
                  </a:cxn>
                  <a:cxn ang="T11">
                    <a:pos x="T2" y="T3"/>
                  </a:cxn>
                  <a:cxn ang="T12">
                    <a:pos x="T4" y="T5"/>
                  </a:cxn>
                  <a:cxn ang="T13">
                    <a:pos x="T6" y="T7"/>
                  </a:cxn>
                  <a:cxn ang="T14">
                    <a:pos x="T8" y="T9"/>
                  </a:cxn>
                </a:cxnLst>
                <a:rect l="T15" t="T16" r="T17" b="T18"/>
                <a:pathLst>
                  <a:path w="2996" h="461">
                    <a:moveTo>
                      <a:pt x="1" y="0"/>
                    </a:moveTo>
                    <a:lnTo>
                      <a:pt x="2996" y="298"/>
                    </a:lnTo>
                    <a:lnTo>
                      <a:pt x="2996" y="461"/>
                    </a:lnTo>
                    <a:lnTo>
                      <a:pt x="0" y="160"/>
                    </a:lnTo>
                    <a:lnTo>
                      <a:pt x="1" y="0"/>
                    </a:lnTo>
                    <a:close/>
                  </a:path>
                </a:pathLst>
              </a:custGeom>
              <a:gradFill rotWithShape="1">
                <a:gsLst>
                  <a:gs pos="0">
                    <a:schemeClr val="accent1"/>
                  </a:gs>
                  <a:gs pos="100000">
                    <a:srgbClr val="FFFFFF">
                      <a:alpha val="6000"/>
                    </a:srgbClr>
                  </a:gs>
                </a:gsLst>
                <a:lin ang="54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835620" name="Text Box 39">
              <a:extLst>
                <a:ext uri="{FF2B5EF4-FFF2-40B4-BE49-F238E27FC236}">
                  <a16:creationId xmlns:a16="http://schemas.microsoft.com/office/drawing/2014/main" id="{42F25A0E-E1F3-41B0-8258-280B2B229F2D}"/>
                </a:ext>
              </a:extLst>
            </p:cNvPr>
            <p:cNvSpPr txBox="1">
              <a:spLocks noChangeArrowheads="1"/>
            </p:cNvSpPr>
            <p:nvPr/>
          </p:nvSpPr>
          <p:spPr bwMode="auto">
            <a:xfrm rot="356404">
              <a:off x="1544" y="1279"/>
              <a:ext cx="6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ea typeface="Gulim" panose="020B0600000101010101" pitchFamily="34" charset="-127"/>
                </a:rPr>
                <a:t>RTS(A)</a:t>
              </a:r>
            </a:p>
          </p:txBody>
        </p:sp>
        <p:sp>
          <p:nvSpPr>
            <p:cNvPr id="835621" name="Text Box 40">
              <a:extLst>
                <a:ext uri="{FF2B5EF4-FFF2-40B4-BE49-F238E27FC236}">
                  <a16:creationId xmlns:a16="http://schemas.microsoft.com/office/drawing/2014/main" id="{32605465-FE1C-48DC-9272-ACF667B955A3}"/>
                </a:ext>
              </a:extLst>
            </p:cNvPr>
            <p:cNvSpPr txBox="1">
              <a:spLocks noChangeArrowheads="1"/>
            </p:cNvSpPr>
            <p:nvPr/>
          </p:nvSpPr>
          <p:spPr bwMode="auto">
            <a:xfrm rot="-354180">
              <a:off x="4699" y="1170"/>
              <a:ext cx="60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ea typeface="Gulim" panose="020B0600000101010101" pitchFamily="34" charset="-127"/>
                </a:rPr>
                <a:t>RTS(B)</a:t>
              </a:r>
            </a:p>
          </p:txBody>
        </p:sp>
      </p:grpSp>
      <p:grpSp>
        <p:nvGrpSpPr>
          <p:cNvPr id="7" name="Group 41">
            <a:extLst>
              <a:ext uri="{FF2B5EF4-FFF2-40B4-BE49-F238E27FC236}">
                <a16:creationId xmlns:a16="http://schemas.microsoft.com/office/drawing/2014/main" id="{32430066-3113-46AF-8C40-1FBE4CC911BA}"/>
              </a:ext>
            </a:extLst>
          </p:cNvPr>
          <p:cNvGrpSpPr>
            <a:grpSpLocks/>
          </p:cNvGrpSpPr>
          <p:nvPr/>
        </p:nvGrpSpPr>
        <p:grpSpPr bwMode="auto">
          <a:xfrm>
            <a:off x="1800225" y="2693988"/>
            <a:ext cx="6472238" cy="1174750"/>
            <a:chOff x="1134" y="1697"/>
            <a:chExt cx="4077" cy="740"/>
          </a:xfrm>
        </p:grpSpPr>
        <p:sp>
          <p:nvSpPr>
            <p:cNvPr id="835613" name="Freeform 42">
              <a:extLst>
                <a:ext uri="{FF2B5EF4-FFF2-40B4-BE49-F238E27FC236}">
                  <a16:creationId xmlns:a16="http://schemas.microsoft.com/office/drawing/2014/main" id="{00684AD3-2440-4DAE-90E1-05DC9975DC75}"/>
                </a:ext>
              </a:extLst>
            </p:cNvPr>
            <p:cNvSpPr>
              <a:spLocks/>
            </p:cNvSpPr>
            <p:nvPr/>
          </p:nvSpPr>
          <p:spPr bwMode="auto">
            <a:xfrm>
              <a:off x="1134" y="1697"/>
              <a:ext cx="3642" cy="461"/>
            </a:xfrm>
            <a:custGeom>
              <a:avLst/>
              <a:gdLst>
                <a:gd name="T0" fmla="*/ 1 w 2996"/>
                <a:gd name="T1" fmla="*/ 0 h 461"/>
                <a:gd name="T2" fmla="*/ 56045 w 2996"/>
                <a:gd name="T3" fmla="*/ 298 h 461"/>
                <a:gd name="T4" fmla="*/ 56045 w 2996"/>
                <a:gd name="T5" fmla="*/ 461 h 461"/>
                <a:gd name="T6" fmla="*/ 0 w 2996"/>
                <a:gd name="T7" fmla="*/ 160 h 461"/>
                <a:gd name="T8" fmla="*/ 1 w 2996"/>
                <a:gd name="T9" fmla="*/ 0 h 461"/>
                <a:gd name="T10" fmla="*/ 0 60000 65536"/>
                <a:gd name="T11" fmla="*/ 0 60000 65536"/>
                <a:gd name="T12" fmla="*/ 0 60000 65536"/>
                <a:gd name="T13" fmla="*/ 0 60000 65536"/>
                <a:gd name="T14" fmla="*/ 0 60000 65536"/>
                <a:gd name="T15" fmla="*/ 0 w 2996"/>
                <a:gd name="T16" fmla="*/ 0 h 461"/>
                <a:gd name="T17" fmla="*/ 2996 w 2996"/>
                <a:gd name="T18" fmla="*/ 461 h 461"/>
              </a:gdLst>
              <a:ahLst/>
              <a:cxnLst>
                <a:cxn ang="T10">
                  <a:pos x="T0" y="T1"/>
                </a:cxn>
                <a:cxn ang="T11">
                  <a:pos x="T2" y="T3"/>
                </a:cxn>
                <a:cxn ang="T12">
                  <a:pos x="T4" y="T5"/>
                </a:cxn>
                <a:cxn ang="T13">
                  <a:pos x="T6" y="T7"/>
                </a:cxn>
                <a:cxn ang="T14">
                  <a:pos x="T8" y="T9"/>
                </a:cxn>
              </a:cxnLst>
              <a:rect l="T15" t="T16" r="T17" b="T18"/>
              <a:pathLst>
                <a:path w="2996" h="461">
                  <a:moveTo>
                    <a:pt x="1" y="0"/>
                  </a:moveTo>
                  <a:lnTo>
                    <a:pt x="2996" y="298"/>
                  </a:lnTo>
                  <a:lnTo>
                    <a:pt x="2996" y="461"/>
                  </a:lnTo>
                  <a:lnTo>
                    <a:pt x="0" y="160"/>
                  </a:lnTo>
                  <a:lnTo>
                    <a:pt x="1" y="0"/>
                  </a:lnTo>
                  <a:close/>
                </a:path>
              </a:pathLst>
            </a:custGeom>
            <a:gradFill rotWithShape="1">
              <a:gsLst>
                <a:gs pos="0">
                  <a:schemeClr val="accent1"/>
                </a:gs>
                <a:gs pos="100000">
                  <a:schemeClr val="bg1"/>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835614" name="Text Box 43">
              <a:extLst>
                <a:ext uri="{FF2B5EF4-FFF2-40B4-BE49-F238E27FC236}">
                  <a16:creationId xmlns:a16="http://schemas.microsoft.com/office/drawing/2014/main" id="{600A2F80-6171-41BE-9FEE-47279561F7F6}"/>
                </a:ext>
              </a:extLst>
            </p:cNvPr>
            <p:cNvSpPr txBox="1">
              <a:spLocks noChangeArrowheads="1"/>
            </p:cNvSpPr>
            <p:nvPr/>
          </p:nvSpPr>
          <p:spPr bwMode="auto">
            <a:xfrm rot="356404">
              <a:off x="1551" y="1738"/>
              <a:ext cx="6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ea typeface="Gulim" panose="020B0600000101010101" pitchFamily="34" charset="-127"/>
                </a:rPr>
                <a:t>RTS(A)</a:t>
              </a:r>
            </a:p>
          </p:txBody>
        </p:sp>
        <p:sp>
          <p:nvSpPr>
            <p:cNvPr id="835615" name="Freeform 44">
              <a:extLst>
                <a:ext uri="{FF2B5EF4-FFF2-40B4-BE49-F238E27FC236}">
                  <a16:creationId xmlns:a16="http://schemas.microsoft.com/office/drawing/2014/main" id="{1B28534B-8EDD-40DB-999D-FC7A00DBD434}"/>
                </a:ext>
              </a:extLst>
            </p:cNvPr>
            <p:cNvSpPr>
              <a:spLocks/>
            </p:cNvSpPr>
            <p:nvPr/>
          </p:nvSpPr>
          <p:spPr bwMode="auto">
            <a:xfrm>
              <a:off x="2951" y="2082"/>
              <a:ext cx="2260" cy="355"/>
            </a:xfrm>
            <a:custGeom>
              <a:avLst/>
              <a:gdLst>
                <a:gd name="T0" fmla="*/ 0 w 2260"/>
                <a:gd name="T1" fmla="*/ 0 h 355"/>
                <a:gd name="T2" fmla="*/ 2260 w 2260"/>
                <a:gd name="T3" fmla="*/ 186 h 355"/>
                <a:gd name="T4" fmla="*/ 2260 w 2260"/>
                <a:gd name="T5" fmla="*/ 355 h 355"/>
                <a:gd name="T6" fmla="*/ 0 w 2260"/>
                <a:gd name="T7" fmla="*/ 151 h 355"/>
                <a:gd name="T8" fmla="*/ 0 w 2260"/>
                <a:gd name="T9" fmla="*/ 0 h 355"/>
                <a:gd name="T10" fmla="*/ 0 60000 65536"/>
                <a:gd name="T11" fmla="*/ 0 60000 65536"/>
                <a:gd name="T12" fmla="*/ 0 60000 65536"/>
                <a:gd name="T13" fmla="*/ 0 60000 65536"/>
                <a:gd name="T14" fmla="*/ 0 60000 65536"/>
                <a:gd name="T15" fmla="*/ 0 w 2260"/>
                <a:gd name="T16" fmla="*/ 0 h 355"/>
                <a:gd name="T17" fmla="*/ 2260 w 2260"/>
                <a:gd name="T18" fmla="*/ 355 h 355"/>
              </a:gdLst>
              <a:ahLst/>
              <a:cxnLst>
                <a:cxn ang="T10">
                  <a:pos x="T0" y="T1"/>
                </a:cxn>
                <a:cxn ang="T11">
                  <a:pos x="T2" y="T3"/>
                </a:cxn>
                <a:cxn ang="T12">
                  <a:pos x="T4" y="T5"/>
                </a:cxn>
                <a:cxn ang="T13">
                  <a:pos x="T6" y="T7"/>
                </a:cxn>
                <a:cxn ang="T14">
                  <a:pos x="T8" y="T9"/>
                </a:cxn>
              </a:cxnLst>
              <a:rect l="T15" t="T16" r="T17" b="T18"/>
              <a:pathLst>
                <a:path w="2260" h="355">
                  <a:moveTo>
                    <a:pt x="0" y="0"/>
                  </a:moveTo>
                  <a:lnTo>
                    <a:pt x="2260" y="186"/>
                  </a:lnTo>
                  <a:lnTo>
                    <a:pt x="2260" y="355"/>
                  </a:lnTo>
                  <a:lnTo>
                    <a:pt x="0" y="151"/>
                  </a:lnTo>
                  <a:lnTo>
                    <a:pt x="0" y="0"/>
                  </a:lnTo>
                  <a:close/>
                </a:path>
              </a:pathLst>
            </a:custGeom>
            <a:solidFill>
              <a:srgbClr val="FF99CC"/>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835616" name="Freeform 45">
              <a:extLst>
                <a:ext uri="{FF2B5EF4-FFF2-40B4-BE49-F238E27FC236}">
                  <a16:creationId xmlns:a16="http://schemas.microsoft.com/office/drawing/2014/main" id="{D7D171B5-2C49-429F-9221-8387C7A6D275}"/>
                </a:ext>
              </a:extLst>
            </p:cNvPr>
            <p:cNvSpPr>
              <a:spLocks/>
            </p:cNvSpPr>
            <p:nvPr/>
          </p:nvSpPr>
          <p:spPr bwMode="auto">
            <a:xfrm>
              <a:off x="1134" y="2081"/>
              <a:ext cx="1860" cy="347"/>
            </a:xfrm>
            <a:custGeom>
              <a:avLst/>
              <a:gdLst>
                <a:gd name="T0" fmla="*/ 1860 w 1860"/>
                <a:gd name="T1" fmla="*/ 0 h 347"/>
                <a:gd name="T2" fmla="*/ 0 w 1860"/>
                <a:gd name="T3" fmla="*/ 179 h 347"/>
                <a:gd name="T4" fmla="*/ 0 w 1860"/>
                <a:gd name="T5" fmla="*/ 347 h 347"/>
                <a:gd name="T6" fmla="*/ 1860 w 1860"/>
                <a:gd name="T7" fmla="*/ 151 h 347"/>
                <a:gd name="T8" fmla="*/ 1860 w 1860"/>
                <a:gd name="T9" fmla="*/ 0 h 347"/>
                <a:gd name="T10" fmla="*/ 0 60000 65536"/>
                <a:gd name="T11" fmla="*/ 0 60000 65536"/>
                <a:gd name="T12" fmla="*/ 0 60000 65536"/>
                <a:gd name="T13" fmla="*/ 0 60000 65536"/>
                <a:gd name="T14" fmla="*/ 0 60000 65536"/>
                <a:gd name="T15" fmla="*/ 0 w 1860"/>
                <a:gd name="T16" fmla="*/ 0 h 347"/>
                <a:gd name="T17" fmla="*/ 1860 w 1860"/>
                <a:gd name="T18" fmla="*/ 347 h 347"/>
              </a:gdLst>
              <a:ahLst/>
              <a:cxnLst>
                <a:cxn ang="T10">
                  <a:pos x="T0" y="T1"/>
                </a:cxn>
                <a:cxn ang="T11">
                  <a:pos x="T2" y="T3"/>
                </a:cxn>
                <a:cxn ang="T12">
                  <a:pos x="T4" y="T5"/>
                </a:cxn>
                <a:cxn ang="T13">
                  <a:pos x="T6" y="T7"/>
                </a:cxn>
                <a:cxn ang="T14">
                  <a:pos x="T8" y="T9"/>
                </a:cxn>
              </a:cxnLst>
              <a:rect l="T15" t="T16" r="T17" b="T18"/>
              <a:pathLst>
                <a:path w="1860" h="347">
                  <a:moveTo>
                    <a:pt x="1860" y="0"/>
                  </a:moveTo>
                  <a:lnTo>
                    <a:pt x="0" y="179"/>
                  </a:lnTo>
                  <a:lnTo>
                    <a:pt x="0" y="347"/>
                  </a:lnTo>
                  <a:lnTo>
                    <a:pt x="1860" y="151"/>
                  </a:lnTo>
                  <a:lnTo>
                    <a:pt x="1860" y="0"/>
                  </a:lnTo>
                  <a:close/>
                </a:path>
              </a:pathLst>
            </a:custGeom>
            <a:solidFill>
              <a:srgbClr val="FF99CC"/>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835617" name="Text Box 46">
              <a:extLst>
                <a:ext uri="{FF2B5EF4-FFF2-40B4-BE49-F238E27FC236}">
                  <a16:creationId xmlns:a16="http://schemas.microsoft.com/office/drawing/2014/main" id="{E5F2A3D5-EC73-4BD5-AEF1-07538C130E14}"/>
                </a:ext>
              </a:extLst>
            </p:cNvPr>
            <p:cNvSpPr txBox="1">
              <a:spLocks noChangeArrowheads="1"/>
            </p:cNvSpPr>
            <p:nvPr/>
          </p:nvSpPr>
          <p:spPr bwMode="auto">
            <a:xfrm rot="-379204">
              <a:off x="1584" y="2157"/>
              <a:ext cx="6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ea typeface="Gulim" panose="020B0600000101010101" pitchFamily="34" charset="-127"/>
                </a:rPr>
                <a:t>CTS(A)</a:t>
              </a:r>
            </a:p>
          </p:txBody>
        </p:sp>
        <p:sp>
          <p:nvSpPr>
            <p:cNvPr id="835618" name="Text Box 47">
              <a:extLst>
                <a:ext uri="{FF2B5EF4-FFF2-40B4-BE49-F238E27FC236}">
                  <a16:creationId xmlns:a16="http://schemas.microsoft.com/office/drawing/2014/main" id="{AEB4104F-AC49-4CD9-8DEF-8CEA373CC877}"/>
                </a:ext>
              </a:extLst>
            </p:cNvPr>
            <p:cNvSpPr txBox="1">
              <a:spLocks noChangeArrowheads="1"/>
            </p:cNvSpPr>
            <p:nvPr/>
          </p:nvSpPr>
          <p:spPr bwMode="auto">
            <a:xfrm rot="276164">
              <a:off x="3816" y="2147"/>
              <a:ext cx="6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ea typeface="Gulim" panose="020B0600000101010101" pitchFamily="34" charset="-127"/>
                </a:rPr>
                <a:t>CTS(A)</a:t>
              </a:r>
            </a:p>
          </p:txBody>
        </p:sp>
      </p:grpSp>
      <p:grpSp>
        <p:nvGrpSpPr>
          <p:cNvPr id="8" name="Group 48">
            <a:extLst>
              <a:ext uri="{FF2B5EF4-FFF2-40B4-BE49-F238E27FC236}">
                <a16:creationId xmlns:a16="http://schemas.microsoft.com/office/drawing/2014/main" id="{AC4B49B6-C3EF-48EF-A494-54E8BA98A835}"/>
              </a:ext>
            </a:extLst>
          </p:cNvPr>
          <p:cNvGrpSpPr>
            <a:grpSpLocks/>
          </p:cNvGrpSpPr>
          <p:nvPr/>
        </p:nvGrpSpPr>
        <p:grpSpPr bwMode="auto">
          <a:xfrm>
            <a:off x="1825625" y="3956050"/>
            <a:ext cx="6472238" cy="2174875"/>
            <a:chOff x="1150" y="2492"/>
            <a:chExt cx="4077" cy="1370"/>
          </a:xfrm>
        </p:grpSpPr>
        <p:sp>
          <p:nvSpPr>
            <p:cNvPr id="835607" name="Freeform 49">
              <a:extLst>
                <a:ext uri="{FF2B5EF4-FFF2-40B4-BE49-F238E27FC236}">
                  <a16:creationId xmlns:a16="http://schemas.microsoft.com/office/drawing/2014/main" id="{CBBB8E67-4F6A-498E-95C2-C4974E08EE4B}"/>
                </a:ext>
              </a:extLst>
            </p:cNvPr>
            <p:cNvSpPr>
              <a:spLocks/>
            </p:cNvSpPr>
            <p:nvPr/>
          </p:nvSpPr>
          <p:spPr bwMode="auto">
            <a:xfrm>
              <a:off x="1150" y="2492"/>
              <a:ext cx="3652" cy="1134"/>
            </a:xfrm>
            <a:custGeom>
              <a:avLst/>
              <a:gdLst>
                <a:gd name="T0" fmla="*/ 0 w 3652"/>
                <a:gd name="T1" fmla="*/ 0 h 1134"/>
                <a:gd name="T2" fmla="*/ 3652 w 3652"/>
                <a:gd name="T3" fmla="*/ 318 h 1134"/>
                <a:gd name="T4" fmla="*/ 3652 w 3652"/>
                <a:gd name="T5" fmla="*/ 1134 h 1134"/>
                <a:gd name="T6" fmla="*/ 1 w 3652"/>
                <a:gd name="T7" fmla="*/ 787 h 1134"/>
                <a:gd name="T8" fmla="*/ 0 w 3652"/>
                <a:gd name="T9" fmla="*/ 0 h 1134"/>
                <a:gd name="T10" fmla="*/ 0 60000 65536"/>
                <a:gd name="T11" fmla="*/ 0 60000 65536"/>
                <a:gd name="T12" fmla="*/ 0 60000 65536"/>
                <a:gd name="T13" fmla="*/ 0 60000 65536"/>
                <a:gd name="T14" fmla="*/ 0 60000 65536"/>
                <a:gd name="T15" fmla="*/ 0 w 3652"/>
                <a:gd name="T16" fmla="*/ 0 h 1134"/>
                <a:gd name="T17" fmla="*/ 3652 w 3652"/>
                <a:gd name="T18" fmla="*/ 1134 h 1134"/>
              </a:gdLst>
              <a:ahLst/>
              <a:cxnLst>
                <a:cxn ang="T10">
                  <a:pos x="T0" y="T1"/>
                </a:cxn>
                <a:cxn ang="T11">
                  <a:pos x="T2" y="T3"/>
                </a:cxn>
                <a:cxn ang="T12">
                  <a:pos x="T4" y="T5"/>
                </a:cxn>
                <a:cxn ang="T13">
                  <a:pos x="T6" y="T7"/>
                </a:cxn>
                <a:cxn ang="T14">
                  <a:pos x="T8" y="T9"/>
                </a:cxn>
              </a:cxnLst>
              <a:rect l="T15" t="T16" r="T17" b="T18"/>
              <a:pathLst>
                <a:path w="3652" h="1134">
                  <a:moveTo>
                    <a:pt x="0" y="0"/>
                  </a:moveTo>
                  <a:lnTo>
                    <a:pt x="3652" y="318"/>
                  </a:lnTo>
                  <a:lnTo>
                    <a:pt x="3652" y="1134"/>
                  </a:lnTo>
                  <a:lnTo>
                    <a:pt x="1" y="787"/>
                  </a:lnTo>
                  <a:lnTo>
                    <a:pt x="0" y="0"/>
                  </a:lnTo>
                  <a:close/>
                </a:path>
              </a:pathLst>
            </a:custGeom>
            <a:gradFill rotWithShape="1">
              <a:gsLst>
                <a:gs pos="0">
                  <a:schemeClr val="accent2"/>
                </a:gs>
                <a:gs pos="100000">
                  <a:srgbClr val="FFFFFF"/>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835608" name="Text Box 50">
              <a:extLst>
                <a:ext uri="{FF2B5EF4-FFF2-40B4-BE49-F238E27FC236}">
                  <a16:creationId xmlns:a16="http://schemas.microsoft.com/office/drawing/2014/main" id="{8EFACC5F-7871-48FD-A388-67C15B605A97}"/>
                </a:ext>
              </a:extLst>
            </p:cNvPr>
            <p:cNvSpPr txBox="1">
              <a:spLocks noChangeArrowheads="1"/>
            </p:cNvSpPr>
            <p:nvPr/>
          </p:nvSpPr>
          <p:spPr bwMode="auto">
            <a:xfrm>
              <a:off x="1594" y="2814"/>
              <a:ext cx="1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ko-KR" sz="1800">
                  <a:ea typeface="Gulim" panose="020B0600000101010101" pitchFamily="34" charset="-127"/>
                </a:rPr>
                <a:t>DATA (A)</a:t>
              </a:r>
            </a:p>
          </p:txBody>
        </p:sp>
        <p:sp>
          <p:nvSpPr>
            <p:cNvPr id="835609" name="Freeform 51">
              <a:extLst>
                <a:ext uri="{FF2B5EF4-FFF2-40B4-BE49-F238E27FC236}">
                  <a16:creationId xmlns:a16="http://schemas.microsoft.com/office/drawing/2014/main" id="{B04D7362-184F-4F7F-A3FE-A246894ABE7A}"/>
                </a:ext>
              </a:extLst>
            </p:cNvPr>
            <p:cNvSpPr>
              <a:spLocks/>
            </p:cNvSpPr>
            <p:nvPr/>
          </p:nvSpPr>
          <p:spPr bwMode="auto">
            <a:xfrm>
              <a:off x="2967" y="3507"/>
              <a:ext cx="2260" cy="355"/>
            </a:xfrm>
            <a:custGeom>
              <a:avLst/>
              <a:gdLst>
                <a:gd name="T0" fmla="*/ 0 w 2260"/>
                <a:gd name="T1" fmla="*/ 0 h 355"/>
                <a:gd name="T2" fmla="*/ 2260 w 2260"/>
                <a:gd name="T3" fmla="*/ 186 h 355"/>
                <a:gd name="T4" fmla="*/ 2260 w 2260"/>
                <a:gd name="T5" fmla="*/ 355 h 355"/>
                <a:gd name="T6" fmla="*/ 0 w 2260"/>
                <a:gd name="T7" fmla="*/ 151 h 355"/>
                <a:gd name="T8" fmla="*/ 0 w 2260"/>
                <a:gd name="T9" fmla="*/ 0 h 355"/>
                <a:gd name="T10" fmla="*/ 0 60000 65536"/>
                <a:gd name="T11" fmla="*/ 0 60000 65536"/>
                <a:gd name="T12" fmla="*/ 0 60000 65536"/>
                <a:gd name="T13" fmla="*/ 0 60000 65536"/>
                <a:gd name="T14" fmla="*/ 0 60000 65536"/>
                <a:gd name="T15" fmla="*/ 0 w 2260"/>
                <a:gd name="T16" fmla="*/ 0 h 355"/>
                <a:gd name="T17" fmla="*/ 2260 w 2260"/>
                <a:gd name="T18" fmla="*/ 355 h 355"/>
              </a:gdLst>
              <a:ahLst/>
              <a:cxnLst>
                <a:cxn ang="T10">
                  <a:pos x="T0" y="T1"/>
                </a:cxn>
                <a:cxn ang="T11">
                  <a:pos x="T2" y="T3"/>
                </a:cxn>
                <a:cxn ang="T12">
                  <a:pos x="T4" y="T5"/>
                </a:cxn>
                <a:cxn ang="T13">
                  <a:pos x="T6" y="T7"/>
                </a:cxn>
                <a:cxn ang="T14">
                  <a:pos x="T8" y="T9"/>
                </a:cxn>
              </a:cxnLst>
              <a:rect l="T15" t="T16" r="T17" b="T18"/>
              <a:pathLst>
                <a:path w="2260" h="355">
                  <a:moveTo>
                    <a:pt x="0" y="0"/>
                  </a:moveTo>
                  <a:lnTo>
                    <a:pt x="2260" y="186"/>
                  </a:lnTo>
                  <a:lnTo>
                    <a:pt x="2260" y="355"/>
                  </a:lnTo>
                  <a:lnTo>
                    <a:pt x="0" y="151"/>
                  </a:lnTo>
                  <a:lnTo>
                    <a:pt x="0" y="0"/>
                  </a:lnTo>
                  <a:close/>
                </a:path>
              </a:pathLst>
            </a:custGeom>
            <a:solidFill>
              <a:srgbClr val="FF99CC"/>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835610" name="Freeform 52">
              <a:extLst>
                <a:ext uri="{FF2B5EF4-FFF2-40B4-BE49-F238E27FC236}">
                  <a16:creationId xmlns:a16="http://schemas.microsoft.com/office/drawing/2014/main" id="{B1A8E9CF-591A-43BC-A1B7-C15D835B91A5}"/>
                </a:ext>
              </a:extLst>
            </p:cNvPr>
            <p:cNvSpPr>
              <a:spLocks/>
            </p:cNvSpPr>
            <p:nvPr/>
          </p:nvSpPr>
          <p:spPr bwMode="auto">
            <a:xfrm>
              <a:off x="1150" y="3506"/>
              <a:ext cx="1860" cy="347"/>
            </a:xfrm>
            <a:custGeom>
              <a:avLst/>
              <a:gdLst>
                <a:gd name="T0" fmla="*/ 1860 w 1860"/>
                <a:gd name="T1" fmla="*/ 0 h 347"/>
                <a:gd name="T2" fmla="*/ 0 w 1860"/>
                <a:gd name="T3" fmla="*/ 179 h 347"/>
                <a:gd name="T4" fmla="*/ 0 w 1860"/>
                <a:gd name="T5" fmla="*/ 347 h 347"/>
                <a:gd name="T6" fmla="*/ 1860 w 1860"/>
                <a:gd name="T7" fmla="*/ 151 h 347"/>
                <a:gd name="T8" fmla="*/ 1860 w 1860"/>
                <a:gd name="T9" fmla="*/ 0 h 347"/>
                <a:gd name="T10" fmla="*/ 0 60000 65536"/>
                <a:gd name="T11" fmla="*/ 0 60000 65536"/>
                <a:gd name="T12" fmla="*/ 0 60000 65536"/>
                <a:gd name="T13" fmla="*/ 0 60000 65536"/>
                <a:gd name="T14" fmla="*/ 0 60000 65536"/>
                <a:gd name="T15" fmla="*/ 0 w 1860"/>
                <a:gd name="T16" fmla="*/ 0 h 347"/>
                <a:gd name="T17" fmla="*/ 1860 w 1860"/>
                <a:gd name="T18" fmla="*/ 347 h 347"/>
              </a:gdLst>
              <a:ahLst/>
              <a:cxnLst>
                <a:cxn ang="T10">
                  <a:pos x="T0" y="T1"/>
                </a:cxn>
                <a:cxn ang="T11">
                  <a:pos x="T2" y="T3"/>
                </a:cxn>
                <a:cxn ang="T12">
                  <a:pos x="T4" y="T5"/>
                </a:cxn>
                <a:cxn ang="T13">
                  <a:pos x="T6" y="T7"/>
                </a:cxn>
                <a:cxn ang="T14">
                  <a:pos x="T8" y="T9"/>
                </a:cxn>
              </a:cxnLst>
              <a:rect l="T15" t="T16" r="T17" b="T18"/>
              <a:pathLst>
                <a:path w="1860" h="347">
                  <a:moveTo>
                    <a:pt x="1860" y="0"/>
                  </a:moveTo>
                  <a:lnTo>
                    <a:pt x="0" y="179"/>
                  </a:lnTo>
                  <a:lnTo>
                    <a:pt x="0" y="347"/>
                  </a:lnTo>
                  <a:lnTo>
                    <a:pt x="1860" y="151"/>
                  </a:lnTo>
                  <a:lnTo>
                    <a:pt x="1860" y="0"/>
                  </a:lnTo>
                  <a:close/>
                </a:path>
              </a:pathLst>
            </a:custGeom>
            <a:solidFill>
              <a:srgbClr val="FF99CC"/>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sp>
          <p:nvSpPr>
            <p:cNvPr id="835611" name="Text Box 53">
              <a:extLst>
                <a:ext uri="{FF2B5EF4-FFF2-40B4-BE49-F238E27FC236}">
                  <a16:creationId xmlns:a16="http://schemas.microsoft.com/office/drawing/2014/main" id="{1195F38C-28CD-416A-B3DA-E46E172AD8EF}"/>
                </a:ext>
              </a:extLst>
            </p:cNvPr>
            <p:cNvSpPr txBox="1">
              <a:spLocks noChangeArrowheads="1"/>
            </p:cNvSpPr>
            <p:nvPr/>
          </p:nvSpPr>
          <p:spPr bwMode="auto">
            <a:xfrm rot="-379204">
              <a:off x="1600" y="3582"/>
              <a:ext cx="60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ea typeface="Gulim" panose="020B0600000101010101" pitchFamily="34" charset="-127"/>
                </a:rPr>
                <a:t>ACK(A)</a:t>
              </a:r>
            </a:p>
          </p:txBody>
        </p:sp>
        <p:sp>
          <p:nvSpPr>
            <p:cNvPr id="835612" name="Text Box 54">
              <a:extLst>
                <a:ext uri="{FF2B5EF4-FFF2-40B4-BE49-F238E27FC236}">
                  <a16:creationId xmlns:a16="http://schemas.microsoft.com/office/drawing/2014/main" id="{50C9BAFD-49AA-4444-A206-9EF5A22E2083}"/>
                </a:ext>
              </a:extLst>
            </p:cNvPr>
            <p:cNvSpPr txBox="1">
              <a:spLocks noChangeArrowheads="1"/>
            </p:cNvSpPr>
            <p:nvPr/>
          </p:nvSpPr>
          <p:spPr bwMode="auto">
            <a:xfrm rot="276164">
              <a:off x="3832" y="3572"/>
              <a:ext cx="60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ea typeface="Gulim" panose="020B0600000101010101" pitchFamily="34" charset="-127"/>
                </a:rPr>
                <a:t>ACK(A)</a:t>
              </a:r>
            </a:p>
          </p:txBody>
        </p:sp>
      </p:grpSp>
      <p:grpSp>
        <p:nvGrpSpPr>
          <p:cNvPr id="9" name="Group 55">
            <a:extLst>
              <a:ext uri="{FF2B5EF4-FFF2-40B4-BE49-F238E27FC236}">
                <a16:creationId xmlns:a16="http://schemas.microsoft.com/office/drawing/2014/main" id="{7E75511C-2531-42D2-8CC5-4D5CD50FB703}"/>
              </a:ext>
            </a:extLst>
          </p:cNvPr>
          <p:cNvGrpSpPr>
            <a:grpSpLocks/>
          </p:cNvGrpSpPr>
          <p:nvPr/>
        </p:nvGrpSpPr>
        <p:grpSpPr bwMode="auto">
          <a:xfrm>
            <a:off x="4418013" y="2046288"/>
            <a:ext cx="3109912" cy="715962"/>
            <a:chOff x="2596" y="1330"/>
            <a:chExt cx="1959" cy="451"/>
          </a:xfrm>
        </p:grpSpPr>
        <p:sp>
          <p:nvSpPr>
            <p:cNvPr id="835605" name="AutoShape 56">
              <a:extLst>
                <a:ext uri="{FF2B5EF4-FFF2-40B4-BE49-F238E27FC236}">
                  <a16:creationId xmlns:a16="http://schemas.microsoft.com/office/drawing/2014/main" id="{0CE9EF7A-6614-4B3F-9589-78B65640D550}"/>
                </a:ext>
              </a:extLst>
            </p:cNvPr>
            <p:cNvSpPr>
              <a:spLocks noChangeArrowheads="1"/>
            </p:cNvSpPr>
            <p:nvPr/>
          </p:nvSpPr>
          <p:spPr bwMode="auto">
            <a:xfrm>
              <a:off x="2596" y="1330"/>
              <a:ext cx="683" cy="293"/>
            </a:xfrm>
            <a:prstGeom prst="irregularSeal1">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35606" name="Text Box 57">
              <a:extLst>
                <a:ext uri="{FF2B5EF4-FFF2-40B4-BE49-F238E27FC236}">
                  <a16:creationId xmlns:a16="http://schemas.microsoft.com/office/drawing/2014/main" id="{0CD1BAA1-C9A6-4599-B780-F954F39260B5}"/>
                </a:ext>
              </a:extLst>
            </p:cNvPr>
            <p:cNvSpPr txBox="1">
              <a:spLocks noChangeArrowheads="1"/>
            </p:cNvSpPr>
            <p:nvPr/>
          </p:nvSpPr>
          <p:spPr bwMode="auto">
            <a:xfrm>
              <a:off x="2778" y="1550"/>
              <a:ext cx="17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latin typeface="Arial" panose="020B0604020202020204" pitchFamily="34" charset="0"/>
                  <a:ea typeface="Gulim" panose="020B0600000101010101" pitchFamily="34" charset="-127"/>
                  <a:cs typeface="Arial" panose="020B0604020202020204" pitchFamily="34" charset="0"/>
                </a:rPr>
                <a:t>reservation collision</a:t>
              </a:r>
            </a:p>
          </p:txBody>
        </p:sp>
      </p:grpSp>
      <p:sp>
        <p:nvSpPr>
          <p:cNvPr id="835603" name="Line 58">
            <a:extLst>
              <a:ext uri="{FF2B5EF4-FFF2-40B4-BE49-F238E27FC236}">
                <a16:creationId xmlns:a16="http://schemas.microsoft.com/office/drawing/2014/main" id="{556354D8-88E7-47DF-A55B-0ACBD0F813C8}"/>
              </a:ext>
            </a:extLst>
          </p:cNvPr>
          <p:cNvSpPr>
            <a:spLocks noChangeShapeType="1"/>
          </p:cNvSpPr>
          <p:nvPr/>
        </p:nvSpPr>
        <p:spPr bwMode="auto">
          <a:xfrm>
            <a:off x="8428038" y="3671888"/>
            <a:ext cx="0" cy="2424112"/>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5604" name="Text Box 59">
            <a:extLst>
              <a:ext uri="{FF2B5EF4-FFF2-40B4-BE49-F238E27FC236}">
                <a16:creationId xmlns:a16="http://schemas.microsoft.com/office/drawing/2014/main" id="{5556D26E-CB66-42A1-923F-E055357415F0}"/>
              </a:ext>
            </a:extLst>
          </p:cNvPr>
          <p:cNvSpPr txBox="1">
            <a:spLocks noChangeArrowheads="1"/>
          </p:cNvSpPr>
          <p:nvPr/>
        </p:nvSpPr>
        <p:spPr bwMode="auto">
          <a:xfrm>
            <a:off x="8015288" y="4689475"/>
            <a:ext cx="795337"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1800">
                <a:ea typeface="Gulim" panose="020B0600000101010101" pitchFamily="34" charset="-127"/>
              </a:rPr>
              <a:t>defer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par>
                          <p:cTn id="8" fill="hold" nodeType="afterGroup">
                            <p:stCondLst>
                              <p:cond delay="1000"/>
                            </p:stCondLst>
                            <p:childTnLst>
                              <p:par>
                                <p:cTn id="9" presetID="9"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10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2" name="Oval 2">
            <a:extLst>
              <a:ext uri="{FF2B5EF4-FFF2-40B4-BE49-F238E27FC236}">
                <a16:creationId xmlns:a16="http://schemas.microsoft.com/office/drawing/2014/main" id="{1FBA0C8D-CF26-4BB6-954A-15765D056E39}"/>
              </a:ext>
            </a:extLst>
          </p:cNvPr>
          <p:cNvSpPr>
            <a:spLocks noChangeArrowheads="1"/>
          </p:cNvSpPr>
          <p:nvPr/>
        </p:nvSpPr>
        <p:spPr bwMode="auto">
          <a:xfrm>
            <a:off x="6397625" y="3155950"/>
            <a:ext cx="2335213" cy="2224088"/>
          </a:xfrm>
          <a:prstGeom prst="ellipse">
            <a:avLst/>
          </a:prstGeom>
          <a:solidFill>
            <a:schemeClr val="accent1">
              <a:alpha val="4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1600">
              <a:ea typeface="Gulim" panose="020B0600000101010101" pitchFamily="34" charset="-127"/>
            </a:endParaRPr>
          </a:p>
        </p:txBody>
      </p:sp>
      <p:sp>
        <p:nvSpPr>
          <p:cNvPr id="836613" name="Oval 3">
            <a:extLst>
              <a:ext uri="{FF2B5EF4-FFF2-40B4-BE49-F238E27FC236}">
                <a16:creationId xmlns:a16="http://schemas.microsoft.com/office/drawing/2014/main" id="{B6D1D604-4C04-4CD8-88FD-06A4159E3453}"/>
              </a:ext>
            </a:extLst>
          </p:cNvPr>
          <p:cNvSpPr>
            <a:spLocks noChangeArrowheads="1"/>
          </p:cNvSpPr>
          <p:nvPr/>
        </p:nvSpPr>
        <p:spPr bwMode="auto">
          <a:xfrm>
            <a:off x="4541838" y="3090863"/>
            <a:ext cx="2335212" cy="2224087"/>
          </a:xfrm>
          <a:prstGeom prst="ellipse">
            <a:avLst/>
          </a:prstGeom>
          <a:solidFill>
            <a:schemeClr val="accent1">
              <a:alpha val="4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1600">
              <a:latin typeface="Arial" panose="020B0604020202020204" pitchFamily="34" charset="0"/>
              <a:ea typeface="Gulim" panose="020B0600000101010101" pitchFamily="34" charset="-127"/>
            </a:endParaRPr>
          </a:p>
        </p:txBody>
      </p:sp>
      <p:grpSp>
        <p:nvGrpSpPr>
          <p:cNvPr id="836614" name="Group 4">
            <a:extLst>
              <a:ext uri="{FF2B5EF4-FFF2-40B4-BE49-F238E27FC236}">
                <a16:creationId xmlns:a16="http://schemas.microsoft.com/office/drawing/2014/main" id="{05766878-52C1-4EF7-BD01-AA774727107E}"/>
              </a:ext>
            </a:extLst>
          </p:cNvPr>
          <p:cNvGrpSpPr>
            <a:grpSpLocks/>
          </p:cNvGrpSpPr>
          <p:nvPr/>
        </p:nvGrpSpPr>
        <p:grpSpPr bwMode="auto">
          <a:xfrm>
            <a:off x="4748213" y="4268788"/>
            <a:ext cx="617537" cy="654050"/>
            <a:chOff x="2870" y="1518"/>
            <a:chExt cx="292" cy="320"/>
          </a:xfrm>
        </p:grpSpPr>
        <p:graphicFrame>
          <p:nvGraphicFramePr>
            <p:cNvPr id="836699" name="Object 5">
              <a:extLst>
                <a:ext uri="{FF2B5EF4-FFF2-40B4-BE49-F238E27FC236}">
                  <a16:creationId xmlns:a16="http://schemas.microsoft.com/office/drawing/2014/main" id="{FA583730-3D1B-4E4B-B920-3245DC56FE2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6755" name="Clip" r:id="rId3" imgW="826829" imgH="840406" progId="MS_ClipArt_Gallery.2">
                    <p:embed/>
                  </p:oleObj>
                </mc:Choice>
                <mc:Fallback>
                  <p:oleObj name="Clip" r:id="rId3" imgW="826829" imgH="840406" progId="MS_ClipArt_Gallery.2">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6700" name="Object 6">
              <a:extLst>
                <a:ext uri="{FF2B5EF4-FFF2-40B4-BE49-F238E27FC236}">
                  <a16:creationId xmlns:a16="http://schemas.microsoft.com/office/drawing/2014/main" id="{CC8D5183-E446-4EB5-8B6F-1B8A8DC1409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6756" name="Clip" r:id="rId5" imgW="1268295" imgH="1199426" progId="MS_ClipArt_Gallery.2">
                    <p:embed/>
                  </p:oleObj>
                </mc:Choice>
                <mc:Fallback>
                  <p:oleObj name="Clip" r:id="rId5" imgW="1268295" imgH="1199426" progId="MS_ClipArt_Gallery.2">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36615" name="Group 7">
            <a:extLst>
              <a:ext uri="{FF2B5EF4-FFF2-40B4-BE49-F238E27FC236}">
                <a16:creationId xmlns:a16="http://schemas.microsoft.com/office/drawing/2014/main" id="{FF1E87C0-AFBD-4922-B17C-CAFCC54360D4}"/>
              </a:ext>
            </a:extLst>
          </p:cNvPr>
          <p:cNvGrpSpPr>
            <a:grpSpLocks/>
          </p:cNvGrpSpPr>
          <p:nvPr/>
        </p:nvGrpSpPr>
        <p:grpSpPr bwMode="auto">
          <a:xfrm>
            <a:off x="7770813" y="3319463"/>
            <a:ext cx="619125" cy="654050"/>
            <a:chOff x="2870" y="1518"/>
            <a:chExt cx="292" cy="320"/>
          </a:xfrm>
        </p:grpSpPr>
        <p:graphicFrame>
          <p:nvGraphicFramePr>
            <p:cNvPr id="836697" name="Object 8">
              <a:extLst>
                <a:ext uri="{FF2B5EF4-FFF2-40B4-BE49-F238E27FC236}">
                  <a16:creationId xmlns:a16="http://schemas.microsoft.com/office/drawing/2014/main" id="{EA3AD375-6476-40A6-9C88-2FD8F7F1776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6757" name="Clip" r:id="rId7" imgW="826829" imgH="840406" progId="MS_ClipArt_Gallery.2">
                    <p:embed/>
                  </p:oleObj>
                </mc:Choice>
                <mc:Fallback>
                  <p:oleObj name="Clip" r:id="rId7" imgW="826829" imgH="840406" progId="MS_ClipArt_Gallery.2">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6698" name="Object 9">
              <a:extLst>
                <a:ext uri="{FF2B5EF4-FFF2-40B4-BE49-F238E27FC236}">
                  <a16:creationId xmlns:a16="http://schemas.microsoft.com/office/drawing/2014/main" id="{0FB8C764-037C-4CBD-A0BD-635078FF43B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6758" name="Clip" r:id="rId8" imgW="1268295" imgH="1199426" progId="MS_ClipArt_Gallery.2">
                    <p:embed/>
                  </p:oleObj>
                </mc:Choice>
                <mc:Fallback>
                  <p:oleObj name="Clip" r:id="rId8" imgW="1268295" imgH="1199426" progId="MS_ClipArt_Gallery.2">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36616" name="Text Box 10">
            <a:extLst>
              <a:ext uri="{FF2B5EF4-FFF2-40B4-BE49-F238E27FC236}">
                <a16:creationId xmlns:a16="http://schemas.microsoft.com/office/drawing/2014/main" id="{3D2A7DA2-0F9B-4118-96E9-CF62D8011944}"/>
              </a:ext>
            </a:extLst>
          </p:cNvPr>
          <p:cNvSpPr txBox="1">
            <a:spLocks noChangeArrowheads="1"/>
          </p:cNvSpPr>
          <p:nvPr/>
        </p:nvSpPr>
        <p:spPr bwMode="auto">
          <a:xfrm>
            <a:off x="6602413" y="2522538"/>
            <a:ext cx="8540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600">
                <a:ea typeface="Gulim" panose="020B0600000101010101" pitchFamily="34" charset="-127"/>
              </a:rPr>
              <a:t>hub or </a:t>
            </a:r>
          </a:p>
          <a:p>
            <a:pPr eaLnBrk="1" hangingPunct="1">
              <a:spcBef>
                <a:spcPct val="0"/>
              </a:spcBef>
              <a:buClrTx/>
              <a:buSzTx/>
              <a:buFontTx/>
              <a:buNone/>
            </a:pPr>
            <a:r>
              <a:rPr lang="en-US" altLang="ko-KR" sz="1600">
                <a:ea typeface="Gulim" panose="020B0600000101010101" pitchFamily="34" charset="-127"/>
              </a:rPr>
              <a:t>switch</a:t>
            </a:r>
          </a:p>
        </p:txBody>
      </p:sp>
      <p:sp>
        <p:nvSpPr>
          <p:cNvPr id="836617" name="Line 11">
            <a:extLst>
              <a:ext uri="{FF2B5EF4-FFF2-40B4-BE49-F238E27FC236}">
                <a16:creationId xmlns:a16="http://schemas.microsoft.com/office/drawing/2014/main" id="{2A8B3245-172C-4927-A187-238D1325A84D}"/>
              </a:ext>
            </a:extLst>
          </p:cNvPr>
          <p:cNvSpPr>
            <a:spLocks noChangeShapeType="1"/>
          </p:cNvSpPr>
          <p:nvPr/>
        </p:nvSpPr>
        <p:spPr bwMode="auto">
          <a:xfrm flipH="1">
            <a:off x="5778500" y="3287713"/>
            <a:ext cx="687388" cy="784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6618" name="Line 12">
            <a:extLst>
              <a:ext uri="{FF2B5EF4-FFF2-40B4-BE49-F238E27FC236}">
                <a16:creationId xmlns:a16="http://schemas.microsoft.com/office/drawing/2014/main" id="{42E0C0E3-5A4A-49F0-81A2-4234F6C00FCA}"/>
              </a:ext>
            </a:extLst>
          </p:cNvPr>
          <p:cNvSpPr>
            <a:spLocks noChangeShapeType="1"/>
          </p:cNvSpPr>
          <p:nvPr/>
        </p:nvSpPr>
        <p:spPr bwMode="auto">
          <a:xfrm>
            <a:off x="6740525" y="3155950"/>
            <a:ext cx="869950" cy="1112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6619" name="Line 13">
            <a:extLst>
              <a:ext uri="{FF2B5EF4-FFF2-40B4-BE49-F238E27FC236}">
                <a16:creationId xmlns:a16="http://schemas.microsoft.com/office/drawing/2014/main" id="{5C68CDBF-2C45-45D3-8B5A-77B8D9B6B847}"/>
              </a:ext>
            </a:extLst>
          </p:cNvPr>
          <p:cNvSpPr>
            <a:spLocks noChangeShapeType="1"/>
          </p:cNvSpPr>
          <p:nvPr/>
        </p:nvSpPr>
        <p:spPr bwMode="auto">
          <a:xfrm flipV="1">
            <a:off x="6626225" y="2306638"/>
            <a:ext cx="14288" cy="773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6620" name="Text Box 14">
            <a:extLst>
              <a:ext uri="{FF2B5EF4-FFF2-40B4-BE49-F238E27FC236}">
                <a16:creationId xmlns:a16="http://schemas.microsoft.com/office/drawing/2014/main" id="{DFA9CFD5-CDE3-461F-9AFE-2B6276B2A42F}"/>
              </a:ext>
            </a:extLst>
          </p:cNvPr>
          <p:cNvSpPr txBox="1">
            <a:spLocks noChangeArrowheads="1"/>
          </p:cNvSpPr>
          <p:nvPr/>
        </p:nvSpPr>
        <p:spPr bwMode="auto">
          <a:xfrm>
            <a:off x="7346950" y="4298950"/>
            <a:ext cx="6238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600">
                <a:ea typeface="Gulim" panose="020B0600000101010101" pitchFamily="34" charset="-127"/>
              </a:rPr>
              <a:t>AP 2</a:t>
            </a:r>
          </a:p>
        </p:txBody>
      </p:sp>
      <p:sp>
        <p:nvSpPr>
          <p:cNvPr id="836621" name="Text Box 15">
            <a:extLst>
              <a:ext uri="{FF2B5EF4-FFF2-40B4-BE49-F238E27FC236}">
                <a16:creationId xmlns:a16="http://schemas.microsoft.com/office/drawing/2014/main" id="{7E2661B2-4F2E-4438-91C2-266E72D4FD7C}"/>
              </a:ext>
            </a:extLst>
          </p:cNvPr>
          <p:cNvSpPr txBox="1">
            <a:spLocks noChangeArrowheads="1"/>
          </p:cNvSpPr>
          <p:nvPr/>
        </p:nvSpPr>
        <p:spPr bwMode="auto">
          <a:xfrm>
            <a:off x="6029325" y="38623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600">
              <a:latin typeface="Arial" panose="020B0604020202020204" pitchFamily="34" charset="0"/>
              <a:ea typeface="Gulim" panose="020B0600000101010101" pitchFamily="34" charset="-127"/>
            </a:endParaRPr>
          </a:p>
        </p:txBody>
      </p:sp>
      <p:sp>
        <p:nvSpPr>
          <p:cNvPr id="836622" name="Text Box 16">
            <a:extLst>
              <a:ext uri="{FF2B5EF4-FFF2-40B4-BE49-F238E27FC236}">
                <a16:creationId xmlns:a16="http://schemas.microsoft.com/office/drawing/2014/main" id="{CA4C35E3-2713-46AF-BA43-7DB8BD8790B1}"/>
              </a:ext>
            </a:extLst>
          </p:cNvPr>
          <p:cNvSpPr txBox="1">
            <a:spLocks noChangeArrowheads="1"/>
          </p:cNvSpPr>
          <p:nvPr/>
        </p:nvSpPr>
        <p:spPr bwMode="auto">
          <a:xfrm>
            <a:off x="5846763" y="3830638"/>
            <a:ext cx="592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600">
                <a:ea typeface="Gulim" panose="020B0600000101010101" pitchFamily="34" charset="-127"/>
              </a:rPr>
              <a:t>AP 1</a:t>
            </a:r>
          </a:p>
        </p:txBody>
      </p:sp>
      <p:sp>
        <p:nvSpPr>
          <p:cNvPr id="836623" name="Text Box 17">
            <a:extLst>
              <a:ext uri="{FF2B5EF4-FFF2-40B4-BE49-F238E27FC236}">
                <a16:creationId xmlns:a16="http://schemas.microsoft.com/office/drawing/2014/main" id="{C7191442-7D46-4696-BE6F-8FC3C5BE4867}"/>
              </a:ext>
            </a:extLst>
          </p:cNvPr>
          <p:cNvSpPr txBox="1">
            <a:spLocks noChangeArrowheads="1"/>
          </p:cNvSpPr>
          <p:nvPr/>
        </p:nvSpPr>
        <p:spPr bwMode="auto">
          <a:xfrm>
            <a:off x="5973763" y="4833938"/>
            <a:ext cx="431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600">
                <a:ea typeface="Gulim" panose="020B0600000101010101" pitchFamily="34" charset="-127"/>
              </a:rPr>
              <a:t>H1</a:t>
            </a:r>
          </a:p>
        </p:txBody>
      </p:sp>
      <p:sp>
        <p:nvSpPr>
          <p:cNvPr id="836624" name="Text Box 18">
            <a:extLst>
              <a:ext uri="{FF2B5EF4-FFF2-40B4-BE49-F238E27FC236}">
                <a16:creationId xmlns:a16="http://schemas.microsoft.com/office/drawing/2014/main" id="{A8ECA1E2-D128-4DC8-AAC6-CE495205ACFC}"/>
              </a:ext>
            </a:extLst>
          </p:cNvPr>
          <p:cNvSpPr txBox="1">
            <a:spLocks noChangeArrowheads="1"/>
          </p:cNvSpPr>
          <p:nvPr/>
        </p:nvSpPr>
        <p:spPr bwMode="auto">
          <a:xfrm>
            <a:off x="8035925" y="468153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600">
              <a:latin typeface="Arial" panose="020B0604020202020204" pitchFamily="34" charset="0"/>
              <a:ea typeface="Gulim" panose="020B0600000101010101" pitchFamily="34" charset="-127"/>
            </a:endParaRPr>
          </a:p>
        </p:txBody>
      </p:sp>
      <p:sp>
        <p:nvSpPr>
          <p:cNvPr id="836625" name="Text Box 19">
            <a:extLst>
              <a:ext uri="{FF2B5EF4-FFF2-40B4-BE49-F238E27FC236}">
                <a16:creationId xmlns:a16="http://schemas.microsoft.com/office/drawing/2014/main" id="{41F15D8B-2E56-474D-936F-04FD82348D7A}"/>
              </a:ext>
            </a:extLst>
          </p:cNvPr>
          <p:cNvSpPr txBox="1">
            <a:spLocks noChangeArrowheads="1"/>
          </p:cNvSpPr>
          <p:nvPr/>
        </p:nvSpPr>
        <p:spPr bwMode="auto">
          <a:xfrm>
            <a:off x="7620000" y="4846638"/>
            <a:ext cx="7858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600">
                <a:ea typeface="Gulim" panose="020B0600000101010101" pitchFamily="34" charset="-127"/>
              </a:rPr>
              <a:t>BSS 2</a:t>
            </a:r>
          </a:p>
        </p:txBody>
      </p:sp>
      <p:sp>
        <p:nvSpPr>
          <p:cNvPr id="836626" name="Text Box 20">
            <a:extLst>
              <a:ext uri="{FF2B5EF4-FFF2-40B4-BE49-F238E27FC236}">
                <a16:creationId xmlns:a16="http://schemas.microsoft.com/office/drawing/2014/main" id="{F9ED12A6-6A5C-47CE-B9AF-4B42022C7580}"/>
              </a:ext>
            </a:extLst>
          </p:cNvPr>
          <p:cNvSpPr txBox="1">
            <a:spLocks noChangeArrowheads="1"/>
          </p:cNvSpPr>
          <p:nvPr/>
        </p:nvSpPr>
        <p:spPr bwMode="auto">
          <a:xfrm>
            <a:off x="5145088" y="3343275"/>
            <a:ext cx="7540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600">
                <a:ea typeface="Gulim" panose="020B0600000101010101" pitchFamily="34" charset="-127"/>
              </a:rPr>
              <a:t>BSS 1</a:t>
            </a:r>
          </a:p>
        </p:txBody>
      </p:sp>
      <p:grpSp>
        <p:nvGrpSpPr>
          <p:cNvPr id="836627" name="Group 21">
            <a:extLst>
              <a:ext uri="{FF2B5EF4-FFF2-40B4-BE49-F238E27FC236}">
                <a16:creationId xmlns:a16="http://schemas.microsoft.com/office/drawing/2014/main" id="{EF477956-372B-4885-9E49-003046132EBC}"/>
              </a:ext>
            </a:extLst>
          </p:cNvPr>
          <p:cNvGrpSpPr>
            <a:grpSpLocks/>
          </p:cNvGrpSpPr>
          <p:nvPr/>
        </p:nvGrpSpPr>
        <p:grpSpPr bwMode="auto">
          <a:xfrm>
            <a:off x="6327775" y="3025775"/>
            <a:ext cx="412750" cy="284163"/>
            <a:chOff x="2016" y="960"/>
            <a:chExt cx="288" cy="209"/>
          </a:xfrm>
        </p:grpSpPr>
        <p:sp>
          <p:nvSpPr>
            <p:cNvPr id="836692" name="Line 22">
              <a:extLst>
                <a:ext uri="{FF2B5EF4-FFF2-40B4-BE49-F238E27FC236}">
                  <a16:creationId xmlns:a16="http://schemas.microsoft.com/office/drawing/2014/main" id="{43D48091-6688-455A-9D30-CEF3EDD2A0B9}"/>
                </a:ext>
              </a:extLst>
            </p:cNvPr>
            <p:cNvSpPr>
              <a:spLocks noChangeShapeType="1"/>
            </p:cNvSpPr>
            <p:nvPr/>
          </p:nvSpPr>
          <p:spPr bwMode="auto">
            <a:xfrm>
              <a:off x="2304" y="96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6693" name="Rectangle 23">
              <a:extLst>
                <a:ext uri="{FF2B5EF4-FFF2-40B4-BE49-F238E27FC236}">
                  <a16:creationId xmlns:a16="http://schemas.microsoft.com/office/drawing/2014/main" id="{89660B9E-A35C-4FB3-AB6D-F98020DB613C}"/>
                </a:ext>
              </a:extLst>
            </p:cNvPr>
            <p:cNvSpPr>
              <a:spLocks noChangeArrowheads="1"/>
            </p:cNvSpPr>
            <p:nvPr/>
          </p:nvSpPr>
          <p:spPr bwMode="auto">
            <a:xfrm>
              <a:off x="2016" y="1104"/>
              <a:ext cx="267" cy="65"/>
            </a:xfrm>
            <a:prstGeom prst="rect">
              <a:avLst/>
            </a:prstGeom>
            <a:solidFill>
              <a:schemeClr val="hlink"/>
            </a:solidFill>
            <a:ln w="9525">
              <a:miter lim="800000"/>
              <a:headEnd/>
              <a:tailEnd/>
            </a:ln>
            <a:scene3d>
              <a:camera prst="legacyObliqueTopRight"/>
              <a:lightRig rig="legacyFlat3" dir="l"/>
            </a:scene3d>
            <a:sp3d extrusionH="430200" prstMaterial="legacyMatte">
              <a:bevelT w="13500" h="13500" prst="angle"/>
              <a:bevelB w="13500" h="13500" prst="angle"/>
              <a:extrusionClr>
                <a:schemeClr val="hlink"/>
              </a:extrusionClr>
              <a:contourClr>
                <a:schemeClr val="hlink"/>
              </a:contourClr>
            </a:sp3d>
          </p:spPr>
          <p:txBody>
            <a:bodyPr wrap="none" anchor="ctr">
              <a:flatTx/>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36694" name="Group 24">
              <a:extLst>
                <a:ext uri="{FF2B5EF4-FFF2-40B4-BE49-F238E27FC236}">
                  <a16:creationId xmlns:a16="http://schemas.microsoft.com/office/drawing/2014/main" id="{DF04E57F-48CE-4DA1-92B6-284801118374}"/>
                </a:ext>
              </a:extLst>
            </p:cNvPr>
            <p:cNvGrpSpPr>
              <a:grpSpLocks/>
            </p:cNvGrpSpPr>
            <p:nvPr/>
          </p:nvGrpSpPr>
          <p:grpSpPr bwMode="auto">
            <a:xfrm>
              <a:off x="2160" y="1008"/>
              <a:ext cx="109" cy="91"/>
              <a:chOff x="576" y="3456"/>
              <a:chExt cx="288" cy="240"/>
            </a:xfrm>
          </p:grpSpPr>
          <p:sp>
            <p:nvSpPr>
              <p:cNvPr id="836695" name="Line 25">
                <a:extLst>
                  <a:ext uri="{FF2B5EF4-FFF2-40B4-BE49-F238E27FC236}">
                    <a16:creationId xmlns:a16="http://schemas.microsoft.com/office/drawing/2014/main" id="{125FE4A2-7770-4E12-9E60-DE49FD7DF863}"/>
                  </a:ext>
                </a:extLst>
              </p:cNvPr>
              <p:cNvSpPr>
                <a:spLocks noChangeShapeType="1"/>
              </p:cNvSpPr>
              <p:nvPr/>
            </p:nvSpPr>
            <p:spPr bwMode="auto">
              <a:xfrm>
                <a:off x="624" y="3456"/>
                <a:ext cx="192"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6696" name="Line 26">
                <a:extLst>
                  <a:ext uri="{FF2B5EF4-FFF2-40B4-BE49-F238E27FC236}">
                    <a16:creationId xmlns:a16="http://schemas.microsoft.com/office/drawing/2014/main" id="{DD3F8834-4018-4697-A554-15BEABF9950A}"/>
                  </a:ext>
                </a:extLst>
              </p:cNvPr>
              <p:cNvSpPr>
                <a:spLocks noChangeShapeType="1"/>
              </p:cNvSpPr>
              <p:nvPr/>
            </p:nvSpPr>
            <p:spPr bwMode="auto">
              <a:xfrm flipH="1">
                <a:off x="576" y="3456"/>
                <a:ext cx="288"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grpSp>
        <p:nvGrpSpPr>
          <p:cNvPr id="836628" name="Group 27">
            <a:extLst>
              <a:ext uri="{FF2B5EF4-FFF2-40B4-BE49-F238E27FC236}">
                <a16:creationId xmlns:a16="http://schemas.microsoft.com/office/drawing/2014/main" id="{05A9A70D-3258-45B6-A0D9-DF713D76847E}"/>
              </a:ext>
            </a:extLst>
          </p:cNvPr>
          <p:cNvGrpSpPr>
            <a:grpSpLocks/>
          </p:cNvGrpSpPr>
          <p:nvPr/>
        </p:nvGrpSpPr>
        <p:grpSpPr bwMode="auto">
          <a:xfrm>
            <a:off x="7243763" y="3711575"/>
            <a:ext cx="842962" cy="600075"/>
            <a:chOff x="1160" y="2192"/>
            <a:chExt cx="589" cy="440"/>
          </a:xfrm>
        </p:grpSpPr>
        <p:pic>
          <p:nvPicPr>
            <p:cNvPr id="836674" name="Picture 28" descr="31u_bnrz[1]">
              <a:extLst>
                <a:ext uri="{FF2B5EF4-FFF2-40B4-BE49-F238E27FC236}">
                  <a16:creationId xmlns:a16="http://schemas.microsoft.com/office/drawing/2014/main" id="{35E3CCFE-D061-4556-B4D9-32EFF1B934A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5400000">
              <a:off x="1349" y="2458"/>
              <a:ext cx="21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6675" name="AutoShape 29">
              <a:extLst>
                <a:ext uri="{FF2B5EF4-FFF2-40B4-BE49-F238E27FC236}">
                  <a16:creationId xmlns:a16="http://schemas.microsoft.com/office/drawing/2014/main" id="{BE26DBE8-A96B-48EB-9C61-10CE355CA9B3}"/>
                </a:ext>
              </a:extLst>
            </p:cNvPr>
            <p:cNvSpPr>
              <a:spLocks noChangeAspect="1" noChangeArrowheads="1" noTextEdit="1"/>
            </p:cNvSpPr>
            <p:nvPr/>
          </p:nvSpPr>
          <p:spPr bwMode="auto">
            <a:xfrm>
              <a:off x="1160" y="2192"/>
              <a:ext cx="5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36676" name="Freeform 30">
              <a:extLst>
                <a:ext uri="{FF2B5EF4-FFF2-40B4-BE49-F238E27FC236}">
                  <a16:creationId xmlns:a16="http://schemas.microsoft.com/office/drawing/2014/main" id="{0CC34769-A5C0-4545-9CC8-9E7DB86C2967}"/>
                </a:ext>
              </a:extLst>
            </p:cNvPr>
            <p:cNvSpPr>
              <a:spLocks/>
            </p:cNvSpPr>
            <p:nvPr/>
          </p:nvSpPr>
          <p:spPr bwMode="auto">
            <a:xfrm>
              <a:off x="1283" y="2231"/>
              <a:ext cx="83" cy="102"/>
            </a:xfrm>
            <a:custGeom>
              <a:avLst/>
              <a:gdLst>
                <a:gd name="T0" fmla="*/ 0 w 247"/>
                <a:gd name="T1" fmla="*/ 1 h 203"/>
                <a:gd name="T2" fmla="*/ 0 w 247"/>
                <a:gd name="T3" fmla="*/ 1 h 203"/>
                <a:gd name="T4" fmla="*/ 0 w 247"/>
                <a:gd name="T5" fmla="*/ 1 h 203"/>
                <a:gd name="T6" fmla="*/ 0 w 247"/>
                <a:gd name="T7" fmla="*/ 1 h 203"/>
                <a:gd name="T8" fmla="*/ 0 w 247"/>
                <a:gd name="T9" fmla="*/ 1 h 203"/>
                <a:gd name="T10" fmla="*/ 0 w 247"/>
                <a:gd name="T11" fmla="*/ 1 h 203"/>
                <a:gd name="T12" fmla="*/ 0 w 247"/>
                <a:gd name="T13" fmla="*/ 1 h 203"/>
                <a:gd name="T14" fmla="*/ 0 w 247"/>
                <a:gd name="T15" fmla="*/ 1 h 203"/>
                <a:gd name="T16" fmla="*/ 0 w 247"/>
                <a:gd name="T17" fmla="*/ 1 h 203"/>
                <a:gd name="T18" fmla="*/ 0 w 247"/>
                <a:gd name="T19" fmla="*/ 1 h 203"/>
                <a:gd name="T20" fmla="*/ 0 w 247"/>
                <a:gd name="T21" fmla="*/ 1 h 203"/>
                <a:gd name="T22" fmla="*/ 0 w 247"/>
                <a:gd name="T23" fmla="*/ 1 h 203"/>
                <a:gd name="T24" fmla="*/ 0 w 247"/>
                <a:gd name="T25" fmla="*/ 1 h 203"/>
                <a:gd name="T26" fmla="*/ 0 w 247"/>
                <a:gd name="T27" fmla="*/ 1 h 203"/>
                <a:gd name="T28" fmla="*/ 0 w 247"/>
                <a:gd name="T29" fmla="*/ 1 h 203"/>
                <a:gd name="T30" fmla="*/ 0 w 247"/>
                <a:gd name="T31" fmla="*/ 1 h 203"/>
                <a:gd name="T32" fmla="*/ 0 w 247"/>
                <a:gd name="T33" fmla="*/ 1 h 203"/>
                <a:gd name="T34" fmla="*/ 0 w 247"/>
                <a:gd name="T35" fmla="*/ 1 h 203"/>
                <a:gd name="T36" fmla="*/ 0 w 247"/>
                <a:gd name="T37" fmla="*/ 1 h 203"/>
                <a:gd name="T38" fmla="*/ 0 w 247"/>
                <a:gd name="T39" fmla="*/ 1 h 203"/>
                <a:gd name="T40" fmla="*/ 0 w 247"/>
                <a:gd name="T41" fmla="*/ 1 h 203"/>
                <a:gd name="T42" fmla="*/ 0 w 247"/>
                <a:gd name="T43" fmla="*/ 1 h 203"/>
                <a:gd name="T44" fmla="*/ 0 w 247"/>
                <a:gd name="T45" fmla="*/ 1 h 203"/>
                <a:gd name="T46" fmla="*/ 0 w 247"/>
                <a:gd name="T47" fmla="*/ 1 h 203"/>
                <a:gd name="T48" fmla="*/ 0 w 247"/>
                <a:gd name="T49" fmla="*/ 1 h 203"/>
                <a:gd name="T50" fmla="*/ 0 w 247"/>
                <a:gd name="T51" fmla="*/ 1 h 203"/>
                <a:gd name="T52" fmla="*/ 0 w 247"/>
                <a:gd name="T53" fmla="*/ 1 h 203"/>
                <a:gd name="T54" fmla="*/ 0 w 247"/>
                <a:gd name="T55" fmla="*/ 1 h 203"/>
                <a:gd name="T56" fmla="*/ 0 w 247"/>
                <a:gd name="T57" fmla="*/ 1 h 203"/>
                <a:gd name="T58" fmla="*/ 0 w 247"/>
                <a:gd name="T59" fmla="*/ 1 h 203"/>
                <a:gd name="T60" fmla="*/ 0 w 247"/>
                <a:gd name="T61" fmla="*/ 1 h 203"/>
                <a:gd name="T62" fmla="*/ 0 w 247"/>
                <a:gd name="T63" fmla="*/ 1 h 203"/>
                <a:gd name="T64" fmla="*/ 0 w 247"/>
                <a:gd name="T65" fmla="*/ 1 h 203"/>
                <a:gd name="T66" fmla="*/ 0 w 247"/>
                <a:gd name="T67" fmla="*/ 1 h 203"/>
                <a:gd name="T68" fmla="*/ 0 w 247"/>
                <a:gd name="T69" fmla="*/ 1 h 203"/>
                <a:gd name="T70" fmla="*/ 0 w 247"/>
                <a:gd name="T71" fmla="*/ 1 h 203"/>
                <a:gd name="T72" fmla="*/ 0 w 247"/>
                <a:gd name="T73" fmla="*/ 1 h 203"/>
                <a:gd name="T74" fmla="*/ 0 w 247"/>
                <a:gd name="T75" fmla="*/ 1 h 203"/>
                <a:gd name="T76" fmla="*/ 0 w 247"/>
                <a:gd name="T77" fmla="*/ 1 h 203"/>
                <a:gd name="T78" fmla="*/ 0 w 247"/>
                <a:gd name="T79" fmla="*/ 1 h 203"/>
                <a:gd name="T80" fmla="*/ 0 w 247"/>
                <a:gd name="T81" fmla="*/ 1 h 203"/>
                <a:gd name="T82" fmla="*/ 0 w 247"/>
                <a:gd name="T83" fmla="*/ 1 h 203"/>
                <a:gd name="T84" fmla="*/ 0 w 247"/>
                <a:gd name="T85" fmla="*/ 0 h 203"/>
                <a:gd name="T86" fmla="*/ 0 w 247"/>
                <a:gd name="T87" fmla="*/ 1 h 203"/>
                <a:gd name="T88" fmla="*/ 0 w 247"/>
                <a:gd name="T89" fmla="*/ 1 h 203"/>
                <a:gd name="T90" fmla="*/ 0 w 247"/>
                <a:gd name="T91" fmla="*/ 1 h 203"/>
                <a:gd name="T92" fmla="*/ 0 w 247"/>
                <a:gd name="T93" fmla="*/ 1 h 203"/>
                <a:gd name="T94" fmla="*/ 0 w 247"/>
                <a:gd name="T95" fmla="*/ 1 h 203"/>
                <a:gd name="T96" fmla="*/ 0 w 247"/>
                <a:gd name="T97" fmla="*/ 1 h 20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47"/>
                <a:gd name="T148" fmla="*/ 0 h 203"/>
                <a:gd name="T149" fmla="*/ 247 w 247"/>
                <a:gd name="T150" fmla="*/ 203 h 20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77" name="Freeform 31">
              <a:extLst>
                <a:ext uri="{FF2B5EF4-FFF2-40B4-BE49-F238E27FC236}">
                  <a16:creationId xmlns:a16="http://schemas.microsoft.com/office/drawing/2014/main" id="{DBF98E52-EE68-49B5-A9A2-7EA444629E49}"/>
                </a:ext>
              </a:extLst>
            </p:cNvPr>
            <p:cNvSpPr>
              <a:spLocks/>
            </p:cNvSpPr>
            <p:nvPr/>
          </p:nvSpPr>
          <p:spPr bwMode="auto">
            <a:xfrm>
              <a:off x="1424" y="2230"/>
              <a:ext cx="52" cy="79"/>
            </a:xfrm>
            <a:custGeom>
              <a:avLst/>
              <a:gdLst>
                <a:gd name="T0" fmla="*/ 0 w 158"/>
                <a:gd name="T1" fmla="*/ 1 h 158"/>
                <a:gd name="T2" fmla="*/ 0 w 158"/>
                <a:gd name="T3" fmla="*/ 1 h 158"/>
                <a:gd name="T4" fmla="*/ 0 w 158"/>
                <a:gd name="T5" fmla="*/ 1 h 158"/>
                <a:gd name="T6" fmla="*/ 0 w 158"/>
                <a:gd name="T7" fmla="*/ 1 h 158"/>
                <a:gd name="T8" fmla="*/ 0 w 158"/>
                <a:gd name="T9" fmla="*/ 1 h 158"/>
                <a:gd name="T10" fmla="*/ 0 w 158"/>
                <a:gd name="T11" fmla="*/ 1 h 158"/>
                <a:gd name="T12" fmla="*/ 0 w 158"/>
                <a:gd name="T13" fmla="*/ 1 h 158"/>
                <a:gd name="T14" fmla="*/ 0 w 158"/>
                <a:gd name="T15" fmla="*/ 1 h 158"/>
                <a:gd name="T16" fmla="*/ 0 w 158"/>
                <a:gd name="T17" fmla="*/ 1 h 158"/>
                <a:gd name="T18" fmla="*/ 0 w 158"/>
                <a:gd name="T19" fmla="*/ 1 h 158"/>
                <a:gd name="T20" fmla="*/ 0 w 158"/>
                <a:gd name="T21" fmla="*/ 1 h 158"/>
                <a:gd name="T22" fmla="*/ 0 w 158"/>
                <a:gd name="T23" fmla="*/ 1 h 158"/>
                <a:gd name="T24" fmla="*/ 0 w 158"/>
                <a:gd name="T25" fmla="*/ 1 h 158"/>
                <a:gd name="T26" fmla="*/ 0 w 158"/>
                <a:gd name="T27" fmla="*/ 1 h 158"/>
                <a:gd name="T28" fmla="*/ 0 w 158"/>
                <a:gd name="T29" fmla="*/ 1 h 158"/>
                <a:gd name="T30" fmla="*/ 0 w 158"/>
                <a:gd name="T31" fmla="*/ 1 h 158"/>
                <a:gd name="T32" fmla="*/ 0 w 158"/>
                <a:gd name="T33" fmla="*/ 1 h 158"/>
                <a:gd name="T34" fmla="*/ 0 w 158"/>
                <a:gd name="T35" fmla="*/ 1 h 158"/>
                <a:gd name="T36" fmla="*/ 0 w 158"/>
                <a:gd name="T37" fmla="*/ 1 h 158"/>
                <a:gd name="T38" fmla="*/ 0 w 158"/>
                <a:gd name="T39" fmla="*/ 1 h 158"/>
                <a:gd name="T40" fmla="*/ 0 w 158"/>
                <a:gd name="T41" fmla="*/ 1 h 158"/>
                <a:gd name="T42" fmla="*/ 0 w 158"/>
                <a:gd name="T43" fmla="*/ 1 h 158"/>
                <a:gd name="T44" fmla="*/ 0 w 158"/>
                <a:gd name="T45" fmla="*/ 1 h 158"/>
                <a:gd name="T46" fmla="*/ 0 w 158"/>
                <a:gd name="T47" fmla="*/ 1 h 158"/>
                <a:gd name="T48" fmla="*/ 0 w 158"/>
                <a:gd name="T49" fmla="*/ 1 h 158"/>
                <a:gd name="T50" fmla="*/ 0 w 158"/>
                <a:gd name="T51" fmla="*/ 1 h 158"/>
                <a:gd name="T52" fmla="*/ 0 w 158"/>
                <a:gd name="T53" fmla="*/ 1 h 158"/>
                <a:gd name="T54" fmla="*/ 0 w 158"/>
                <a:gd name="T55" fmla="*/ 1 h 158"/>
                <a:gd name="T56" fmla="*/ 0 w 158"/>
                <a:gd name="T57" fmla="*/ 1 h 158"/>
                <a:gd name="T58" fmla="*/ 0 w 158"/>
                <a:gd name="T59" fmla="*/ 1 h 158"/>
                <a:gd name="T60" fmla="*/ 0 w 158"/>
                <a:gd name="T61" fmla="*/ 0 h 158"/>
                <a:gd name="T62" fmla="*/ 0 w 158"/>
                <a:gd name="T63" fmla="*/ 0 h 158"/>
                <a:gd name="T64" fmla="*/ 0 w 158"/>
                <a:gd name="T65" fmla="*/ 1 h 158"/>
                <a:gd name="T66" fmla="*/ 0 w 158"/>
                <a:gd name="T67" fmla="*/ 1 h 158"/>
                <a:gd name="T68" fmla="*/ 0 w 158"/>
                <a:gd name="T69" fmla="*/ 1 h 158"/>
                <a:gd name="T70" fmla="*/ 0 w 158"/>
                <a:gd name="T71" fmla="*/ 1 h 158"/>
                <a:gd name="T72" fmla="*/ 0 w 158"/>
                <a:gd name="T73" fmla="*/ 1 h 158"/>
                <a:gd name="T74" fmla="*/ 0 w 158"/>
                <a:gd name="T75" fmla="*/ 1 h 158"/>
                <a:gd name="T76" fmla="*/ 0 w 158"/>
                <a:gd name="T77" fmla="*/ 1 h 158"/>
                <a:gd name="T78" fmla="*/ 0 w 158"/>
                <a:gd name="T79" fmla="*/ 1 h 158"/>
                <a:gd name="T80" fmla="*/ 0 w 158"/>
                <a:gd name="T81" fmla="*/ 1 h 1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8"/>
                <a:gd name="T124" fmla="*/ 0 h 158"/>
                <a:gd name="T125" fmla="*/ 158 w 158"/>
                <a:gd name="T126" fmla="*/ 158 h 1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78" name="Freeform 32">
              <a:extLst>
                <a:ext uri="{FF2B5EF4-FFF2-40B4-BE49-F238E27FC236}">
                  <a16:creationId xmlns:a16="http://schemas.microsoft.com/office/drawing/2014/main" id="{E639B7BA-9FFE-492F-89CB-58844F11C0E4}"/>
                </a:ext>
              </a:extLst>
            </p:cNvPr>
            <p:cNvSpPr>
              <a:spLocks/>
            </p:cNvSpPr>
            <p:nvPr/>
          </p:nvSpPr>
          <p:spPr bwMode="auto">
            <a:xfrm>
              <a:off x="1232" y="2211"/>
              <a:ext cx="133" cy="166"/>
            </a:xfrm>
            <a:custGeom>
              <a:avLst/>
              <a:gdLst>
                <a:gd name="T0" fmla="*/ 0 w 399"/>
                <a:gd name="T1" fmla="*/ 1 h 331"/>
                <a:gd name="T2" fmla="*/ 0 w 399"/>
                <a:gd name="T3" fmla="*/ 1 h 331"/>
                <a:gd name="T4" fmla="*/ 0 w 399"/>
                <a:gd name="T5" fmla="*/ 1 h 331"/>
                <a:gd name="T6" fmla="*/ 0 w 399"/>
                <a:gd name="T7" fmla="*/ 1 h 331"/>
                <a:gd name="T8" fmla="*/ 0 w 399"/>
                <a:gd name="T9" fmla="*/ 1 h 331"/>
                <a:gd name="T10" fmla="*/ 0 w 399"/>
                <a:gd name="T11" fmla="*/ 1 h 331"/>
                <a:gd name="T12" fmla="*/ 0 w 399"/>
                <a:gd name="T13" fmla="*/ 1 h 331"/>
                <a:gd name="T14" fmla="*/ 0 w 399"/>
                <a:gd name="T15" fmla="*/ 1 h 331"/>
                <a:gd name="T16" fmla="*/ 0 w 399"/>
                <a:gd name="T17" fmla="*/ 1 h 331"/>
                <a:gd name="T18" fmla="*/ 0 w 399"/>
                <a:gd name="T19" fmla="*/ 1 h 331"/>
                <a:gd name="T20" fmla="*/ 0 w 399"/>
                <a:gd name="T21" fmla="*/ 1 h 331"/>
                <a:gd name="T22" fmla="*/ 0 w 399"/>
                <a:gd name="T23" fmla="*/ 1 h 331"/>
                <a:gd name="T24" fmla="*/ 0 w 399"/>
                <a:gd name="T25" fmla="*/ 1 h 331"/>
                <a:gd name="T26" fmla="*/ 0 w 399"/>
                <a:gd name="T27" fmla="*/ 1 h 331"/>
                <a:gd name="T28" fmla="*/ 0 w 399"/>
                <a:gd name="T29" fmla="*/ 1 h 331"/>
                <a:gd name="T30" fmla="*/ 0 w 399"/>
                <a:gd name="T31" fmla="*/ 1 h 331"/>
                <a:gd name="T32" fmla="*/ 0 w 399"/>
                <a:gd name="T33" fmla="*/ 1 h 331"/>
                <a:gd name="T34" fmla="*/ 0 w 399"/>
                <a:gd name="T35" fmla="*/ 1 h 331"/>
                <a:gd name="T36" fmla="*/ 0 w 399"/>
                <a:gd name="T37" fmla="*/ 1 h 331"/>
                <a:gd name="T38" fmla="*/ 0 w 399"/>
                <a:gd name="T39" fmla="*/ 1 h 331"/>
                <a:gd name="T40" fmla="*/ 0 w 399"/>
                <a:gd name="T41" fmla="*/ 1 h 331"/>
                <a:gd name="T42" fmla="*/ 0 w 399"/>
                <a:gd name="T43" fmla="*/ 1 h 331"/>
                <a:gd name="T44" fmla="*/ 0 w 399"/>
                <a:gd name="T45" fmla="*/ 1 h 331"/>
                <a:gd name="T46" fmla="*/ 0 w 399"/>
                <a:gd name="T47" fmla="*/ 1 h 331"/>
                <a:gd name="T48" fmla="*/ 0 w 399"/>
                <a:gd name="T49" fmla="*/ 1 h 331"/>
                <a:gd name="T50" fmla="*/ 0 w 399"/>
                <a:gd name="T51" fmla="*/ 1 h 331"/>
                <a:gd name="T52" fmla="*/ 0 w 399"/>
                <a:gd name="T53" fmla="*/ 1 h 331"/>
                <a:gd name="T54" fmla="*/ 0 w 399"/>
                <a:gd name="T55" fmla="*/ 1 h 331"/>
                <a:gd name="T56" fmla="*/ 0 w 399"/>
                <a:gd name="T57" fmla="*/ 1 h 331"/>
                <a:gd name="T58" fmla="*/ 0 w 399"/>
                <a:gd name="T59" fmla="*/ 1 h 331"/>
                <a:gd name="T60" fmla="*/ 0 w 399"/>
                <a:gd name="T61" fmla="*/ 1 h 331"/>
                <a:gd name="T62" fmla="*/ 0 w 399"/>
                <a:gd name="T63" fmla="*/ 1 h 331"/>
                <a:gd name="T64" fmla="*/ 0 w 399"/>
                <a:gd name="T65" fmla="*/ 1 h 331"/>
                <a:gd name="T66" fmla="*/ 0 w 399"/>
                <a:gd name="T67" fmla="*/ 1 h 331"/>
                <a:gd name="T68" fmla="*/ 0 w 399"/>
                <a:gd name="T69" fmla="*/ 1 h 331"/>
                <a:gd name="T70" fmla="*/ 0 w 399"/>
                <a:gd name="T71" fmla="*/ 1 h 331"/>
                <a:gd name="T72" fmla="*/ 0 w 399"/>
                <a:gd name="T73" fmla="*/ 1 h 331"/>
                <a:gd name="T74" fmla="*/ 0 w 399"/>
                <a:gd name="T75" fmla="*/ 1 h 331"/>
                <a:gd name="T76" fmla="*/ 0 w 399"/>
                <a:gd name="T77" fmla="*/ 1 h 331"/>
                <a:gd name="T78" fmla="*/ 0 w 399"/>
                <a:gd name="T79" fmla="*/ 1 h 331"/>
                <a:gd name="T80" fmla="*/ 0 w 399"/>
                <a:gd name="T81" fmla="*/ 0 h 331"/>
                <a:gd name="T82" fmla="*/ 0 w 399"/>
                <a:gd name="T83" fmla="*/ 1 h 331"/>
                <a:gd name="T84" fmla="*/ 0 w 399"/>
                <a:gd name="T85" fmla="*/ 1 h 331"/>
                <a:gd name="T86" fmla="*/ 0 w 399"/>
                <a:gd name="T87" fmla="*/ 1 h 33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1"/>
                <a:gd name="T134" fmla="*/ 399 w 399"/>
                <a:gd name="T135" fmla="*/ 331 h 33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79" name="Freeform 33">
              <a:extLst>
                <a:ext uri="{FF2B5EF4-FFF2-40B4-BE49-F238E27FC236}">
                  <a16:creationId xmlns:a16="http://schemas.microsoft.com/office/drawing/2014/main" id="{4B10A925-934D-44B8-A593-9A8AB4265702}"/>
                </a:ext>
              </a:extLst>
            </p:cNvPr>
            <p:cNvSpPr>
              <a:spLocks/>
            </p:cNvSpPr>
            <p:nvPr/>
          </p:nvSpPr>
          <p:spPr bwMode="auto">
            <a:xfrm>
              <a:off x="1419" y="2206"/>
              <a:ext cx="116" cy="110"/>
            </a:xfrm>
            <a:custGeom>
              <a:avLst/>
              <a:gdLst>
                <a:gd name="T0" fmla="*/ 0 w 350"/>
                <a:gd name="T1" fmla="*/ 0 h 221"/>
                <a:gd name="T2" fmla="*/ 0 w 350"/>
                <a:gd name="T3" fmla="*/ 0 h 221"/>
                <a:gd name="T4" fmla="*/ 0 w 350"/>
                <a:gd name="T5" fmla="*/ 0 h 221"/>
                <a:gd name="T6" fmla="*/ 0 w 350"/>
                <a:gd name="T7" fmla="*/ 0 h 221"/>
                <a:gd name="T8" fmla="*/ 0 w 350"/>
                <a:gd name="T9" fmla="*/ 0 h 221"/>
                <a:gd name="T10" fmla="*/ 0 w 350"/>
                <a:gd name="T11" fmla="*/ 0 h 221"/>
                <a:gd name="T12" fmla="*/ 0 w 350"/>
                <a:gd name="T13" fmla="*/ 0 h 221"/>
                <a:gd name="T14" fmla="*/ 0 w 350"/>
                <a:gd name="T15" fmla="*/ 0 h 221"/>
                <a:gd name="T16" fmla="*/ 0 w 350"/>
                <a:gd name="T17" fmla="*/ 0 h 221"/>
                <a:gd name="T18" fmla="*/ 0 w 350"/>
                <a:gd name="T19" fmla="*/ 0 h 221"/>
                <a:gd name="T20" fmla="*/ 0 w 350"/>
                <a:gd name="T21" fmla="*/ 0 h 221"/>
                <a:gd name="T22" fmla="*/ 0 w 350"/>
                <a:gd name="T23" fmla="*/ 0 h 221"/>
                <a:gd name="T24" fmla="*/ 0 w 350"/>
                <a:gd name="T25" fmla="*/ 0 h 221"/>
                <a:gd name="T26" fmla="*/ 0 w 350"/>
                <a:gd name="T27" fmla="*/ 0 h 221"/>
                <a:gd name="T28" fmla="*/ 0 w 350"/>
                <a:gd name="T29" fmla="*/ 0 h 221"/>
                <a:gd name="T30" fmla="*/ 0 w 350"/>
                <a:gd name="T31" fmla="*/ 0 h 221"/>
                <a:gd name="T32" fmla="*/ 0 w 350"/>
                <a:gd name="T33" fmla="*/ 0 h 221"/>
                <a:gd name="T34" fmla="*/ 0 w 350"/>
                <a:gd name="T35" fmla="*/ 0 h 221"/>
                <a:gd name="T36" fmla="*/ 0 w 350"/>
                <a:gd name="T37" fmla="*/ 0 h 221"/>
                <a:gd name="T38" fmla="*/ 0 w 350"/>
                <a:gd name="T39" fmla="*/ 0 h 221"/>
                <a:gd name="T40" fmla="*/ 0 w 350"/>
                <a:gd name="T41" fmla="*/ 0 h 221"/>
                <a:gd name="T42" fmla="*/ 0 w 350"/>
                <a:gd name="T43" fmla="*/ 0 h 221"/>
                <a:gd name="T44" fmla="*/ 0 w 350"/>
                <a:gd name="T45" fmla="*/ 0 h 221"/>
                <a:gd name="T46" fmla="*/ 0 w 350"/>
                <a:gd name="T47" fmla="*/ 0 h 221"/>
                <a:gd name="T48" fmla="*/ 0 w 350"/>
                <a:gd name="T49" fmla="*/ 0 h 221"/>
                <a:gd name="T50" fmla="*/ 0 w 350"/>
                <a:gd name="T51" fmla="*/ 0 h 221"/>
                <a:gd name="T52" fmla="*/ 0 w 350"/>
                <a:gd name="T53" fmla="*/ 0 h 221"/>
                <a:gd name="T54" fmla="*/ 0 w 350"/>
                <a:gd name="T55" fmla="*/ 0 h 221"/>
                <a:gd name="T56" fmla="*/ 0 w 350"/>
                <a:gd name="T57" fmla="*/ 0 h 221"/>
                <a:gd name="T58" fmla="*/ 0 w 350"/>
                <a:gd name="T59" fmla="*/ 0 h 221"/>
                <a:gd name="T60" fmla="*/ 0 w 350"/>
                <a:gd name="T61" fmla="*/ 0 h 221"/>
                <a:gd name="T62" fmla="*/ 0 w 350"/>
                <a:gd name="T63" fmla="*/ 0 h 221"/>
                <a:gd name="T64" fmla="*/ 0 w 350"/>
                <a:gd name="T65" fmla="*/ 0 h 221"/>
                <a:gd name="T66" fmla="*/ 0 w 350"/>
                <a:gd name="T67" fmla="*/ 0 h 221"/>
                <a:gd name="T68" fmla="*/ 0 w 350"/>
                <a:gd name="T69" fmla="*/ 0 h 221"/>
                <a:gd name="T70" fmla="*/ 0 w 350"/>
                <a:gd name="T71" fmla="*/ 0 h 221"/>
                <a:gd name="T72" fmla="*/ 0 w 350"/>
                <a:gd name="T73" fmla="*/ 0 h 221"/>
                <a:gd name="T74" fmla="*/ 0 w 350"/>
                <a:gd name="T75" fmla="*/ 0 h 221"/>
                <a:gd name="T76" fmla="*/ 0 w 350"/>
                <a:gd name="T77" fmla="*/ 0 h 221"/>
                <a:gd name="T78" fmla="*/ 0 w 350"/>
                <a:gd name="T79" fmla="*/ 0 h 221"/>
                <a:gd name="T80" fmla="*/ 0 w 350"/>
                <a:gd name="T81" fmla="*/ 0 h 221"/>
                <a:gd name="T82" fmla="*/ 0 w 350"/>
                <a:gd name="T83" fmla="*/ 0 h 221"/>
                <a:gd name="T84" fmla="*/ 0 w 350"/>
                <a:gd name="T85" fmla="*/ 0 h 221"/>
                <a:gd name="T86" fmla="*/ 0 w 350"/>
                <a:gd name="T87" fmla="*/ 0 h 221"/>
                <a:gd name="T88" fmla="*/ 0 w 350"/>
                <a:gd name="T89" fmla="*/ 0 h 221"/>
                <a:gd name="T90" fmla="*/ 0 w 350"/>
                <a:gd name="T91" fmla="*/ 0 h 221"/>
                <a:gd name="T92" fmla="*/ 0 w 350"/>
                <a:gd name="T93" fmla="*/ 0 h 221"/>
                <a:gd name="T94" fmla="*/ 0 w 350"/>
                <a:gd name="T95" fmla="*/ 0 h 221"/>
                <a:gd name="T96" fmla="*/ 0 w 350"/>
                <a:gd name="T97" fmla="*/ 0 h 221"/>
                <a:gd name="T98" fmla="*/ 0 w 350"/>
                <a:gd name="T99" fmla="*/ 0 h 221"/>
                <a:gd name="T100" fmla="*/ 0 w 350"/>
                <a:gd name="T101" fmla="*/ 0 h 221"/>
                <a:gd name="T102" fmla="*/ 0 w 350"/>
                <a:gd name="T103" fmla="*/ 0 h 221"/>
                <a:gd name="T104" fmla="*/ 0 w 350"/>
                <a:gd name="T105" fmla="*/ 0 h 221"/>
                <a:gd name="T106" fmla="*/ 0 w 350"/>
                <a:gd name="T107" fmla="*/ 0 h 221"/>
                <a:gd name="T108" fmla="*/ 0 w 350"/>
                <a:gd name="T109" fmla="*/ 0 h 221"/>
                <a:gd name="T110" fmla="*/ 0 w 350"/>
                <a:gd name="T111" fmla="*/ 0 h 221"/>
                <a:gd name="T112" fmla="*/ 0 w 350"/>
                <a:gd name="T113" fmla="*/ 0 h 221"/>
                <a:gd name="T114" fmla="*/ 0 w 350"/>
                <a:gd name="T115" fmla="*/ 0 h 221"/>
                <a:gd name="T116" fmla="*/ 0 w 350"/>
                <a:gd name="T117" fmla="*/ 0 h 221"/>
                <a:gd name="T118" fmla="*/ 0 w 350"/>
                <a:gd name="T119" fmla="*/ 0 h 221"/>
                <a:gd name="T120" fmla="*/ 0 w 350"/>
                <a:gd name="T121" fmla="*/ 0 h 2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50"/>
                <a:gd name="T184" fmla="*/ 0 h 221"/>
                <a:gd name="T185" fmla="*/ 350 w 350"/>
                <a:gd name="T186" fmla="*/ 221 h 22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80" name="Freeform 34">
              <a:extLst>
                <a:ext uri="{FF2B5EF4-FFF2-40B4-BE49-F238E27FC236}">
                  <a16:creationId xmlns:a16="http://schemas.microsoft.com/office/drawing/2014/main" id="{5776CD7B-72A2-4232-BD18-F3DAE4F6A753}"/>
                </a:ext>
              </a:extLst>
            </p:cNvPr>
            <p:cNvSpPr>
              <a:spLocks/>
            </p:cNvSpPr>
            <p:nvPr/>
          </p:nvSpPr>
          <p:spPr bwMode="auto">
            <a:xfrm>
              <a:off x="1181" y="2256"/>
              <a:ext cx="48" cy="105"/>
            </a:xfrm>
            <a:custGeom>
              <a:avLst/>
              <a:gdLst>
                <a:gd name="T0" fmla="*/ 0 w 142"/>
                <a:gd name="T1" fmla="*/ 1 h 208"/>
                <a:gd name="T2" fmla="*/ 0 w 142"/>
                <a:gd name="T3" fmla="*/ 1 h 208"/>
                <a:gd name="T4" fmla="*/ 0 w 142"/>
                <a:gd name="T5" fmla="*/ 1 h 208"/>
                <a:gd name="T6" fmla="*/ 0 w 142"/>
                <a:gd name="T7" fmla="*/ 1 h 208"/>
                <a:gd name="T8" fmla="*/ 0 w 142"/>
                <a:gd name="T9" fmla="*/ 1 h 208"/>
                <a:gd name="T10" fmla="*/ 0 w 142"/>
                <a:gd name="T11" fmla="*/ 1 h 208"/>
                <a:gd name="T12" fmla="*/ 0 w 142"/>
                <a:gd name="T13" fmla="*/ 1 h 208"/>
                <a:gd name="T14" fmla="*/ 0 w 142"/>
                <a:gd name="T15" fmla="*/ 1 h 208"/>
                <a:gd name="T16" fmla="*/ 0 w 142"/>
                <a:gd name="T17" fmla="*/ 1 h 208"/>
                <a:gd name="T18" fmla="*/ 0 w 142"/>
                <a:gd name="T19" fmla="*/ 1 h 208"/>
                <a:gd name="T20" fmla="*/ 0 w 142"/>
                <a:gd name="T21" fmla="*/ 1 h 208"/>
                <a:gd name="T22" fmla="*/ 0 w 142"/>
                <a:gd name="T23" fmla="*/ 1 h 208"/>
                <a:gd name="T24" fmla="*/ 0 w 142"/>
                <a:gd name="T25" fmla="*/ 1 h 208"/>
                <a:gd name="T26" fmla="*/ 0 w 142"/>
                <a:gd name="T27" fmla="*/ 1 h 208"/>
                <a:gd name="T28" fmla="*/ 0 w 142"/>
                <a:gd name="T29" fmla="*/ 1 h 208"/>
                <a:gd name="T30" fmla="*/ 0 w 142"/>
                <a:gd name="T31" fmla="*/ 1 h 208"/>
                <a:gd name="T32" fmla="*/ 0 w 142"/>
                <a:gd name="T33" fmla="*/ 1 h 208"/>
                <a:gd name="T34" fmla="*/ 0 w 142"/>
                <a:gd name="T35" fmla="*/ 1 h 208"/>
                <a:gd name="T36" fmla="*/ 0 w 142"/>
                <a:gd name="T37" fmla="*/ 1 h 208"/>
                <a:gd name="T38" fmla="*/ 0 w 142"/>
                <a:gd name="T39" fmla="*/ 1 h 208"/>
                <a:gd name="T40" fmla="*/ 0 w 142"/>
                <a:gd name="T41" fmla="*/ 1 h 208"/>
                <a:gd name="T42" fmla="*/ 0 w 142"/>
                <a:gd name="T43" fmla="*/ 1 h 208"/>
                <a:gd name="T44" fmla="*/ 0 w 142"/>
                <a:gd name="T45" fmla="*/ 1 h 208"/>
                <a:gd name="T46" fmla="*/ 0 w 142"/>
                <a:gd name="T47" fmla="*/ 1 h 208"/>
                <a:gd name="T48" fmla="*/ 0 w 142"/>
                <a:gd name="T49" fmla="*/ 1 h 208"/>
                <a:gd name="T50" fmla="*/ 0 w 142"/>
                <a:gd name="T51" fmla="*/ 1 h 208"/>
                <a:gd name="T52" fmla="*/ 0 w 142"/>
                <a:gd name="T53" fmla="*/ 1 h 208"/>
                <a:gd name="T54" fmla="*/ 0 w 142"/>
                <a:gd name="T55" fmla="*/ 1 h 208"/>
                <a:gd name="T56" fmla="*/ 0 w 142"/>
                <a:gd name="T57" fmla="*/ 1 h 208"/>
                <a:gd name="T58" fmla="*/ 0 w 142"/>
                <a:gd name="T59" fmla="*/ 1 h 208"/>
                <a:gd name="T60" fmla="*/ 0 w 142"/>
                <a:gd name="T61" fmla="*/ 1 h 208"/>
                <a:gd name="T62" fmla="*/ 0 w 142"/>
                <a:gd name="T63" fmla="*/ 1 h 208"/>
                <a:gd name="T64" fmla="*/ 0 w 142"/>
                <a:gd name="T65" fmla="*/ 1 h 208"/>
                <a:gd name="T66" fmla="*/ 0 w 142"/>
                <a:gd name="T67" fmla="*/ 0 h 208"/>
                <a:gd name="T68" fmla="*/ 0 w 142"/>
                <a:gd name="T69" fmla="*/ 1 h 208"/>
                <a:gd name="T70" fmla="*/ 0 w 142"/>
                <a:gd name="T71" fmla="*/ 1 h 208"/>
                <a:gd name="T72" fmla="*/ 0 w 142"/>
                <a:gd name="T73" fmla="*/ 1 h 208"/>
                <a:gd name="T74" fmla="*/ 0 w 142"/>
                <a:gd name="T75" fmla="*/ 1 h 208"/>
                <a:gd name="T76" fmla="*/ 0 w 142"/>
                <a:gd name="T77" fmla="*/ 1 h 208"/>
                <a:gd name="T78" fmla="*/ 0 w 142"/>
                <a:gd name="T79" fmla="*/ 1 h 208"/>
                <a:gd name="T80" fmla="*/ 0 w 142"/>
                <a:gd name="T81" fmla="*/ 1 h 20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8"/>
                <a:gd name="T125" fmla="*/ 142 w 142"/>
                <a:gd name="T126" fmla="*/ 208 h 20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81" name="Freeform 35">
              <a:extLst>
                <a:ext uri="{FF2B5EF4-FFF2-40B4-BE49-F238E27FC236}">
                  <a16:creationId xmlns:a16="http://schemas.microsoft.com/office/drawing/2014/main" id="{F676D3EF-2C22-471B-8F14-B8A625A35EE0}"/>
                </a:ext>
              </a:extLst>
            </p:cNvPr>
            <p:cNvSpPr>
              <a:spLocks/>
            </p:cNvSpPr>
            <p:nvPr/>
          </p:nvSpPr>
          <p:spPr bwMode="auto">
            <a:xfrm>
              <a:off x="1515" y="2198"/>
              <a:ext cx="101" cy="136"/>
            </a:xfrm>
            <a:custGeom>
              <a:avLst/>
              <a:gdLst>
                <a:gd name="T0" fmla="*/ 0 w 304"/>
                <a:gd name="T1" fmla="*/ 1 h 272"/>
                <a:gd name="T2" fmla="*/ 0 w 304"/>
                <a:gd name="T3" fmla="*/ 1 h 272"/>
                <a:gd name="T4" fmla="*/ 0 w 304"/>
                <a:gd name="T5" fmla="*/ 1 h 272"/>
                <a:gd name="T6" fmla="*/ 0 w 304"/>
                <a:gd name="T7" fmla="*/ 1 h 272"/>
                <a:gd name="T8" fmla="*/ 0 w 304"/>
                <a:gd name="T9" fmla="*/ 1 h 272"/>
                <a:gd name="T10" fmla="*/ 0 w 304"/>
                <a:gd name="T11" fmla="*/ 1 h 272"/>
                <a:gd name="T12" fmla="*/ 0 w 304"/>
                <a:gd name="T13" fmla="*/ 1 h 272"/>
                <a:gd name="T14" fmla="*/ 0 w 304"/>
                <a:gd name="T15" fmla="*/ 1 h 272"/>
                <a:gd name="T16" fmla="*/ 0 w 304"/>
                <a:gd name="T17" fmla="*/ 1 h 272"/>
                <a:gd name="T18" fmla="*/ 0 w 304"/>
                <a:gd name="T19" fmla="*/ 1 h 272"/>
                <a:gd name="T20" fmla="*/ 0 w 304"/>
                <a:gd name="T21" fmla="*/ 1 h 272"/>
                <a:gd name="T22" fmla="*/ 0 w 304"/>
                <a:gd name="T23" fmla="*/ 1 h 272"/>
                <a:gd name="T24" fmla="*/ 0 w 304"/>
                <a:gd name="T25" fmla="*/ 1 h 272"/>
                <a:gd name="T26" fmla="*/ 0 w 304"/>
                <a:gd name="T27" fmla="*/ 1 h 272"/>
                <a:gd name="T28" fmla="*/ 0 w 304"/>
                <a:gd name="T29" fmla="*/ 1 h 272"/>
                <a:gd name="T30" fmla="*/ 0 w 304"/>
                <a:gd name="T31" fmla="*/ 1 h 272"/>
                <a:gd name="T32" fmla="*/ 0 w 304"/>
                <a:gd name="T33" fmla="*/ 1 h 272"/>
                <a:gd name="T34" fmla="*/ 0 w 304"/>
                <a:gd name="T35" fmla="*/ 1 h 272"/>
                <a:gd name="T36" fmla="*/ 0 w 304"/>
                <a:gd name="T37" fmla="*/ 1 h 272"/>
                <a:gd name="T38" fmla="*/ 0 w 304"/>
                <a:gd name="T39" fmla="*/ 1 h 272"/>
                <a:gd name="T40" fmla="*/ 0 w 304"/>
                <a:gd name="T41" fmla="*/ 1 h 272"/>
                <a:gd name="T42" fmla="*/ 0 w 304"/>
                <a:gd name="T43" fmla="*/ 1 h 272"/>
                <a:gd name="T44" fmla="*/ 0 w 304"/>
                <a:gd name="T45" fmla="*/ 1 h 272"/>
                <a:gd name="T46" fmla="*/ 0 w 304"/>
                <a:gd name="T47" fmla="*/ 1 h 272"/>
                <a:gd name="T48" fmla="*/ 0 w 304"/>
                <a:gd name="T49" fmla="*/ 1 h 272"/>
                <a:gd name="T50" fmla="*/ 0 w 304"/>
                <a:gd name="T51" fmla="*/ 1 h 272"/>
                <a:gd name="T52" fmla="*/ 0 w 304"/>
                <a:gd name="T53" fmla="*/ 1 h 272"/>
                <a:gd name="T54" fmla="*/ 0 w 304"/>
                <a:gd name="T55" fmla="*/ 1 h 272"/>
                <a:gd name="T56" fmla="*/ 0 w 304"/>
                <a:gd name="T57" fmla="*/ 1 h 272"/>
                <a:gd name="T58" fmla="*/ 0 w 304"/>
                <a:gd name="T59" fmla="*/ 1 h 272"/>
                <a:gd name="T60" fmla="*/ 0 w 304"/>
                <a:gd name="T61" fmla="*/ 1 h 272"/>
                <a:gd name="T62" fmla="*/ 0 w 304"/>
                <a:gd name="T63" fmla="*/ 1 h 272"/>
                <a:gd name="T64" fmla="*/ 0 w 304"/>
                <a:gd name="T65" fmla="*/ 1 h 272"/>
                <a:gd name="T66" fmla="*/ 0 w 304"/>
                <a:gd name="T67" fmla="*/ 1 h 272"/>
                <a:gd name="T68" fmla="*/ 0 w 304"/>
                <a:gd name="T69" fmla="*/ 1 h 272"/>
                <a:gd name="T70" fmla="*/ 0 w 304"/>
                <a:gd name="T71" fmla="*/ 1 h 272"/>
                <a:gd name="T72" fmla="*/ 0 w 304"/>
                <a:gd name="T73" fmla="*/ 1 h 272"/>
                <a:gd name="T74" fmla="*/ 0 w 304"/>
                <a:gd name="T75" fmla="*/ 1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272"/>
                <a:gd name="T116" fmla="*/ 304 w 304"/>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82" name="Freeform 36">
              <a:extLst>
                <a:ext uri="{FF2B5EF4-FFF2-40B4-BE49-F238E27FC236}">
                  <a16:creationId xmlns:a16="http://schemas.microsoft.com/office/drawing/2014/main" id="{0958F659-FDA8-42C7-9809-888E189CC707}"/>
                </a:ext>
              </a:extLst>
            </p:cNvPr>
            <p:cNvSpPr>
              <a:spLocks/>
            </p:cNvSpPr>
            <p:nvPr/>
          </p:nvSpPr>
          <p:spPr bwMode="auto">
            <a:xfrm>
              <a:off x="1403" y="2357"/>
              <a:ext cx="34" cy="82"/>
            </a:xfrm>
            <a:custGeom>
              <a:avLst/>
              <a:gdLst>
                <a:gd name="T0" fmla="*/ 0 w 103"/>
                <a:gd name="T1" fmla="*/ 1 h 164"/>
                <a:gd name="T2" fmla="*/ 0 w 103"/>
                <a:gd name="T3" fmla="*/ 1 h 164"/>
                <a:gd name="T4" fmla="*/ 0 w 103"/>
                <a:gd name="T5" fmla="*/ 1 h 164"/>
                <a:gd name="T6" fmla="*/ 0 w 103"/>
                <a:gd name="T7" fmla="*/ 1 h 164"/>
                <a:gd name="T8" fmla="*/ 0 w 103"/>
                <a:gd name="T9" fmla="*/ 0 h 164"/>
                <a:gd name="T10" fmla="*/ 0 w 103"/>
                <a:gd name="T11" fmla="*/ 1 h 164"/>
                <a:gd name="T12" fmla="*/ 0 w 103"/>
                <a:gd name="T13" fmla="*/ 1 h 164"/>
                <a:gd name="T14" fmla="*/ 0 w 103"/>
                <a:gd name="T15" fmla="*/ 1 h 164"/>
                <a:gd name="T16" fmla="*/ 0 w 103"/>
                <a:gd name="T17" fmla="*/ 1 h 164"/>
                <a:gd name="T18" fmla="*/ 0 w 103"/>
                <a:gd name="T19" fmla="*/ 1 h 164"/>
                <a:gd name="T20" fmla="*/ 0 w 103"/>
                <a:gd name="T21" fmla="*/ 1 h 164"/>
                <a:gd name="T22" fmla="*/ 0 w 103"/>
                <a:gd name="T23" fmla="*/ 1 h 164"/>
                <a:gd name="T24" fmla="*/ 0 w 103"/>
                <a:gd name="T25" fmla="*/ 1 h 164"/>
                <a:gd name="T26" fmla="*/ 0 w 103"/>
                <a:gd name="T27" fmla="*/ 1 h 164"/>
                <a:gd name="T28" fmla="*/ 0 w 103"/>
                <a:gd name="T29" fmla="*/ 1 h 164"/>
                <a:gd name="T30" fmla="*/ 0 w 103"/>
                <a:gd name="T31" fmla="*/ 1 h 164"/>
                <a:gd name="T32" fmla="*/ 0 w 103"/>
                <a:gd name="T33" fmla="*/ 1 h 164"/>
                <a:gd name="T34" fmla="*/ 0 w 103"/>
                <a:gd name="T35" fmla="*/ 1 h 164"/>
                <a:gd name="T36" fmla="*/ 0 w 103"/>
                <a:gd name="T37" fmla="*/ 1 h 164"/>
                <a:gd name="T38" fmla="*/ 0 w 103"/>
                <a:gd name="T39" fmla="*/ 1 h 164"/>
                <a:gd name="T40" fmla="*/ 0 w 103"/>
                <a:gd name="T41" fmla="*/ 1 h 164"/>
                <a:gd name="T42" fmla="*/ 0 w 103"/>
                <a:gd name="T43" fmla="*/ 1 h 164"/>
                <a:gd name="T44" fmla="*/ 0 w 103"/>
                <a:gd name="T45" fmla="*/ 1 h 164"/>
                <a:gd name="T46" fmla="*/ 0 w 103"/>
                <a:gd name="T47" fmla="*/ 1 h 164"/>
                <a:gd name="T48" fmla="*/ 0 w 103"/>
                <a:gd name="T49" fmla="*/ 1 h 1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164"/>
                <a:gd name="T77" fmla="*/ 103 w 103"/>
                <a:gd name="T78" fmla="*/ 164 h 1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83" name="Freeform 37">
              <a:extLst>
                <a:ext uri="{FF2B5EF4-FFF2-40B4-BE49-F238E27FC236}">
                  <a16:creationId xmlns:a16="http://schemas.microsoft.com/office/drawing/2014/main" id="{C2B2B7B1-06FF-49BD-AD6E-8E693ACF46B8}"/>
                </a:ext>
              </a:extLst>
            </p:cNvPr>
            <p:cNvSpPr>
              <a:spLocks/>
            </p:cNvSpPr>
            <p:nvPr/>
          </p:nvSpPr>
          <p:spPr bwMode="auto">
            <a:xfrm>
              <a:off x="1388" y="2313"/>
              <a:ext cx="18" cy="42"/>
            </a:xfrm>
            <a:custGeom>
              <a:avLst/>
              <a:gdLst>
                <a:gd name="T0" fmla="*/ 0 w 54"/>
                <a:gd name="T1" fmla="*/ 1 h 82"/>
                <a:gd name="T2" fmla="*/ 0 w 54"/>
                <a:gd name="T3" fmla="*/ 1 h 82"/>
                <a:gd name="T4" fmla="*/ 0 w 54"/>
                <a:gd name="T5" fmla="*/ 1 h 82"/>
                <a:gd name="T6" fmla="*/ 0 w 54"/>
                <a:gd name="T7" fmla="*/ 0 h 82"/>
                <a:gd name="T8" fmla="*/ 0 w 54"/>
                <a:gd name="T9" fmla="*/ 0 h 82"/>
                <a:gd name="T10" fmla="*/ 0 w 54"/>
                <a:gd name="T11" fmla="*/ 1 h 82"/>
                <a:gd name="T12" fmla="*/ 0 w 54"/>
                <a:gd name="T13" fmla="*/ 1 h 82"/>
                <a:gd name="T14" fmla="*/ 0 w 54"/>
                <a:gd name="T15" fmla="*/ 1 h 82"/>
                <a:gd name="T16" fmla="*/ 0 w 54"/>
                <a:gd name="T17" fmla="*/ 1 h 82"/>
                <a:gd name="T18" fmla="*/ 0 w 54"/>
                <a:gd name="T19" fmla="*/ 1 h 82"/>
                <a:gd name="T20" fmla="*/ 0 w 54"/>
                <a:gd name="T21" fmla="*/ 1 h 82"/>
                <a:gd name="T22" fmla="*/ 0 w 54"/>
                <a:gd name="T23" fmla="*/ 1 h 82"/>
                <a:gd name="T24" fmla="*/ 0 w 54"/>
                <a:gd name="T25" fmla="*/ 1 h 82"/>
                <a:gd name="T26" fmla="*/ 0 w 54"/>
                <a:gd name="T27" fmla="*/ 1 h 82"/>
                <a:gd name="T28" fmla="*/ 0 w 54"/>
                <a:gd name="T29" fmla="*/ 1 h 82"/>
                <a:gd name="T30" fmla="*/ 0 w 54"/>
                <a:gd name="T31" fmla="*/ 1 h 82"/>
                <a:gd name="T32" fmla="*/ 0 w 54"/>
                <a:gd name="T33" fmla="*/ 1 h 82"/>
                <a:gd name="T34" fmla="*/ 0 w 54"/>
                <a:gd name="T35" fmla="*/ 1 h 82"/>
                <a:gd name="T36" fmla="*/ 0 w 54"/>
                <a:gd name="T37" fmla="*/ 1 h 82"/>
                <a:gd name="T38" fmla="*/ 0 w 54"/>
                <a:gd name="T39" fmla="*/ 1 h 82"/>
                <a:gd name="T40" fmla="*/ 0 w 54"/>
                <a:gd name="T41" fmla="*/ 1 h 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82"/>
                <a:gd name="T65" fmla="*/ 54 w 54"/>
                <a:gd name="T66" fmla="*/ 82 h 8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84" name="Freeform 38">
              <a:extLst>
                <a:ext uri="{FF2B5EF4-FFF2-40B4-BE49-F238E27FC236}">
                  <a16:creationId xmlns:a16="http://schemas.microsoft.com/office/drawing/2014/main" id="{E3141D38-3AB5-4770-8828-32F925C4704F}"/>
                </a:ext>
              </a:extLst>
            </p:cNvPr>
            <p:cNvSpPr>
              <a:spLocks/>
            </p:cNvSpPr>
            <p:nvPr/>
          </p:nvSpPr>
          <p:spPr bwMode="auto">
            <a:xfrm>
              <a:off x="1373" y="2283"/>
              <a:ext cx="16" cy="24"/>
            </a:xfrm>
            <a:custGeom>
              <a:avLst/>
              <a:gdLst>
                <a:gd name="T0" fmla="*/ 0 w 46"/>
                <a:gd name="T1" fmla="*/ 1 h 47"/>
                <a:gd name="T2" fmla="*/ 0 w 46"/>
                <a:gd name="T3" fmla="*/ 1 h 47"/>
                <a:gd name="T4" fmla="*/ 0 w 46"/>
                <a:gd name="T5" fmla="*/ 1 h 47"/>
                <a:gd name="T6" fmla="*/ 0 w 46"/>
                <a:gd name="T7" fmla="*/ 1 h 47"/>
                <a:gd name="T8" fmla="*/ 0 w 46"/>
                <a:gd name="T9" fmla="*/ 1 h 47"/>
                <a:gd name="T10" fmla="*/ 0 w 46"/>
                <a:gd name="T11" fmla="*/ 1 h 47"/>
                <a:gd name="T12" fmla="*/ 0 w 46"/>
                <a:gd name="T13" fmla="*/ 1 h 47"/>
                <a:gd name="T14" fmla="*/ 0 w 46"/>
                <a:gd name="T15" fmla="*/ 0 h 47"/>
                <a:gd name="T16" fmla="*/ 0 w 46"/>
                <a:gd name="T17" fmla="*/ 0 h 47"/>
                <a:gd name="T18" fmla="*/ 0 w 46"/>
                <a:gd name="T19" fmla="*/ 1 h 47"/>
                <a:gd name="T20" fmla="*/ 0 w 46"/>
                <a:gd name="T21" fmla="*/ 1 h 47"/>
                <a:gd name="T22" fmla="*/ 0 w 46"/>
                <a:gd name="T23" fmla="*/ 1 h 47"/>
                <a:gd name="T24" fmla="*/ 0 w 46"/>
                <a:gd name="T25" fmla="*/ 1 h 47"/>
                <a:gd name="T26" fmla="*/ 0 w 46"/>
                <a:gd name="T27" fmla="*/ 1 h 47"/>
                <a:gd name="T28" fmla="*/ 0 w 46"/>
                <a:gd name="T29" fmla="*/ 1 h 47"/>
                <a:gd name="T30" fmla="*/ 0 w 46"/>
                <a:gd name="T31" fmla="*/ 1 h 47"/>
                <a:gd name="T32" fmla="*/ 0 w 46"/>
                <a:gd name="T33" fmla="*/ 1 h 47"/>
                <a:gd name="T34" fmla="*/ 0 w 46"/>
                <a:gd name="T35" fmla="*/ 1 h 47"/>
                <a:gd name="T36" fmla="*/ 0 w 46"/>
                <a:gd name="T37" fmla="*/ 1 h 47"/>
                <a:gd name="T38" fmla="*/ 0 w 46"/>
                <a:gd name="T39" fmla="*/ 1 h 47"/>
                <a:gd name="T40" fmla="*/ 0 w 46"/>
                <a:gd name="T41" fmla="*/ 1 h 47"/>
                <a:gd name="T42" fmla="*/ 0 w 46"/>
                <a:gd name="T43" fmla="*/ 1 h 47"/>
                <a:gd name="T44" fmla="*/ 0 w 46"/>
                <a:gd name="T45" fmla="*/ 1 h 47"/>
                <a:gd name="T46" fmla="*/ 0 w 46"/>
                <a:gd name="T47" fmla="*/ 1 h 47"/>
                <a:gd name="T48" fmla="*/ 0 w 46"/>
                <a:gd name="T49" fmla="*/ 1 h 4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6"/>
                <a:gd name="T76" fmla="*/ 0 h 47"/>
                <a:gd name="T77" fmla="*/ 46 w 46"/>
                <a:gd name="T78" fmla="*/ 47 h 4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85" name="Freeform 39">
              <a:extLst>
                <a:ext uri="{FF2B5EF4-FFF2-40B4-BE49-F238E27FC236}">
                  <a16:creationId xmlns:a16="http://schemas.microsoft.com/office/drawing/2014/main" id="{CB4E3B3C-5F67-449C-B594-4FAD1D5BC922}"/>
                </a:ext>
              </a:extLst>
            </p:cNvPr>
            <p:cNvSpPr>
              <a:spLocks/>
            </p:cNvSpPr>
            <p:nvPr/>
          </p:nvSpPr>
          <p:spPr bwMode="auto">
            <a:xfrm>
              <a:off x="1360" y="2263"/>
              <a:ext cx="21" cy="16"/>
            </a:xfrm>
            <a:custGeom>
              <a:avLst/>
              <a:gdLst>
                <a:gd name="T0" fmla="*/ 0 w 63"/>
                <a:gd name="T1" fmla="*/ 1 h 31"/>
                <a:gd name="T2" fmla="*/ 0 w 63"/>
                <a:gd name="T3" fmla="*/ 1 h 31"/>
                <a:gd name="T4" fmla="*/ 0 w 63"/>
                <a:gd name="T5" fmla="*/ 1 h 31"/>
                <a:gd name="T6" fmla="*/ 0 w 63"/>
                <a:gd name="T7" fmla="*/ 1 h 31"/>
                <a:gd name="T8" fmla="*/ 0 w 63"/>
                <a:gd name="T9" fmla="*/ 1 h 31"/>
                <a:gd name="T10" fmla="*/ 0 w 63"/>
                <a:gd name="T11" fmla="*/ 1 h 31"/>
                <a:gd name="T12" fmla="*/ 0 w 63"/>
                <a:gd name="T13" fmla="*/ 1 h 31"/>
                <a:gd name="T14" fmla="*/ 0 w 63"/>
                <a:gd name="T15" fmla="*/ 0 h 31"/>
                <a:gd name="T16" fmla="*/ 0 w 63"/>
                <a:gd name="T17" fmla="*/ 0 h 31"/>
                <a:gd name="T18" fmla="*/ 0 w 63"/>
                <a:gd name="T19" fmla="*/ 0 h 31"/>
                <a:gd name="T20" fmla="*/ 0 w 63"/>
                <a:gd name="T21" fmla="*/ 1 h 31"/>
                <a:gd name="T22" fmla="*/ 0 w 63"/>
                <a:gd name="T23" fmla="*/ 1 h 31"/>
                <a:gd name="T24" fmla="*/ 0 w 63"/>
                <a:gd name="T25" fmla="*/ 1 h 31"/>
                <a:gd name="T26" fmla="*/ 0 w 63"/>
                <a:gd name="T27" fmla="*/ 1 h 31"/>
                <a:gd name="T28" fmla="*/ 0 w 63"/>
                <a:gd name="T29" fmla="*/ 1 h 31"/>
                <a:gd name="T30" fmla="*/ 0 w 63"/>
                <a:gd name="T31" fmla="*/ 1 h 31"/>
                <a:gd name="T32" fmla="*/ 0 w 63"/>
                <a:gd name="T33" fmla="*/ 1 h 31"/>
                <a:gd name="T34" fmla="*/ 0 w 63"/>
                <a:gd name="T35" fmla="*/ 1 h 31"/>
                <a:gd name="T36" fmla="*/ 0 w 63"/>
                <a:gd name="T37" fmla="*/ 1 h 31"/>
                <a:gd name="T38" fmla="*/ 0 w 63"/>
                <a:gd name="T39" fmla="*/ 1 h 31"/>
                <a:gd name="T40" fmla="*/ 0 w 63"/>
                <a:gd name="T41" fmla="*/ 1 h 31"/>
                <a:gd name="T42" fmla="*/ 0 w 63"/>
                <a:gd name="T43" fmla="*/ 1 h 31"/>
                <a:gd name="T44" fmla="*/ 0 w 63"/>
                <a:gd name="T45" fmla="*/ 1 h 31"/>
                <a:gd name="T46" fmla="*/ 0 w 63"/>
                <a:gd name="T47" fmla="*/ 1 h 31"/>
                <a:gd name="T48" fmla="*/ 0 w 63"/>
                <a:gd name="T49" fmla="*/ 1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3"/>
                <a:gd name="T76" fmla="*/ 0 h 31"/>
                <a:gd name="T77" fmla="*/ 63 w 63"/>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86" name="Freeform 40">
              <a:extLst>
                <a:ext uri="{FF2B5EF4-FFF2-40B4-BE49-F238E27FC236}">
                  <a16:creationId xmlns:a16="http://schemas.microsoft.com/office/drawing/2014/main" id="{2BB332DC-966F-4221-BD87-8259F3B8AA38}"/>
                </a:ext>
              </a:extLst>
            </p:cNvPr>
            <p:cNvSpPr>
              <a:spLocks/>
            </p:cNvSpPr>
            <p:nvPr/>
          </p:nvSpPr>
          <p:spPr bwMode="auto">
            <a:xfrm>
              <a:off x="1261" y="2237"/>
              <a:ext cx="81" cy="103"/>
            </a:xfrm>
            <a:custGeom>
              <a:avLst/>
              <a:gdLst>
                <a:gd name="T0" fmla="*/ 0 w 245"/>
                <a:gd name="T1" fmla="*/ 1 h 206"/>
                <a:gd name="T2" fmla="*/ 0 w 245"/>
                <a:gd name="T3" fmla="*/ 1 h 206"/>
                <a:gd name="T4" fmla="*/ 0 w 245"/>
                <a:gd name="T5" fmla="*/ 1 h 206"/>
                <a:gd name="T6" fmla="*/ 0 w 245"/>
                <a:gd name="T7" fmla="*/ 1 h 206"/>
                <a:gd name="T8" fmla="*/ 0 w 245"/>
                <a:gd name="T9" fmla="*/ 1 h 206"/>
                <a:gd name="T10" fmla="*/ 0 w 245"/>
                <a:gd name="T11" fmla="*/ 1 h 206"/>
                <a:gd name="T12" fmla="*/ 0 w 245"/>
                <a:gd name="T13" fmla="*/ 1 h 206"/>
                <a:gd name="T14" fmla="*/ 0 w 245"/>
                <a:gd name="T15" fmla="*/ 1 h 206"/>
                <a:gd name="T16" fmla="*/ 0 w 245"/>
                <a:gd name="T17" fmla="*/ 1 h 206"/>
                <a:gd name="T18" fmla="*/ 0 w 245"/>
                <a:gd name="T19" fmla="*/ 1 h 206"/>
                <a:gd name="T20" fmla="*/ 0 w 245"/>
                <a:gd name="T21" fmla="*/ 1 h 206"/>
                <a:gd name="T22" fmla="*/ 0 w 245"/>
                <a:gd name="T23" fmla="*/ 1 h 206"/>
                <a:gd name="T24" fmla="*/ 0 w 245"/>
                <a:gd name="T25" fmla="*/ 1 h 206"/>
                <a:gd name="T26" fmla="*/ 0 w 245"/>
                <a:gd name="T27" fmla="*/ 1 h 206"/>
                <a:gd name="T28" fmla="*/ 0 w 245"/>
                <a:gd name="T29" fmla="*/ 1 h 206"/>
                <a:gd name="T30" fmla="*/ 0 w 245"/>
                <a:gd name="T31" fmla="*/ 1 h 206"/>
                <a:gd name="T32" fmla="*/ 0 w 245"/>
                <a:gd name="T33" fmla="*/ 1 h 206"/>
                <a:gd name="T34" fmla="*/ 0 w 245"/>
                <a:gd name="T35" fmla="*/ 1 h 206"/>
                <a:gd name="T36" fmla="*/ 0 w 245"/>
                <a:gd name="T37" fmla="*/ 1 h 206"/>
                <a:gd name="T38" fmla="*/ 0 w 245"/>
                <a:gd name="T39" fmla="*/ 1 h 206"/>
                <a:gd name="T40" fmla="*/ 0 w 245"/>
                <a:gd name="T41" fmla="*/ 1 h 206"/>
                <a:gd name="T42" fmla="*/ 0 w 245"/>
                <a:gd name="T43" fmla="*/ 1 h 206"/>
                <a:gd name="T44" fmla="*/ 0 w 245"/>
                <a:gd name="T45" fmla="*/ 1 h 206"/>
                <a:gd name="T46" fmla="*/ 0 w 245"/>
                <a:gd name="T47" fmla="*/ 1 h 206"/>
                <a:gd name="T48" fmla="*/ 0 w 245"/>
                <a:gd name="T49" fmla="*/ 1 h 206"/>
                <a:gd name="T50" fmla="*/ 0 w 245"/>
                <a:gd name="T51" fmla="*/ 1 h 206"/>
                <a:gd name="T52" fmla="*/ 0 w 245"/>
                <a:gd name="T53" fmla="*/ 1 h 206"/>
                <a:gd name="T54" fmla="*/ 0 w 245"/>
                <a:gd name="T55" fmla="*/ 1 h 206"/>
                <a:gd name="T56" fmla="*/ 0 w 245"/>
                <a:gd name="T57" fmla="*/ 1 h 206"/>
                <a:gd name="T58" fmla="*/ 0 w 245"/>
                <a:gd name="T59" fmla="*/ 1 h 206"/>
                <a:gd name="T60" fmla="*/ 0 w 245"/>
                <a:gd name="T61" fmla="*/ 1 h 206"/>
                <a:gd name="T62" fmla="*/ 0 w 245"/>
                <a:gd name="T63" fmla="*/ 1 h 206"/>
                <a:gd name="T64" fmla="*/ 0 w 245"/>
                <a:gd name="T65" fmla="*/ 1 h 206"/>
                <a:gd name="T66" fmla="*/ 0 w 245"/>
                <a:gd name="T67" fmla="*/ 1 h 206"/>
                <a:gd name="T68" fmla="*/ 0 w 245"/>
                <a:gd name="T69" fmla="*/ 1 h 206"/>
                <a:gd name="T70" fmla="*/ 0 w 245"/>
                <a:gd name="T71" fmla="*/ 1 h 206"/>
                <a:gd name="T72" fmla="*/ 0 w 245"/>
                <a:gd name="T73" fmla="*/ 1 h 206"/>
                <a:gd name="T74" fmla="*/ 0 w 245"/>
                <a:gd name="T75" fmla="*/ 1 h 206"/>
                <a:gd name="T76" fmla="*/ 0 w 245"/>
                <a:gd name="T77" fmla="*/ 1 h 206"/>
                <a:gd name="T78" fmla="*/ 0 w 245"/>
                <a:gd name="T79" fmla="*/ 1 h 206"/>
                <a:gd name="T80" fmla="*/ 0 w 245"/>
                <a:gd name="T81" fmla="*/ 1 h 206"/>
                <a:gd name="T82" fmla="*/ 0 w 245"/>
                <a:gd name="T83" fmla="*/ 1 h 206"/>
                <a:gd name="T84" fmla="*/ 0 w 245"/>
                <a:gd name="T85" fmla="*/ 1 h 206"/>
                <a:gd name="T86" fmla="*/ 0 w 245"/>
                <a:gd name="T87" fmla="*/ 1 h 206"/>
                <a:gd name="T88" fmla="*/ 0 w 245"/>
                <a:gd name="T89" fmla="*/ 1 h 206"/>
                <a:gd name="T90" fmla="*/ 0 w 245"/>
                <a:gd name="T91" fmla="*/ 1 h 206"/>
                <a:gd name="T92" fmla="*/ 0 w 245"/>
                <a:gd name="T93" fmla="*/ 1 h 206"/>
                <a:gd name="T94" fmla="*/ 0 w 245"/>
                <a:gd name="T95" fmla="*/ 1 h 206"/>
                <a:gd name="T96" fmla="*/ 0 w 245"/>
                <a:gd name="T97" fmla="*/ 1 h 206"/>
                <a:gd name="T98" fmla="*/ 0 w 245"/>
                <a:gd name="T99" fmla="*/ 1 h 206"/>
                <a:gd name="T100" fmla="*/ 0 w 245"/>
                <a:gd name="T101" fmla="*/ 1 h 206"/>
                <a:gd name="T102" fmla="*/ 0 w 245"/>
                <a:gd name="T103" fmla="*/ 1 h 206"/>
                <a:gd name="T104" fmla="*/ 0 w 245"/>
                <a:gd name="T105" fmla="*/ 1 h 206"/>
                <a:gd name="T106" fmla="*/ 0 w 245"/>
                <a:gd name="T107" fmla="*/ 1 h 206"/>
                <a:gd name="T108" fmla="*/ 0 w 245"/>
                <a:gd name="T109" fmla="*/ 0 h 206"/>
                <a:gd name="T110" fmla="*/ 0 w 245"/>
                <a:gd name="T111" fmla="*/ 1 h 206"/>
                <a:gd name="T112" fmla="*/ 0 w 245"/>
                <a:gd name="T113" fmla="*/ 1 h 206"/>
                <a:gd name="T114" fmla="*/ 0 w 245"/>
                <a:gd name="T115" fmla="*/ 1 h 206"/>
                <a:gd name="T116" fmla="*/ 0 w 245"/>
                <a:gd name="T117" fmla="*/ 1 h 206"/>
                <a:gd name="T118" fmla="*/ 0 w 245"/>
                <a:gd name="T119" fmla="*/ 1 h 206"/>
                <a:gd name="T120" fmla="*/ 0 w 245"/>
                <a:gd name="T121" fmla="*/ 1 h 20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5"/>
                <a:gd name="T184" fmla="*/ 0 h 206"/>
                <a:gd name="T185" fmla="*/ 245 w 245"/>
                <a:gd name="T186" fmla="*/ 206 h 20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87" name="Freeform 41">
              <a:extLst>
                <a:ext uri="{FF2B5EF4-FFF2-40B4-BE49-F238E27FC236}">
                  <a16:creationId xmlns:a16="http://schemas.microsoft.com/office/drawing/2014/main" id="{CF0B4A3A-FA74-4C65-B5DD-B062863D263C}"/>
                </a:ext>
              </a:extLst>
            </p:cNvPr>
            <p:cNvSpPr>
              <a:spLocks/>
            </p:cNvSpPr>
            <p:nvPr/>
          </p:nvSpPr>
          <p:spPr bwMode="auto">
            <a:xfrm>
              <a:off x="1401" y="2236"/>
              <a:ext cx="53" cy="80"/>
            </a:xfrm>
            <a:custGeom>
              <a:avLst/>
              <a:gdLst>
                <a:gd name="T0" fmla="*/ 0 w 159"/>
                <a:gd name="T1" fmla="*/ 1 h 160"/>
                <a:gd name="T2" fmla="*/ 0 w 159"/>
                <a:gd name="T3" fmla="*/ 1 h 160"/>
                <a:gd name="T4" fmla="*/ 0 w 159"/>
                <a:gd name="T5" fmla="*/ 1 h 160"/>
                <a:gd name="T6" fmla="*/ 0 w 159"/>
                <a:gd name="T7" fmla="*/ 1 h 160"/>
                <a:gd name="T8" fmla="*/ 0 w 159"/>
                <a:gd name="T9" fmla="*/ 1 h 160"/>
                <a:gd name="T10" fmla="*/ 0 w 159"/>
                <a:gd name="T11" fmla="*/ 1 h 160"/>
                <a:gd name="T12" fmla="*/ 0 w 159"/>
                <a:gd name="T13" fmla="*/ 1 h 160"/>
                <a:gd name="T14" fmla="*/ 0 w 159"/>
                <a:gd name="T15" fmla="*/ 1 h 160"/>
                <a:gd name="T16" fmla="*/ 0 w 159"/>
                <a:gd name="T17" fmla="*/ 1 h 160"/>
                <a:gd name="T18" fmla="*/ 0 w 159"/>
                <a:gd name="T19" fmla="*/ 1 h 160"/>
                <a:gd name="T20" fmla="*/ 0 w 159"/>
                <a:gd name="T21" fmla="*/ 1 h 160"/>
                <a:gd name="T22" fmla="*/ 0 w 159"/>
                <a:gd name="T23" fmla="*/ 1 h 160"/>
                <a:gd name="T24" fmla="*/ 0 w 159"/>
                <a:gd name="T25" fmla="*/ 1 h 160"/>
                <a:gd name="T26" fmla="*/ 0 w 159"/>
                <a:gd name="T27" fmla="*/ 1 h 160"/>
                <a:gd name="T28" fmla="*/ 0 w 159"/>
                <a:gd name="T29" fmla="*/ 1 h 160"/>
                <a:gd name="T30" fmla="*/ 0 w 159"/>
                <a:gd name="T31" fmla="*/ 1 h 160"/>
                <a:gd name="T32" fmla="*/ 0 w 159"/>
                <a:gd name="T33" fmla="*/ 1 h 160"/>
                <a:gd name="T34" fmla="*/ 0 w 159"/>
                <a:gd name="T35" fmla="*/ 1 h 160"/>
                <a:gd name="T36" fmla="*/ 0 w 159"/>
                <a:gd name="T37" fmla="*/ 1 h 160"/>
                <a:gd name="T38" fmla="*/ 0 w 159"/>
                <a:gd name="T39" fmla="*/ 1 h 160"/>
                <a:gd name="T40" fmla="*/ 0 w 159"/>
                <a:gd name="T41" fmla="*/ 1 h 160"/>
                <a:gd name="T42" fmla="*/ 0 w 159"/>
                <a:gd name="T43" fmla="*/ 1 h 160"/>
                <a:gd name="T44" fmla="*/ 0 w 159"/>
                <a:gd name="T45" fmla="*/ 1 h 160"/>
                <a:gd name="T46" fmla="*/ 0 w 159"/>
                <a:gd name="T47" fmla="*/ 1 h 160"/>
                <a:gd name="T48" fmla="*/ 0 w 159"/>
                <a:gd name="T49" fmla="*/ 1 h 160"/>
                <a:gd name="T50" fmla="*/ 0 w 159"/>
                <a:gd name="T51" fmla="*/ 1 h 160"/>
                <a:gd name="T52" fmla="*/ 0 w 159"/>
                <a:gd name="T53" fmla="*/ 1 h 160"/>
                <a:gd name="T54" fmla="*/ 0 w 159"/>
                <a:gd name="T55" fmla="*/ 1 h 160"/>
                <a:gd name="T56" fmla="*/ 0 w 159"/>
                <a:gd name="T57" fmla="*/ 1 h 160"/>
                <a:gd name="T58" fmla="*/ 0 w 159"/>
                <a:gd name="T59" fmla="*/ 1 h 160"/>
                <a:gd name="T60" fmla="*/ 0 w 159"/>
                <a:gd name="T61" fmla="*/ 0 h 160"/>
                <a:gd name="T62" fmla="*/ 0 w 159"/>
                <a:gd name="T63" fmla="*/ 1 h 160"/>
                <a:gd name="T64" fmla="*/ 0 w 159"/>
                <a:gd name="T65" fmla="*/ 1 h 160"/>
                <a:gd name="T66" fmla="*/ 0 w 159"/>
                <a:gd name="T67" fmla="*/ 1 h 160"/>
                <a:gd name="T68" fmla="*/ 0 w 159"/>
                <a:gd name="T69" fmla="*/ 1 h 160"/>
                <a:gd name="T70" fmla="*/ 0 w 159"/>
                <a:gd name="T71" fmla="*/ 1 h 160"/>
                <a:gd name="T72" fmla="*/ 0 w 159"/>
                <a:gd name="T73" fmla="*/ 1 h 160"/>
                <a:gd name="T74" fmla="*/ 0 w 159"/>
                <a:gd name="T75" fmla="*/ 1 h 160"/>
                <a:gd name="T76" fmla="*/ 0 w 159"/>
                <a:gd name="T77" fmla="*/ 1 h 160"/>
                <a:gd name="T78" fmla="*/ 0 w 159"/>
                <a:gd name="T79" fmla="*/ 1 h 160"/>
                <a:gd name="T80" fmla="*/ 0 w 159"/>
                <a:gd name="T81" fmla="*/ 1 h 16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9"/>
                <a:gd name="T124" fmla="*/ 0 h 160"/>
                <a:gd name="T125" fmla="*/ 159 w 159"/>
                <a:gd name="T126" fmla="*/ 160 h 16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88" name="Freeform 42">
              <a:extLst>
                <a:ext uri="{FF2B5EF4-FFF2-40B4-BE49-F238E27FC236}">
                  <a16:creationId xmlns:a16="http://schemas.microsoft.com/office/drawing/2014/main" id="{335FFBAE-2286-4D1F-8053-FD74815EE043}"/>
                </a:ext>
              </a:extLst>
            </p:cNvPr>
            <p:cNvSpPr>
              <a:spLocks/>
            </p:cNvSpPr>
            <p:nvPr/>
          </p:nvSpPr>
          <p:spPr bwMode="auto">
            <a:xfrm>
              <a:off x="1208" y="2218"/>
              <a:ext cx="133" cy="166"/>
            </a:xfrm>
            <a:custGeom>
              <a:avLst/>
              <a:gdLst>
                <a:gd name="T0" fmla="*/ 0 w 399"/>
                <a:gd name="T1" fmla="*/ 1 h 332"/>
                <a:gd name="T2" fmla="*/ 0 w 399"/>
                <a:gd name="T3" fmla="*/ 1 h 332"/>
                <a:gd name="T4" fmla="*/ 0 w 399"/>
                <a:gd name="T5" fmla="*/ 1 h 332"/>
                <a:gd name="T6" fmla="*/ 0 w 399"/>
                <a:gd name="T7" fmla="*/ 1 h 332"/>
                <a:gd name="T8" fmla="*/ 0 w 399"/>
                <a:gd name="T9" fmla="*/ 1 h 332"/>
                <a:gd name="T10" fmla="*/ 0 w 399"/>
                <a:gd name="T11" fmla="*/ 1 h 332"/>
                <a:gd name="T12" fmla="*/ 0 w 399"/>
                <a:gd name="T13" fmla="*/ 1 h 332"/>
                <a:gd name="T14" fmla="*/ 0 w 399"/>
                <a:gd name="T15" fmla="*/ 1 h 332"/>
                <a:gd name="T16" fmla="*/ 0 w 399"/>
                <a:gd name="T17" fmla="*/ 1 h 332"/>
                <a:gd name="T18" fmla="*/ 0 w 399"/>
                <a:gd name="T19" fmla="*/ 1 h 332"/>
                <a:gd name="T20" fmla="*/ 0 w 399"/>
                <a:gd name="T21" fmla="*/ 1 h 332"/>
                <a:gd name="T22" fmla="*/ 0 w 399"/>
                <a:gd name="T23" fmla="*/ 1 h 332"/>
                <a:gd name="T24" fmla="*/ 0 w 399"/>
                <a:gd name="T25" fmla="*/ 1 h 332"/>
                <a:gd name="T26" fmla="*/ 0 w 399"/>
                <a:gd name="T27" fmla="*/ 1 h 332"/>
                <a:gd name="T28" fmla="*/ 0 w 399"/>
                <a:gd name="T29" fmla="*/ 1 h 332"/>
                <a:gd name="T30" fmla="*/ 0 w 399"/>
                <a:gd name="T31" fmla="*/ 1 h 332"/>
                <a:gd name="T32" fmla="*/ 0 w 399"/>
                <a:gd name="T33" fmla="*/ 1 h 332"/>
                <a:gd name="T34" fmla="*/ 0 w 399"/>
                <a:gd name="T35" fmla="*/ 1 h 332"/>
                <a:gd name="T36" fmla="*/ 0 w 399"/>
                <a:gd name="T37" fmla="*/ 1 h 332"/>
                <a:gd name="T38" fmla="*/ 0 w 399"/>
                <a:gd name="T39" fmla="*/ 1 h 332"/>
                <a:gd name="T40" fmla="*/ 0 w 399"/>
                <a:gd name="T41" fmla="*/ 1 h 332"/>
                <a:gd name="T42" fmla="*/ 0 w 399"/>
                <a:gd name="T43" fmla="*/ 1 h 332"/>
                <a:gd name="T44" fmla="*/ 0 w 399"/>
                <a:gd name="T45" fmla="*/ 1 h 332"/>
                <a:gd name="T46" fmla="*/ 0 w 399"/>
                <a:gd name="T47" fmla="*/ 1 h 332"/>
                <a:gd name="T48" fmla="*/ 0 w 399"/>
                <a:gd name="T49" fmla="*/ 1 h 332"/>
                <a:gd name="T50" fmla="*/ 0 w 399"/>
                <a:gd name="T51" fmla="*/ 1 h 332"/>
                <a:gd name="T52" fmla="*/ 0 w 399"/>
                <a:gd name="T53" fmla="*/ 1 h 332"/>
                <a:gd name="T54" fmla="*/ 0 w 399"/>
                <a:gd name="T55" fmla="*/ 1 h 332"/>
                <a:gd name="T56" fmla="*/ 0 w 399"/>
                <a:gd name="T57" fmla="*/ 1 h 332"/>
                <a:gd name="T58" fmla="*/ 0 w 399"/>
                <a:gd name="T59" fmla="*/ 1 h 332"/>
                <a:gd name="T60" fmla="*/ 0 w 399"/>
                <a:gd name="T61" fmla="*/ 1 h 332"/>
                <a:gd name="T62" fmla="*/ 0 w 399"/>
                <a:gd name="T63" fmla="*/ 1 h 332"/>
                <a:gd name="T64" fmla="*/ 0 w 399"/>
                <a:gd name="T65" fmla="*/ 1 h 332"/>
                <a:gd name="T66" fmla="*/ 0 w 399"/>
                <a:gd name="T67" fmla="*/ 1 h 332"/>
                <a:gd name="T68" fmla="*/ 0 w 399"/>
                <a:gd name="T69" fmla="*/ 1 h 332"/>
                <a:gd name="T70" fmla="*/ 0 w 399"/>
                <a:gd name="T71" fmla="*/ 1 h 332"/>
                <a:gd name="T72" fmla="*/ 0 w 399"/>
                <a:gd name="T73" fmla="*/ 1 h 332"/>
                <a:gd name="T74" fmla="*/ 0 w 399"/>
                <a:gd name="T75" fmla="*/ 1 h 332"/>
                <a:gd name="T76" fmla="*/ 0 w 399"/>
                <a:gd name="T77" fmla="*/ 1 h 332"/>
                <a:gd name="T78" fmla="*/ 0 w 399"/>
                <a:gd name="T79" fmla="*/ 1 h 332"/>
                <a:gd name="T80" fmla="*/ 0 w 399"/>
                <a:gd name="T81" fmla="*/ 0 h 332"/>
                <a:gd name="T82" fmla="*/ 0 w 399"/>
                <a:gd name="T83" fmla="*/ 1 h 332"/>
                <a:gd name="T84" fmla="*/ 0 w 399"/>
                <a:gd name="T85" fmla="*/ 1 h 332"/>
                <a:gd name="T86" fmla="*/ 0 w 399"/>
                <a:gd name="T87" fmla="*/ 1 h 3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2"/>
                <a:gd name="T134" fmla="*/ 399 w 399"/>
                <a:gd name="T135" fmla="*/ 332 h 3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89" name="Freeform 43">
              <a:extLst>
                <a:ext uri="{FF2B5EF4-FFF2-40B4-BE49-F238E27FC236}">
                  <a16:creationId xmlns:a16="http://schemas.microsoft.com/office/drawing/2014/main" id="{785B967C-48BE-4F3D-ADF3-3E39FF8D1EC7}"/>
                </a:ext>
              </a:extLst>
            </p:cNvPr>
            <p:cNvSpPr>
              <a:spLocks/>
            </p:cNvSpPr>
            <p:nvPr/>
          </p:nvSpPr>
          <p:spPr bwMode="auto">
            <a:xfrm>
              <a:off x="1396" y="2213"/>
              <a:ext cx="116" cy="110"/>
            </a:xfrm>
            <a:custGeom>
              <a:avLst/>
              <a:gdLst>
                <a:gd name="T0" fmla="*/ 0 w 348"/>
                <a:gd name="T1" fmla="*/ 0 h 222"/>
                <a:gd name="T2" fmla="*/ 0 w 348"/>
                <a:gd name="T3" fmla="*/ 0 h 222"/>
                <a:gd name="T4" fmla="*/ 0 w 348"/>
                <a:gd name="T5" fmla="*/ 0 h 222"/>
                <a:gd name="T6" fmla="*/ 0 w 348"/>
                <a:gd name="T7" fmla="*/ 0 h 222"/>
                <a:gd name="T8" fmla="*/ 0 w 348"/>
                <a:gd name="T9" fmla="*/ 0 h 222"/>
                <a:gd name="T10" fmla="*/ 0 w 348"/>
                <a:gd name="T11" fmla="*/ 0 h 222"/>
                <a:gd name="T12" fmla="*/ 0 w 348"/>
                <a:gd name="T13" fmla="*/ 0 h 222"/>
                <a:gd name="T14" fmla="*/ 0 w 348"/>
                <a:gd name="T15" fmla="*/ 0 h 222"/>
                <a:gd name="T16" fmla="*/ 0 w 348"/>
                <a:gd name="T17" fmla="*/ 0 h 222"/>
                <a:gd name="T18" fmla="*/ 0 w 348"/>
                <a:gd name="T19" fmla="*/ 0 h 222"/>
                <a:gd name="T20" fmla="*/ 0 w 348"/>
                <a:gd name="T21" fmla="*/ 0 h 222"/>
                <a:gd name="T22" fmla="*/ 0 w 348"/>
                <a:gd name="T23" fmla="*/ 0 h 222"/>
                <a:gd name="T24" fmla="*/ 0 w 348"/>
                <a:gd name="T25" fmla="*/ 0 h 222"/>
                <a:gd name="T26" fmla="*/ 0 w 348"/>
                <a:gd name="T27" fmla="*/ 0 h 222"/>
                <a:gd name="T28" fmla="*/ 0 w 348"/>
                <a:gd name="T29" fmla="*/ 0 h 222"/>
                <a:gd name="T30" fmla="*/ 0 w 348"/>
                <a:gd name="T31" fmla="*/ 0 h 222"/>
                <a:gd name="T32" fmla="*/ 0 w 348"/>
                <a:gd name="T33" fmla="*/ 0 h 222"/>
                <a:gd name="T34" fmla="*/ 0 w 348"/>
                <a:gd name="T35" fmla="*/ 0 h 222"/>
                <a:gd name="T36" fmla="*/ 0 w 348"/>
                <a:gd name="T37" fmla="*/ 0 h 222"/>
                <a:gd name="T38" fmla="*/ 0 w 348"/>
                <a:gd name="T39" fmla="*/ 0 h 222"/>
                <a:gd name="T40" fmla="*/ 0 w 348"/>
                <a:gd name="T41" fmla="*/ 0 h 222"/>
                <a:gd name="T42" fmla="*/ 0 w 348"/>
                <a:gd name="T43" fmla="*/ 0 h 222"/>
                <a:gd name="T44" fmla="*/ 0 w 348"/>
                <a:gd name="T45" fmla="*/ 0 h 222"/>
                <a:gd name="T46" fmla="*/ 0 w 348"/>
                <a:gd name="T47" fmla="*/ 0 h 222"/>
                <a:gd name="T48" fmla="*/ 0 w 348"/>
                <a:gd name="T49" fmla="*/ 0 h 222"/>
                <a:gd name="T50" fmla="*/ 0 w 348"/>
                <a:gd name="T51" fmla="*/ 0 h 222"/>
                <a:gd name="T52" fmla="*/ 0 w 348"/>
                <a:gd name="T53" fmla="*/ 0 h 222"/>
                <a:gd name="T54" fmla="*/ 0 w 348"/>
                <a:gd name="T55" fmla="*/ 0 h 222"/>
                <a:gd name="T56" fmla="*/ 0 w 348"/>
                <a:gd name="T57" fmla="*/ 0 h 222"/>
                <a:gd name="T58" fmla="*/ 0 w 348"/>
                <a:gd name="T59" fmla="*/ 0 h 222"/>
                <a:gd name="T60" fmla="*/ 0 w 348"/>
                <a:gd name="T61" fmla="*/ 0 h 222"/>
                <a:gd name="T62" fmla="*/ 0 w 348"/>
                <a:gd name="T63" fmla="*/ 0 h 222"/>
                <a:gd name="T64" fmla="*/ 0 w 348"/>
                <a:gd name="T65" fmla="*/ 0 h 222"/>
                <a:gd name="T66" fmla="*/ 0 w 348"/>
                <a:gd name="T67" fmla="*/ 0 h 222"/>
                <a:gd name="T68" fmla="*/ 0 w 348"/>
                <a:gd name="T69" fmla="*/ 0 h 222"/>
                <a:gd name="T70" fmla="*/ 0 w 348"/>
                <a:gd name="T71" fmla="*/ 0 h 222"/>
                <a:gd name="T72" fmla="*/ 0 w 348"/>
                <a:gd name="T73" fmla="*/ 0 h 222"/>
                <a:gd name="T74" fmla="*/ 0 w 348"/>
                <a:gd name="T75" fmla="*/ 0 h 222"/>
                <a:gd name="T76" fmla="*/ 0 w 348"/>
                <a:gd name="T77" fmla="*/ 0 h 222"/>
                <a:gd name="T78" fmla="*/ 0 w 348"/>
                <a:gd name="T79" fmla="*/ 0 h 222"/>
                <a:gd name="T80" fmla="*/ 0 w 348"/>
                <a:gd name="T81" fmla="*/ 0 h 222"/>
                <a:gd name="T82" fmla="*/ 0 w 348"/>
                <a:gd name="T83" fmla="*/ 0 h 222"/>
                <a:gd name="T84" fmla="*/ 0 w 348"/>
                <a:gd name="T85" fmla="*/ 0 h 222"/>
                <a:gd name="T86" fmla="*/ 0 w 348"/>
                <a:gd name="T87" fmla="*/ 0 h 222"/>
                <a:gd name="T88" fmla="*/ 0 w 348"/>
                <a:gd name="T89" fmla="*/ 0 h 222"/>
                <a:gd name="T90" fmla="*/ 0 w 348"/>
                <a:gd name="T91" fmla="*/ 0 h 222"/>
                <a:gd name="T92" fmla="*/ 0 w 348"/>
                <a:gd name="T93" fmla="*/ 0 h 222"/>
                <a:gd name="T94" fmla="*/ 0 w 348"/>
                <a:gd name="T95" fmla="*/ 0 h 222"/>
                <a:gd name="T96" fmla="*/ 0 w 348"/>
                <a:gd name="T97" fmla="*/ 0 h 222"/>
                <a:gd name="T98" fmla="*/ 0 w 348"/>
                <a:gd name="T99" fmla="*/ 0 h 222"/>
                <a:gd name="T100" fmla="*/ 0 w 348"/>
                <a:gd name="T101" fmla="*/ 0 h 222"/>
                <a:gd name="T102" fmla="*/ 0 w 348"/>
                <a:gd name="T103" fmla="*/ 0 h 222"/>
                <a:gd name="T104" fmla="*/ 0 w 348"/>
                <a:gd name="T105" fmla="*/ 0 h 222"/>
                <a:gd name="T106" fmla="*/ 0 w 348"/>
                <a:gd name="T107" fmla="*/ 0 h 222"/>
                <a:gd name="T108" fmla="*/ 0 w 348"/>
                <a:gd name="T109" fmla="*/ 0 h 222"/>
                <a:gd name="T110" fmla="*/ 0 w 348"/>
                <a:gd name="T111" fmla="*/ 0 h 222"/>
                <a:gd name="T112" fmla="*/ 0 w 348"/>
                <a:gd name="T113" fmla="*/ 0 h 222"/>
                <a:gd name="T114" fmla="*/ 0 w 348"/>
                <a:gd name="T115" fmla="*/ 0 h 222"/>
                <a:gd name="T116" fmla="*/ 0 w 348"/>
                <a:gd name="T117" fmla="*/ 0 h 222"/>
                <a:gd name="T118" fmla="*/ 0 w 348"/>
                <a:gd name="T119" fmla="*/ 0 h 222"/>
                <a:gd name="T120" fmla="*/ 0 w 348"/>
                <a:gd name="T121" fmla="*/ 0 h 22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48"/>
                <a:gd name="T184" fmla="*/ 0 h 222"/>
                <a:gd name="T185" fmla="*/ 348 w 348"/>
                <a:gd name="T186" fmla="*/ 222 h 22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90" name="Freeform 44">
              <a:extLst>
                <a:ext uri="{FF2B5EF4-FFF2-40B4-BE49-F238E27FC236}">
                  <a16:creationId xmlns:a16="http://schemas.microsoft.com/office/drawing/2014/main" id="{DBE2A01F-5561-418D-BEFD-B08213D8260C}"/>
                </a:ext>
              </a:extLst>
            </p:cNvPr>
            <p:cNvSpPr>
              <a:spLocks/>
            </p:cNvSpPr>
            <p:nvPr/>
          </p:nvSpPr>
          <p:spPr bwMode="auto">
            <a:xfrm>
              <a:off x="1162" y="2273"/>
              <a:ext cx="48" cy="103"/>
            </a:xfrm>
            <a:custGeom>
              <a:avLst/>
              <a:gdLst>
                <a:gd name="T0" fmla="*/ 0 w 142"/>
                <a:gd name="T1" fmla="*/ 0 h 207"/>
                <a:gd name="T2" fmla="*/ 0 w 142"/>
                <a:gd name="T3" fmla="*/ 0 h 207"/>
                <a:gd name="T4" fmla="*/ 0 w 142"/>
                <a:gd name="T5" fmla="*/ 0 h 207"/>
                <a:gd name="T6" fmla="*/ 0 w 142"/>
                <a:gd name="T7" fmla="*/ 0 h 207"/>
                <a:gd name="T8" fmla="*/ 0 w 142"/>
                <a:gd name="T9" fmla="*/ 0 h 207"/>
                <a:gd name="T10" fmla="*/ 0 w 142"/>
                <a:gd name="T11" fmla="*/ 0 h 207"/>
                <a:gd name="T12" fmla="*/ 0 w 142"/>
                <a:gd name="T13" fmla="*/ 0 h 207"/>
                <a:gd name="T14" fmla="*/ 0 w 142"/>
                <a:gd name="T15" fmla="*/ 0 h 207"/>
                <a:gd name="T16" fmla="*/ 0 w 142"/>
                <a:gd name="T17" fmla="*/ 0 h 207"/>
                <a:gd name="T18" fmla="*/ 0 w 142"/>
                <a:gd name="T19" fmla="*/ 0 h 207"/>
                <a:gd name="T20" fmla="*/ 0 w 142"/>
                <a:gd name="T21" fmla="*/ 0 h 207"/>
                <a:gd name="T22" fmla="*/ 0 w 142"/>
                <a:gd name="T23" fmla="*/ 0 h 207"/>
                <a:gd name="T24" fmla="*/ 0 w 142"/>
                <a:gd name="T25" fmla="*/ 0 h 207"/>
                <a:gd name="T26" fmla="*/ 0 w 142"/>
                <a:gd name="T27" fmla="*/ 0 h 207"/>
                <a:gd name="T28" fmla="*/ 0 w 142"/>
                <a:gd name="T29" fmla="*/ 0 h 207"/>
                <a:gd name="T30" fmla="*/ 0 w 142"/>
                <a:gd name="T31" fmla="*/ 0 h 207"/>
                <a:gd name="T32" fmla="*/ 0 w 142"/>
                <a:gd name="T33" fmla="*/ 0 h 207"/>
                <a:gd name="T34" fmla="*/ 0 w 142"/>
                <a:gd name="T35" fmla="*/ 0 h 207"/>
                <a:gd name="T36" fmla="*/ 0 w 142"/>
                <a:gd name="T37" fmla="*/ 0 h 207"/>
                <a:gd name="T38" fmla="*/ 0 w 142"/>
                <a:gd name="T39" fmla="*/ 0 h 207"/>
                <a:gd name="T40" fmla="*/ 0 w 142"/>
                <a:gd name="T41" fmla="*/ 0 h 207"/>
                <a:gd name="T42" fmla="*/ 0 w 142"/>
                <a:gd name="T43" fmla="*/ 0 h 207"/>
                <a:gd name="T44" fmla="*/ 0 w 142"/>
                <a:gd name="T45" fmla="*/ 0 h 207"/>
                <a:gd name="T46" fmla="*/ 0 w 142"/>
                <a:gd name="T47" fmla="*/ 0 h 207"/>
                <a:gd name="T48" fmla="*/ 0 w 142"/>
                <a:gd name="T49" fmla="*/ 0 h 207"/>
                <a:gd name="T50" fmla="*/ 0 w 142"/>
                <a:gd name="T51" fmla="*/ 0 h 207"/>
                <a:gd name="T52" fmla="*/ 0 w 142"/>
                <a:gd name="T53" fmla="*/ 0 h 207"/>
                <a:gd name="T54" fmla="*/ 0 w 142"/>
                <a:gd name="T55" fmla="*/ 0 h 207"/>
                <a:gd name="T56" fmla="*/ 0 w 142"/>
                <a:gd name="T57" fmla="*/ 0 h 207"/>
                <a:gd name="T58" fmla="*/ 0 w 142"/>
                <a:gd name="T59" fmla="*/ 0 h 207"/>
                <a:gd name="T60" fmla="*/ 0 w 142"/>
                <a:gd name="T61" fmla="*/ 0 h 207"/>
                <a:gd name="T62" fmla="*/ 0 w 142"/>
                <a:gd name="T63" fmla="*/ 0 h 207"/>
                <a:gd name="T64" fmla="*/ 0 w 142"/>
                <a:gd name="T65" fmla="*/ 0 h 207"/>
                <a:gd name="T66" fmla="*/ 0 w 142"/>
                <a:gd name="T67" fmla="*/ 0 h 207"/>
                <a:gd name="T68" fmla="*/ 0 w 142"/>
                <a:gd name="T69" fmla="*/ 0 h 207"/>
                <a:gd name="T70" fmla="*/ 0 w 142"/>
                <a:gd name="T71" fmla="*/ 0 h 207"/>
                <a:gd name="T72" fmla="*/ 0 w 142"/>
                <a:gd name="T73" fmla="*/ 0 h 207"/>
                <a:gd name="T74" fmla="*/ 0 w 142"/>
                <a:gd name="T75" fmla="*/ 0 h 207"/>
                <a:gd name="T76" fmla="*/ 0 w 142"/>
                <a:gd name="T77" fmla="*/ 0 h 207"/>
                <a:gd name="T78" fmla="*/ 0 w 142"/>
                <a:gd name="T79" fmla="*/ 0 h 207"/>
                <a:gd name="T80" fmla="*/ 0 w 142"/>
                <a:gd name="T81" fmla="*/ 0 h 2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7"/>
                <a:gd name="T125" fmla="*/ 142 w 142"/>
                <a:gd name="T126" fmla="*/ 207 h 20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91" name="Freeform 45">
              <a:extLst>
                <a:ext uri="{FF2B5EF4-FFF2-40B4-BE49-F238E27FC236}">
                  <a16:creationId xmlns:a16="http://schemas.microsoft.com/office/drawing/2014/main" id="{91944538-1525-4ECA-A3A1-7EDC2F85D112}"/>
                </a:ext>
              </a:extLst>
            </p:cNvPr>
            <p:cNvSpPr>
              <a:spLocks/>
            </p:cNvSpPr>
            <p:nvPr/>
          </p:nvSpPr>
          <p:spPr bwMode="auto">
            <a:xfrm>
              <a:off x="1492" y="2206"/>
              <a:ext cx="101" cy="135"/>
            </a:xfrm>
            <a:custGeom>
              <a:avLst/>
              <a:gdLst>
                <a:gd name="T0" fmla="*/ 0 w 303"/>
                <a:gd name="T1" fmla="*/ 0 h 272"/>
                <a:gd name="T2" fmla="*/ 0 w 303"/>
                <a:gd name="T3" fmla="*/ 0 h 272"/>
                <a:gd name="T4" fmla="*/ 0 w 303"/>
                <a:gd name="T5" fmla="*/ 0 h 272"/>
                <a:gd name="T6" fmla="*/ 0 w 303"/>
                <a:gd name="T7" fmla="*/ 0 h 272"/>
                <a:gd name="T8" fmla="*/ 0 w 303"/>
                <a:gd name="T9" fmla="*/ 0 h 272"/>
                <a:gd name="T10" fmla="*/ 0 w 303"/>
                <a:gd name="T11" fmla="*/ 0 h 272"/>
                <a:gd name="T12" fmla="*/ 0 w 303"/>
                <a:gd name="T13" fmla="*/ 0 h 272"/>
                <a:gd name="T14" fmla="*/ 0 w 303"/>
                <a:gd name="T15" fmla="*/ 0 h 272"/>
                <a:gd name="T16" fmla="*/ 0 w 303"/>
                <a:gd name="T17" fmla="*/ 0 h 272"/>
                <a:gd name="T18" fmla="*/ 0 w 303"/>
                <a:gd name="T19" fmla="*/ 0 h 272"/>
                <a:gd name="T20" fmla="*/ 0 w 303"/>
                <a:gd name="T21" fmla="*/ 0 h 272"/>
                <a:gd name="T22" fmla="*/ 0 w 303"/>
                <a:gd name="T23" fmla="*/ 0 h 272"/>
                <a:gd name="T24" fmla="*/ 0 w 303"/>
                <a:gd name="T25" fmla="*/ 0 h 272"/>
                <a:gd name="T26" fmla="*/ 0 w 303"/>
                <a:gd name="T27" fmla="*/ 0 h 272"/>
                <a:gd name="T28" fmla="*/ 0 w 303"/>
                <a:gd name="T29" fmla="*/ 0 h 272"/>
                <a:gd name="T30" fmla="*/ 0 w 303"/>
                <a:gd name="T31" fmla="*/ 0 h 272"/>
                <a:gd name="T32" fmla="*/ 0 w 303"/>
                <a:gd name="T33" fmla="*/ 0 h 272"/>
                <a:gd name="T34" fmla="*/ 0 w 303"/>
                <a:gd name="T35" fmla="*/ 0 h 272"/>
                <a:gd name="T36" fmla="*/ 0 w 303"/>
                <a:gd name="T37" fmla="*/ 0 h 272"/>
                <a:gd name="T38" fmla="*/ 0 w 303"/>
                <a:gd name="T39" fmla="*/ 0 h 272"/>
                <a:gd name="T40" fmla="*/ 0 w 303"/>
                <a:gd name="T41" fmla="*/ 0 h 272"/>
                <a:gd name="T42" fmla="*/ 0 w 303"/>
                <a:gd name="T43" fmla="*/ 0 h 272"/>
                <a:gd name="T44" fmla="*/ 0 w 303"/>
                <a:gd name="T45" fmla="*/ 0 h 272"/>
                <a:gd name="T46" fmla="*/ 0 w 303"/>
                <a:gd name="T47" fmla="*/ 0 h 272"/>
                <a:gd name="T48" fmla="*/ 0 w 303"/>
                <a:gd name="T49" fmla="*/ 0 h 272"/>
                <a:gd name="T50" fmla="*/ 0 w 303"/>
                <a:gd name="T51" fmla="*/ 0 h 272"/>
                <a:gd name="T52" fmla="*/ 0 w 303"/>
                <a:gd name="T53" fmla="*/ 0 h 272"/>
                <a:gd name="T54" fmla="*/ 0 w 303"/>
                <a:gd name="T55" fmla="*/ 0 h 272"/>
                <a:gd name="T56" fmla="*/ 0 w 303"/>
                <a:gd name="T57" fmla="*/ 0 h 272"/>
                <a:gd name="T58" fmla="*/ 0 w 303"/>
                <a:gd name="T59" fmla="*/ 0 h 272"/>
                <a:gd name="T60" fmla="*/ 0 w 303"/>
                <a:gd name="T61" fmla="*/ 0 h 272"/>
                <a:gd name="T62" fmla="*/ 0 w 303"/>
                <a:gd name="T63" fmla="*/ 0 h 272"/>
                <a:gd name="T64" fmla="*/ 0 w 303"/>
                <a:gd name="T65" fmla="*/ 0 h 272"/>
                <a:gd name="T66" fmla="*/ 0 w 303"/>
                <a:gd name="T67" fmla="*/ 0 h 272"/>
                <a:gd name="T68" fmla="*/ 0 w 303"/>
                <a:gd name="T69" fmla="*/ 0 h 272"/>
                <a:gd name="T70" fmla="*/ 0 w 303"/>
                <a:gd name="T71" fmla="*/ 0 h 272"/>
                <a:gd name="T72" fmla="*/ 0 w 303"/>
                <a:gd name="T73" fmla="*/ 0 h 272"/>
                <a:gd name="T74" fmla="*/ 0 w 303"/>
                <a:gd name="T75" fmla="*/ 0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3"/>
                <a:gd name="T115" fmla="*/ 0 h 272"/>
                <a:gd name="T116" fmla="*/ 303 w 303"/>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836629" name="Group 46">
            <a:extLst>
              <a:ext uri="{FF2B5EF4-FFF2-40B4-BE49-F238E27FC236}">
                <a16:creationId xmlns:a16="http://schemas.microsoft.com/office/drawing/2014/main" id="{5F3B10D1-C36B-4912-8E8B-6852B5896364}"/>
              </a:ext>
            </a:extLst>
          </p:cNvPr>
          <p:cNvGrpSpPr>
            <a:grpSpLocks/>
          </p:cNvGrpSpPr>
          <p:nvPr/>
        </p:nvGrpSpPr>
        <p:grpSpPr bwMode="auto">
          <a:xfrm>
            <a:off x="5319713" y="3700463"/>
            <a:ext cx="844550" cy="600075"/>
            <a:chOff x="1160" y="2192"/>
            <a:chExt cx="589" cy="440"/>
          </a:xfrm>
        </p:grpSpPr>
        <p:pic>
          <p:nvPicPr>
            <p:cNvPr id="836656" name="Picture 47" descr="31u_bnrz[1]">
              <a:extLst>
                <a:ext uri="{FF2B5EF4-FFF2-40B4-BE49-F238E27FC236}">
                  <a16:creationId xmlns:a16="http://schemas.microsoft.com/office/drawing/2014/main" id="{6227D363-A2E7-4107-81E8-0A7CE89B3B4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5400000">
              <a:off x="1349" y="2458"/>
              <a:ext cx="21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6657" name="AutoShape 48">
              <a:extLst>
                <a:ext uri="{FF2B5EF4-FFF2-40B4-BE49-F238E27FC236}">
                  <a16:creationId xmlns:a16="http://schemas.microsoft.com/office/drawing/2014/main" id="{DC77B36E-4EA9-4B71-8296-828BD19540F3}"/>
                </a:ext>
              </a:extLst>
            </p:cNvPr>
            <p:cNvSpPr>
              <a:spLocks noChangeAspect="1" noChangeArrowheads="1" noTextEdit="1"/>
            </p:cNvSpPr>
            <p:nvPr/>
          </p:nvSpPr>
          <p:spPr bwMode="auto">
            <a:xfrm>
              <a:off x="1160" y="2192"/>
              <a:ext cx="5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36658" name="Freeform 49">
              <a:extLst>
                <a:ext uri="{FF2B5EF4-FFF2-40B4-BE49-F238E27FC236}">
                  <a16:creationId xmlns:a16="http://schemas.microsoft.com/office/drawing/2014/main" id="{9B808093-1EB1-48F6-9A26-D754AABCF9CA}"/>
                </a:ext>
              </a:extLst>
            </p:cNvPr>
            <p:cNvSpPr>
              <a:spLocks/>
            </p:cNvSpPr>
            <p:nvPr/>
          </p:nvSpPr>
          <p:spPr bwMode="auto">
            <a:xfrm>
              <a:off x="1283" y="2231"/>
              <a:ext cx="83" cy="102"/>
            </a:xfrm>
            <a:custGeom>
              <a:avLst/>
              <a:gdLst>
                <a:gd name="T0" fmla="*/ 0 w 247"/>
                <a:gd name="T1" fmla="*/ 1 h 203"/>
                <a:gd name="T2" fmla="*/ 0 w 247"/>
                <a:gd name="T3" fmla="*/ 1 h 203"/>
                <a:gd name="T4" fmla="*/ 0 w 247"/>
                <a:gd name="T5" fmla="*/ 1 h 203"/>
                <a:gd name="T6" fmla="*/ 0 w 247"/>
                <a:gd name="T7" fmla="*/ 1 h 203"/>
                <a:gd name="T8" fmla="*/ 0 w 247"/>
                <a:gd name="T9" fmla="*/ 1 h 203"/>
                <a:gd name="T10" fmla="*/ 0 w 247"/>
                <a:gd name="T11" fmla="*/ 1 h 203"/>
                <a:gd name="T12" fmla="*/ 0 w 247"/>
                <a:gd name="T13" fmla="*/ 1 h 203"/>
                <a:gd name="T14" fmla="*/ 0 w 247"/>
                <a:gd name="T15" fmla="*/ 1 h 203"/>
                <a:gd name="T16" fmla="*/ 0 w 247"/>
                <a:gd name="T17" fmla="*/ 1 h 203"/>
                <a:gd name="T18" fmla="*/ 0 w 247"/>
                <a:gd name="T19" fmla="*/ 1 h 203"/>
                <a:gd name="T20" fmla="*/ 0 w 247"/>
                <a:gd name="T21" fmla="*/ 1 h 203"/>
                <a:gd name="T22" fmla="*/ 0 w 247"/>
                <a:gd name="T23" fmla="*/ 1 h 203"/>
                <a:gd name="T24" fmla="*/ 0 w 247"/>
                <a:gd name="T25" fmla="*/ 1 h 203"/>
                <a:gd name="T26" fmla="*/ 0 w 247"/>
                <a:gd name="T27" fmla="*/ 1 h 203"/>
                <a:gd name="T28" fmla="*/ 0 w 247"/>
                <a:gd name="T29" fmla="*/ 1 h 203"/>
                <a:gd name="T30" fmla="*/ 0 w 247"/>
                <a:gd name="T31" fmla="*/ 1 h 203"/>
                <a:gd name="T32" fmla="*/ 0 w 247"/>
                <a:gd name="T33" fmla="*/ 1 h 203"/>
                <a:gd name="T34" fmla="*/ 0 w 247"/>
                <a:gd name="T35" fmla="*/ 1 h 203"/>
                <a:gd name="T36" fmla="*/ 0 w 247"/>
                <a:gd name="T37" fmla="*/ 1 h 203"/>
                <a:gd name="T38" fmla="*/ 0 w 247"/>
                <a:gd name="T39" fmla="*/ 1 h 203"/>
                <a:gd name="T40" fmla="*/ 0 w 247"/>
                <a:gd name="T41" fmla="*/ 1 h 203"/>
                <a:gd name="T42" fmla="*/ 0 w 247"/>
                <a:gd name="T43" fmla="*/ 1 h 203"/>
                <a:gd name="T44" fmla="*/ 0 w 247"/>
                <a:gd name="T45" fmla="*/ 1 h 203"/>
                <a:gd name="T46" fmla="*/ 0 w 247"/>
                <a:gd name="T47" fmla="*/ 1 h 203"/>
                <a:gd name="T48" fmla="*/ 0 w 247"/>
                <a:gd name="T49" fmla="*/ 1 h 203"/>
                <a:gd name="T50" fmla="*/ 0 w 247"/>
                <a:gd name="T51" fmla="*/ 1 h 203"/>
                <a:gd name="T52" fmla="*/ 0 w 247"/>
                <a:gd name="T53" fmla="*/ 1 h 203"/>
                <a:gd name="T54" fmla="*/ 0 w 247"/>
                <a:gd name="T55" fmla="*/ 1 h 203"/>
                <a:gd name="T56" fmla="*/ 0 w 247"/>
                <a:gd name="T57" fmla="*/ 1 h 203"/>
                <a:gd name="T58" fmla="*/ 0 w 247"/>
                <a:gd name="T59" fmla="*/ 1 h 203"/>
                <a:gd name="T60" fmla="*/ 0 w 247"/>
                <a:gd name="T61" fmla="*/ 1 h 203"/>
                <a:gd name="T62" fmla="*/ 0 w 247"/>
                <a:gd name="T63" fmla="*/ 1 h 203"/>
                <a:gd name="T64" fmla="*/ 0 w 247"/>
                <a:gd name="T65" fmla="*/ 1 h 203"/>
                <a:gd name="T66" fmla="*/ 0 w 247"/>
                <a:gd name="T67" fmla="*/ 1 h 203"/>
                <a:gd name="T68" fmla="*/ 0 w 247"/>
                <a:gd name="T69" fmla="*/ 1 h 203"/>
                <a:gd name="T70" fmla="*/ 0 w 247"/>
                <a:gd name="T71" fmla="*/ 1 h 203"/>
                <a:gd name="T72" fmla="*/ 0 w 247"/>
                <a:gd name="T73" fmla="*/ 1 h 203"/>
                <a:gd name="T74" fmla="*/ 0 w 247"/>
                <a:gd name="T75" fmla="*/ 1 h 203"/>
                <a:gd name="T76" fmla="*/ 0 w 247"/>
                <a:gd name="T77" fmla="*/ 1 h 203"/>
                <a:gd name="T78" fmla="*/ 0 w 247"/>
                <a:gd name="T79" fmla="*/ 1 h 203"/>
                <a:gd name="T80" fmla="*/ 0 w 247"/>
                <a:gd name="T81" fmla="*/ 1 h 203"/>
                <a:gd name="T82" fmla="*/ 0 w 247"/>
                <a:gd name="T83" fmla="*/ 1 h 203"/>
                <a:gd name="T84" fmla="*/ 0 w 247"/>
                <a:gd name="T85" fmla="*/ 0 h 203"/>
                <a:gd name="T86" fmla="*/ 0 w 247"/>
                <a:gd name="T87" fmla="*/ 1 h 203"/>
                <a:gd name="T88" fmla="*/ 0 w 247"/>
                <a:gd name="T89" fmla="*/ 1 h 203"/>
                <a:gd name="T90" fmla="*/ 0 w 247"/>
                <a:gd name="T91" fmla="*/ 1 h 203"/>
                <a:gd name="T92" fmla="*/ 0 w 247"/>
                <a:gd name="T93" fmla="*/ 1 h 203"/>
                <a:gd name="T94" fmla="*/ 0 w 247"/>
                <a:gd name="T95" fmla="*/ 1 h 203"/>
                <a:gd name="T96" fmla="*/ 0 w 247"/>
                <a:gd name="T97" fmla="*/ 1 h 20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47"/>
                <a:gd name="T148" fmla="*/ 0 h 203"/>
                <a:gd name="T149" fmla="*/ 247 w 247"/>
                <a:gd name="T150" fmla="*/ 203 h 20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59" name="Freeform 50">
              <a:extLst>
                <a:ext uri="{FF2B5EF4-FFF2-40B4-BE49-F238E27FC236}">
                  <a16:creationId xmlns:a16="http://schemas.microsoft.com/office/drawing/2014/main" id="{BE25A3EC-09FE-42C2-BD67-71B131D42A10}"/>
                </a:ext>
              </a:extLst>
            </p:cNvPr>
            <p:cNvSpPr>
              <a:spLocks/>
            </p:cNvSpPr>
            <p:nvPr/>
          </p:nvSpPr>
          <p:spPr bwMode="auto">
            <a:xfrm>
              <a:off x="1424" y="2230"/>
              <a:ext cx="52" cy="79"/>
            </a:xfrm>
            <a:custGeom>
              <a:avLst/>
              <a:gdLst>
                <a:gd name="T0" fmla="*/ 0 w 158"/>
                <a:gd name="T1" fmla="*/ 1 h 158"/>
                <a:gd name="T2" fmla="*/ 0 w 158"/>
                <a:gd name="T3" fmla="*/ 1 h 158"/>
                <a:gd name="T4" fmla="*/ 0 w 158"/>
                <a:gd name="T5" fmla="*/ 1 h 158"/>
                <a:gd name="T6" fmla="*/ 0 w 158"/>
                <a:gd name="T7" fmla="*/ 1 h 158"/>
                <a:gd name="T8" fmla="*/ 0 w 158"/>
                <a:gd name="T9" fmla="*/ 1 h 158"/>
                <a:gd name="T10" fmla="*/ 0 w 158"/>
                <a:gd name="T11" fmla="*/ 1 h 158"/>
                <a:gd name="T12" fmla="*/ 0 w 158"/>
                <a:gd name="T13" fmla="*/ 1 h 158"/>
                <a:gd name="T14" fmla="*/ 0 w 158"/>
                <a:gd name="T15" fmla="*/ 1 h 158"/>
                <a:gd name="T16" fmla="*/ 0 w 158"/>
                <a:gd name="T17" fmla="*/ 1 h 158"/>
                <a:gd name="T18" fmla="*/ 0 w 158"/>
                <a:gd name="T19" fmla="*/ 1 h 158"/>
                <a:gd name="T20" fmla="*/ 0 w 158"/>
                <a:gd name="T21" fmla="*/ 1 h 158"/>
                <a:gd name="T22" fmla="*/ 0 w 158"/>
                <a:gd name="T23" fmla="*/ 1 h 158"/>
                <a:gd name="T24" fmla="*/ 0 w 158"/>
                <a:gd name="T25" fmla="*/ 1 h 158"/>
                <a:gd name="T26" fmla="*/ 0 w 158"/>
                <a:gd name="T27" fmla="*/ 1 h 158"/>
                <a:gd name="T28" fmla="*/ 0 w 158"/>
                <a:gd name="T29" fmla="*/ 1 h 158"/>
                <a:gd name="T30" fmla="*/ 0 w 158"/>
                <a:gd name="T31" fmla="*/ 1 h 158"/>
                <a:gd name="T32" fmla="*/ 0 w 158"/>
                <a:gd name="T33" fmla="*/ 1 h 158"/>
                <a:gd name="T34" fmla="*/ 0 w 158"/>
                <a:gd name="T35" fmla="*/ 1 h 158"/>
                <a:gd name="T36" fmla="*/ 0 w 158"/>
                <a:gd name="T37" fmla="*/ 1 h 158"/>
                <a:gd name="T38" fmla="*/ 0 w 158"/>
                <a:gd name="T39" fmla="*/ 1 h 158"/>
                <a:gd name="T40" fmla="*/ 0 w 158"/>
                <a:gd name="T41" fmla="*/ 1 h 158"/>
                <a:gd name="T42" fmla="*/ 0 w 158"/>
                <a:gd name="T43" fmla="*/ 1 h 158"/>
                <a:gd name="T44" fmla="*/ 0 w 158"/>
                <a:gd name="T45" fmla="*/ 1 h 158"/>
                <a:gd name="T46" fmla="*/ 0 w 158"/>
                <a:gd name="T47" fmla="*/ 1 h 158"/>
                <a:gd name="T48" fmla="*/ 0 w 158"/>
                <a:gd name="T49" fmla="*/ 1 h 158"/>
                <a:gd name="T50" fmla="*/ 0 w 158"/>
                <a:gd name="T51" fmla="*/ 1 h 158"/>
                <a:gd name="T52" fmla="*/ 0 w 158"/>
                <a:gd name="T53" fmla="*/ 1 h 158"/>
                <a:gd name="T54" fmla="*/ 0 w 158"/>
                <a:gd name="T55" fmla="*/ 1 h 158"/>
                <a:gd name="T56" fmla="*/ 0 w 158"/>
                <a:gd name="T57" fmla="*/ 1 h 158"/>
                <a:gd name="T58" fmla="*/ 0 w 158"/>
                <a:gd name="T59" fmla="*/ 1 h 158"/>
                <a:gd name="T60" fmla="*/ 0 w 158"/>
                <a:gd name="T61" fmla="*/ 0 h 158"/>
                <a:gd name="T62" fmla="*/ 0 w 158"/>
                <a:gd name="T63" fmla="*/ 0 h 158"/>
                <a:gd name="T64" fmla="*/ 0 w 158"/>
                <a:gd name="T65" fmla="*/ 1 h 158"/>
                <a:gd name="T66" fmla="*/ 0 w 158"/>
                <a:gd name="T67" fmla="*/ 1 h 158"/>
                <a:gd name="T68" fmla="*/ 0 w 158"/>
                <a:gd name="T69" fmla="*/ 1 h 158"/>
                <a:gd name="T70" fmla="*/ 0 w 158"/>
                <a:gd name="T71" fmla="*/ 1 h 158"/>
                <a:gd name="T72" fmla="*/ 0 w 158"/>
                <a:gd name="T73" fmla="*/ 1 h 158"/>
                <a:gd name="T74" fmla="*/ 0 w 158"/>
                <a:gd name="T75" fmla="*/ 1 h 158"/>
                <a:gd name="T76" fmla="*/ 0 w 158"/>
                <a:gd name="T77" fmla="*/ 1 h 158"/>
                <a:gd name="T78" fmla="*/ 0 w 158"/>
                <a:gd name="T79" fmla="*/ 1 h 158"/>
                <a:gd name="T80" fmla="*/ 0 w 158"/>
                <a:gd name="T81" fmla="*/ 1 h 1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8"/>
                <a:gd name="T124" fmla="*/ 0 h 158"/>
                <a:gd name="T125" fmla="*/ 158 w 158"/>
                <a:gd name="T126" fmla="*/ 158 h 1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60" name="Freeform 51">
              <a:extLst>
                <a:ext uri="{FF2B5EF4-FFF2-40B4-BE49-F238E27FC236}">
                  <a16:creationId xmlns:a16="http://schemas.microsoft.com/office/drawing/2014/main" id="{1A375AF1-D46F-4D05-97B5-F59A070D9D3D}"/>
                </a:ext>
              </a:extLst>
            </p:cNvPr>
            <p:cNvSpPr>
              <a:spLocks/>
            </p:cNvSpPr>
            <p:nvPr/>
          </p:nvSpPr>
          <p:spPr bwMode="auto">
            <a:xfrm>
              <a:off x="1232" y="2211"/>
              <a:ext cx="133" cy="166"/>
            </a:xfrm>
            <a:custGeom>
              <a:avLst/>
              <a:gdLst>
                <a:gd name="T0" fmla="*/ 0 w 399"/>
                <a:gd name="T1" fmla="*/ 1 h 331"/>
                <a:gd name="T2" fmla="*/ 0 w 399"/>
                <a:gd name="T3" fmla="*/ 1 h 331"/>
                <a:gd name="T4" fmla="*/ 0 w 399"/>
                <a:gd name="T5" fmla="*/ 1 h 331"/>
                <a:gd name="T6" fmla="*/ 0 w 399"/>
                <a:gd name="T7" fmla="*/ 1 h 331"/>
                <a:gd name="T8" fmla="*/ 0 w 399"/>
                <a:gd name="T9" fmla="*/ 1 h 331"/>
                <a:gd name="T10" fmla="*/ 0 w 399"/>
                <a:gd name="T11" fmla="*/ 1 h 331"/>
                <a:gd name="T12" fmla="*/ 0 w 399"/>
                <a:gd name="T13" fmla="*/ 1 h 331"/>
                <a:gd name="T14" fmla="*/ 0 w 399"/>
                <a:gd name="T15" fmla="*/ 1 h 331"/>
                <a:gd name="T16" fmla="*/ 0 w 399"/>
                <a:gd name="T17" fmla="*/ 1 h 331"/>
                <a:gd name="T18" fmla="*/ 0 w 399"/>
                <a:gd name="T19" fmla="*/ 1 h 331"/>
                <a:gd name="T20" fmla="*/ 0 w 399"/>
                <a:gd name="T21" fmla="*/ 1 h 331"/>
                <a:gd name="T22" fmla="*/ 0 w 399"/>
                <a:gd name="T23" fmla="*/ 1 h 331"/>
                <a:gd name="T24" fmla="*/ 0 w 399"/>
                <a:gd name="T25" fmla="*/ 1 h 331"/>
                <a:gd name="T26" fmla="*/ 0 w 399"/>
                <a:gd name="T27" fmla="*/ 1 h 331"/>
                <a:gd name="T28" fmla="*/ 0 w 399"/>
                <a:gd name="T29" fmla="*/ 1 h 331"/>
                <a:gd name="T30" fmla="*/ 0 w 399"/>
                <a:gd name="T31" fmla="*/ 1 h 331"/>
                <a:gd name="T32" fmla="*/ 0 w 399"/>
                <a:gd name="T33" fmla="*/ 1 h 331"/>
                <a:gd name="T34" fmla="*/ 0 w 399"/>
                <a:gd name="T35" fmla="*/ 1 h 331"/>
                <a:gd name="T36" fmla="*/ 0 w 399"/>
                <a:gd name="T37" fmla="*/ 1 h 331"/>
                <a:gd name="T38" fmla="*/ 0 w 399"/>
                <a:gd name="T39" fmla="*/ 1 h 331"/>
                <a:gd name="T40" fmla="*/ 0 w 399"/>
                <a:gd name="T41" fmla="*/ 1 h 331"/>
                <a:gd name="T42" fmla="*/ 0 w 399"/>
                <a:gd name="T43" fmla="*/ 1 h 331"/>
                <a:gd name="T44" fmla="*/ 0 w 399"/>
                <a:gd name="T45" fmla="*/ 1 h 331"/>
                <a:gd name="T46" fmla="*/ 0 w 399"/>
                <a:gd name="T47" fmla="*/ 1 h 331"/>
                <a:gd name="T48" fmla="*/ 0 w 399"/>
                <a:gd name="T49" fmla="*/ 1 h 331"/>
                <a:gd name="T50" fmla="*/ 0 w 399"/>
                <a:gd name="T51" fmla="*/ 1 h 331"/>
                <a:gd name="T52" fmla="*/ 0 w 399"/>
                <a:gd name="T53" fmla="*/ 1 h 331"/>
                <a:gd name="T54" fmla="*/ 0 w 399"/>
                <a:gd name="T55" fmla="*/ 1 h 331"/>
                <a:gd name="T56" fmla="*/ 0 w 399"/>
                <a:gd name="T57" fmla="*/ 1 h 331"/>
                <a:gd name="T58" fmla="*/ 0 w 399"/>
                <a:gd name="T59" fmla="*/ 1 h 331"/>
                <a:gd name="T60" fmla="*/ 0 w 399"/>
                <a:gd name="T61" fmla="*/ 1 h 331"/>
                <a:gd name="T62" fmla="*/ 0 w 399"/>
                <a:gd name="T63" fmla="*/ 1 h 331"/>
                <a:gd name="T64" fmla="*/ 0 w 399"/>
                <a:gd name="T65" fmla="*/ 1 h 331"/>
                <a:gd name="T66" fmla="*/ 0 w 399"/>
                <a:gd name="T67" fmla="*/ 1 h 331"/>
                <a:gd name="T68" fmla="*/ 0 w 399"/>
                <a:gd name="T69" fmla="*/ 1 h 331"/>
                <a:gd name="T70" fmla="*/ 0 w 399"/>
                <a:gd name="T71" fmla="*/ 1 h 331"/>
                <a:gd name="T72" fmla="*/ 0 w 399"/>
                <a:gd name="T73" fmla="*/ 1 h 331"/>
                <a:gd name="T74" fmla="*/ 0 w 399"/>
                <a:gd name="T75" fmla="*/ 1 h 331"/>
                <a:gd name="T76" fmla="*/ 0 w 399"/>
                <a:gd name="T77" fmla="*/ 1 h 331"/>
                <a:gd name="T78" fmla="*/ 0 w 399"/>
                <a:gd name="T79" fmla="*/ 1 h 331"/>
                <a:gd name="T80" fmla="*/ 0 w 399"/>
                <a:gd name="T81" fmla="*/ 0 h 331"/>
                <a:gd name="T82" fmla="*/ 0 w 399"/>
                <a:gd name="T83" fmla="*/ 1 h 331"/>
                <a:gd name="T84" fmla="*/ 0 w 399"/>
                <a:gd name="T85" fmla="*/ 1 h 331"/>
                <a:gd name="T86" fmla="*/ 0 w 399"/>
                <a:gd name="T87" fmla="*/ 1 h 33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1"/>
                <a:gd name="T134" fmla="*/ 399 w 399"/>
                <a:gd name="T135" fmla="*/ 331 h 33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61" name="Freeform 52">
              <a:extLst>
                <a:ext uri="{FF2B5EF4-FFF2-40B4-BE49-F238E27FC236}">
                  <a16:creationId xmlns:a16="http://schemas.microsoft.com/office/drawing/2014/main" id="{83237990-2C64-41FC-93AA-EB4D1BB39648}"/>
                </a:ext>
              </a:extLst>
            </p:cNvPr>
            <p:cNvSpPr>
              <a:spLocks/>
            </p:cNvSpPr>
            <p:nvPr/>
          </p:nvSpPr>
          <p:spPr bwMode="auto">
            <a:xfrm>
              <a:off x="1419" y="2206"/>
              <a:ext cx="116" cy="110"/>
            </a:xfrm>
            <a:custGeom>
              <a:avLst/>
              <a:gdLst>
                <a:gd name="T0" fmla="*/ 0 w 350"/>
                <a:gd name="T1" fmla="*/ 0 h 221"/>
                <a:gd name="T2" fmla="*/ 0 w 350"/>
                <a:gd name="T3" fmla="*/ 0 h 221"/>
                <a:gd name="T4" fmla="*/ 0 w 350"/>
                <a:gd name="T5" fmla="*/ 0 h 221"/>
                <a:gd name="T6" fmla="*/ 0 w 350"/>
                <a:gd name="T7" fmla="*/ 0 h 221"/>
                <a:gd name="T8" fmla="*/ 0 w 350"/>
                <a:gd name="T9" fmla="*/ 0 h 221"/>
                <a:gd name="T10" fmla="*/ 0 w 350"/>
                <a:gd name="T11" fmla="*/ 0 h 221"/>
                <a:gd name="T12" fmla="*/ 0 w 350"/>
                <a:gd name="T13" fmla="*/ 0 h 221"/>
                <a:gd name="T14" fmla="*/ 0 w 350"/>
                <a:gd name="T15" fmla="*/ 0 h 221"/>
                <a:gd name="T16" fmla="*/ 0 w 350"/>
                <a:gd name="T17" fmla="*/ 0 h 221"/>
                <a:gd name="T18" fmla="*/ 0 w 350"/>
                <a:gd name="T19" fmla="*/ 0 h 221"/>
                <a:gd name="T20" fmla="*/ 0 w 350"/>
                <a:gd name="T21" fmla="*/ 0 h 221"/>
                <a:gd name="T22" fmla="*/ 0 w 350"/>
                <a:gd name="T23" fmla="*/ 0 h 221"/>
                <a:gd name="T24" fmla="*/ 0 w 350"/>
                <a:gd name="T25" fmla="*/ 0 h 221"/>
                <a:gd name="T26" fmla="*/ 0 w 350"/>
                <a:gd name="T27" fmla="*/ 0 h 221"/>
                <a:gd name="T28" fmla="*/ 0 w 350"/>
                <a:gd name="T29" fmla="*/ 0 h 221"/>
                <a:gd name="T30" fmla="*/ 0 w 350"/>
                <a:gd name="T31" fmla="*/ 0 h 221"/>
                <a:gd name="T32" fmla="*/ 0 w 350"/>
                <a:gd name="T33" fmla="*/ 0 h 221"/>
                <a:gd name="T34" fmla="*/ 0 w 350"/>
                <a:gd name="T35" fmla="*/ 0 h 221"/>
                <a:gd name="T36" fmla="*/ 0 w 350"/>
                <a:gd name="T37" fmla="*/ 0 h 221"/>
                <a:gd name="T38" fmla="*/ 0 w 350"/>
                <a:gd name="T39" fmla="*/ 0 h 221"/>
                <a:gd name="T40" fmla="*/ 0 w 350"/>
                <a:gd name="T41" fmla="*/ 0 h 221"/>
                <a:gd name="T42" fmla="*/ 0 w 350"/>
                <a:gd name="T43" fmla="*/ 0 h 221"/>
                <a:gd name="T44" fmla="*/ 0 w 350"/>
                <a:gd name="T45" fmla="*/ 0 h 221"/>
                <a:gd name="T46" fmla="*/ 0 w 350"/>
                <a:gd name="T47" fmla="*/ 0 h 221"/>
                <a:gd name="T48" fmla="*/ 0 w 350"/>
                <a:gd name="T49" fmla="*/ 0 h 221"/>
                <a:gd name="T50" fmla="*/ 0 w 350"/>
                <a:gd name="T51" fmla="*/ 0 h 221"/>
                <a:gd name="T52" fmla="*/ 0 w 350"/>
                <a:gd name="T53" fmla="*/ 0 h 221"/>
                <a:gd name="T54" fmla="*/ 0 w 350"/>
                <a:gd name="T55" fmla="*/ 0 h 221"/>
                <a:gd name="T56" fmla="*/ 0 w 350"/>
                <a:gd name="T57" fmla="*/ 0 h 221"/>
                <a:gd name="T58" fmla="*/ 0 w 350"/>
                <a:gd name="T59" fmla="*/ 0 h 221"/>
                <a:gd name="T60" fmla="*/ 0 w 350"/>
                <a:gd name="T61" fmla="*/ 0 h 221"/>
                <a:gd name="T62" fmla="*/ 0 w 350"/>
                <a:gd name="T63" fmla="*/ 0 h 221"/>
                <a:gd name="T64" fmla="*/ 0 w 350"/>
                <a:gd name="T65" fmla="*/ 0 h 221"/>
                <a:gd name="T66" fmla="*/ 0 w 350"/>
                <a:gd name="T67" fmla="*/ 0 h 221"/>
                <a:gd name="T68" fmla="*/ 0 w 350"/>
                <a:gd name="T69" fmla="*/ 0 h 221"/>
                <a:gd name="T70" fmla="*/ 0 w 350"/>
                <a:gd name="T71" fmla="*/ 0 h 221"/>
                <a:gd name="T72" fmla="*/ 0 w 350"/>
                <a:gd name="T73" fmla="*/ 0 h 221"/>
                <a:gd name="T74" fmla="*/ 0 w 350"/>
                <a:gd name="T75" fmla="*/ 0 h 221"/>
                <a:gd name="T76" fmla="*/ 0 w 350"/>
                <a:gd name="T77" fmla="*/ 0 h 221"/>
                <a:gd name="T78" fmla="*/ 0 w 350"/>
                <a:gd name="T79" fmla="*/ 0 h 221"/>
                <a:gd name="T80" fmla="*/ 0 w 350"/>
                <a:gd name="T81" fmla="*/ 0 h 221"/>
                <a:gd name="T82" fmla="*/ 0 w 350"/>
                <a:gd name="T83" fmla="*/ 0 h 221"/>
                <a:gd name="T84" fmla="*/ 0 w 350"/>
                <a:gd name="T85" fmla="*/ 0 h 221"/>
                <a:gd name="T86" fmla="*/ 0 w 350"/>
                <a:gd name="T87" fmla="*/ 0 h 221"/>
                <a:gd name="T88" fmla="*/ 0 w 350"/>
                <a:gd name="T89" fmla="*/ 0 h 221"/>
                <a:gd name="T90" fmla="*/ 0 w 350"/>
                <a:gd name="T91" fmla="*/ 0 h 221"/>
                <a:gd name="T92" fmla="*/ 0 w 350"/>
                <a:gd name="T93" fmla="*/ 0 h 221"/>
                <a:gd name="T94" fmla="*/ 0 w 350"/>
                <a:gd name="T95" fmla="*/ 0 h 221"/>
                <a:gd name="T96" fmla="*/ 0 w 350"/>
                <a:gd name="T97" fmla="*/ 0 h 221"/>
                <a:gd name="T98" fmla="*/ 0 w 350"/>
                <a:gd name="T99" fmla="*/ 0 h 221"/>
                <a:gd name="T100" fmla="*/ 0 w 350"/>
                <a:gd name="T101" fmla="*/ 0 h 221"/>
                <a:gd name="T102" fmla="*/ 0 w 350"/>
                <a:gd name="T103" fmla="*/ 0 h 221"/>
                <a:gd name="T104" fmla="*/ 0 w 350"/>
                <a:gd name="T105" fmla="*/ 0 h 221"/>
                <a:gd name="T106" fmla="*/ 0 w 350"/>
                <a:gd name="T107" fmla="*/ 0 h 221"/>
                <a:gd name="T108" fmla="*/ 0 w 350"/>
                <a:gd name="T109" fmla="*/ 0 h 221"/>
                <a:gd name="T110" fmla="*/ 0 w 350"/>
                <a:gd name="T111" fmla="*/ 0 h 221"/>
                <a:gd name="T112" fmla="*/ 0 w 350"/>
                <a:gd name="T113" fmla="*/ 0 h 221"/>
                <a:gd name="T114" fmla="*/ 0 w 350"/>
                <a:gd name="T115" fmla="*/ 0 h 221"/>
                <a:gd name="T116" fmla="*/ 0 w 350"/>
                <a:gd name="T117" fmla="*/ 0 h 221"/>
                <a:gd name="T118" fmla="*/ 0 w 350"/>
                <a:gd name="T119" fmla="*/ 0 h 221"/>
                <a:gd name="T120" fmla="*/ 0 w 350"/>
                <a:gd name="T121" fmla="*/ 0 h 2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50"/>
                <a:gd name="T184" fmla="*/ 0 h 221"/>
                <a:gd name="T185" fmla="*/ 350 w 350"/>
                <a:gd name="T186" fmla="*/ 221 h 22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62" name="Freeform 53">
              <a:extLst>
                <a:ext uri="{FF2B5EF4-FFF2-40B4-BE49-F238E27FC236}">
                  <a16:creationId xmlns:a16="http://schemas.microsoft.com/office/drawing/2014/main" id="{7727F196-3062-4C57-82EE-1A6F269307AA}"/>
                </a:ext>
              </a:extLst>
            </p:cNvPr>
            <p:cNvSpPr>
              <a:spLocks/>
            </p:cNvSpPr>
            <p:nvPr/>
          </p:nvSpPr>
          <p:spPr bwMode="auto">
            <a:xfrm>
              <a:off x="1181" y="2256"/>
              <a:ext cx="48" cy="105"/>
            </a:xfrm>
            <a:custGeom>
              <a:avLst/>
              <a:gdLst>
                <a:gd name="T0" fmla="*/ 0 w 142"/>
                <a:gd name="T1" fmla="*/ 1 h 208"/>
                <a:gd name="T2" fmla="*/ 0 w 142"/>
                <a:gd name="T3" fmla="*/ 1 h 208"/>
                <a:gd name="T4" fmla="*/ 0 w 142"/>
                <a:gd name="T5" fmla="*/ 1 h 208"/>
                <a:gd name="T6" fmla="*/ 0 w 142"/>
                <a:gd name="T7" fmla="*/ 1 h 208"/>
                <a:gd name="T8" fmla="*/ 0 w 142"/>
                <a:gd name="T9" fmla="*/ 1 h 208"/>
                <a:gd name="T10" fmla="*/ 0 w 142"/>
                <a:gd name="T11" fmla="*/ 1 h 208"/>
                <a:gd name="T12" fmla="*/ 0 w 142"/>
                <a:gd name="T13" fmla="*/ 1 h 208"/>
                <a:gd name="T14" fmla="*/ 0 w 142"/>
                <a:gd name="T15" fmla="*/ 1 h 208"/>
                <a:gd name="T16" fmla="*/ 0 w 142"/>
                <a:gd name="T17" fmla="*/ 1 h 208"/>
                <a:gd name="T18" fmla="*/ 0 w 142"/>
                <a:gd name="T19" fmla="*/ 1 h 208"/>
                <a:gd name="T20" fmla="*/ 0 w 142"/>
                <a:gd name="T21" fmla="*/ 1 h 208"/>
                <a:gd name="T22" fmla="*/ 0 w 142"/>
                <a:gd name="T23" fmla="*/ 1 h 208"/>
                <a:gd name="T24" fmla="*/ 0 w 142"/>
                <a:gd name="T25" fmla="*/ 1 h 208"/>
                <a:gd name="T26" fmla="*/ 0 w 142"/>
                <a:gd name="T27" fmla="*/ 1 h 208"/>
                <a:gd name="T28" fmla="*/ 0 w 142"/>
                <a:gd name="T29" fmla="*/ 1 h 208"/>
                <a:gd name="T30" fmla="*/ 0 w 142"/>
                <a:gd name="T31" fmla="*/ 1 h 208"/>
                <a:gd name="T32" fmla="*/ 0 w 142"/>
                <a:gd name="T33" fmla="*/ 1 h 208"/>
                <a:gd name="T34" fmla="*/ 0 w 142"/>
                <a:gd name="T35" fmla="*/ 1 h 208"/>
                <a:gd name="T36" fmla="*/ 0 w 142"/>
                <a:gd name="T37" fmla="*/ 1 h 208"/>
                <a:gd name="T38" fmla="*/ 0 w 142"/>
                <a:gd name="T39" fmla="*/ 1 h 208"/>
                <a:gd name="T40" fmla="*/ 0 w 142"/>
                <a:gd name="T41" fmla="*/ 1 h 208"/>
                <a:gd name="T42" fmla="*/ 0 w 142"/>
                <a:gd name="T43" fmla="*/ 1 h 208"/>
                <a:gd name="T44" fmla="*/ 0 w 142"/>
                <a:gd name="T45" fmla="*/ 1 h 208"/>
                <a:gd name="T46" fmla="*/ 0 w 142"/>
                <a:gd name="T47" fmla="*/ 1 h 208"/>
                <a:gd name="T48" fmla="*/ 0 w 142"/>
                <a:gd name="T49" fmla="*/ 1 h 208"/>
                <a:gd name="T50" fmla="*/ 0 w 142"/>
                <a:gd name="T51" fmla="*/ 1 h 208"/>
                <a:gd name="T52" fmla="*/ 0 w 142"/>
                <a:gd name="T53" fmla="*/ 1 h 208"/>
                <a:gd name="T54" fmla="*/ 0 w 142"/>
                <a:gd name="T55" fmla="*/ 1 h 208"/>
                <a:gd name="T56" fmla="*/ 0 w 142"/>
                <a:gd name="T57" fmla="*/ 1 h 208"/>
                <a:gd name="T58" fmla="*/ 0 w 142"/>
                <a:gd name="T59" fmla="*/ 1 h 208"/>
                <a:gd name="T60" fmla="*/ 0 w 142"/>
                <a:gd name="T61" fmla="*/ 1 h 208"/>
                <a:gd name="T62" fmla="*/ 0 w 142"/>
                <a:gd name="T63" fmla="*/ 1 h 208"/>
                <a:gd name="T64" fmla="*/ 0 w 142"/>
                <a:gd name="T65" fmla="*/ 1 h 208"/>
                <a:gd name="T66" fmla="*/ 0 w 142"/>
                <a:gd name="T67" fmla="*/ 0 h 208"/>
                <a:gd name="T68" fmla="*/ 0 w 142"/>
                <a:gd name="T69" fmla="*/ 1 h 208"/>
                <a:gd name="T70" fmla="*/ 0 w 142"/>
                <a:gd name="T71" fmla="*/ 1 h 208"/>
                <a:gd name="T72" fmla="*/ 0 w 142"/>
                <a:gd name="T73" fmla="*/ 1 h 208"/>
                <a:gd name="T74" fmla="*/ 0 w 142"/>
                <a:gd name="T75" fmla="*/ 1 h 208"/>
                <a:gd name="T76" fmla="*/ 0 w 142"/>
                <a:gd name="T77" fmla="*/ 1 h 208"/>
                <a:gd name="T78" fmla="*/ 0 w 142"/>
                <a:gd name="T79" fmla="*/ 1 h 208"/>
                <a:gd name="T80" fmla="*/ 0 w 142"/>
                <a:gd name="T81" fmla="*/ 1 h 20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8"/>
                <a:gd name="T125" fmla="*/ 142 w 142"/>
                <a:gd name="T126" fmla="*/ 208 h 20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63" name="Freeform 54">
              <a:extLst>
                <a:ext uri="{FF2B5EF4-FFF2-40B4-BE49-F238E27FC236}">
                  <a16:creationId xmlns:a16="http://schemas.microsoft.com/office/drawing/2014/main" id="{AC64130D-5305-44DB-AAA0-A5DC7851C15D}"/>
                </a:ext>
              </a:extLst>
            </p:cNvPr>
            <p:cNvSpPr>
              <a:spLocks/>
            </p:cNvSpPr>
            <p:nvPr/>
          </p:nvSpPr>
          <p:spPr bwMode="auto">
            <a:xfrm>
              <a:off x="1515" y="2198"/>
              <a:ext cx="101" cy="136"/>
            </a:xfrm>
            <a:custGeom>
              <a:avLst/>
              <a:gdLst>
                <a:gd name="T0" fmla="*/ 0 w 304"/>
                <a:gd name="T1" fmla="*/ 1 h 272"/>
                <a:gd name="T2" fmla="*/ 0 w 304"/>
                <a:gd name="T3" fmla="*/ 1 h 272"/>
                <a:gd name="T4" fmla="*/ 0 w 304"/>
                <a:gd name="T5" fmla="*/ 1 h 272"/>
                <a:gd name="T6" fmla="*/ 0 w 304"/>
                <a:gd name="T7" fmla="*/ 1 h 272"/>
                <a:gd name="T8" fmla="*/ 0 w 304"/>
                <a:gd name="T9" fmla="*/ 1 h 272"/>
                <a:gd name="T10" fmla="*/ 0 w 304"/>
                <a:gd name="T11" fmla="*/ 1 h 272"/>
                <a:gd name="T12" fmla="*/ 0 w 304"/>
                <a:gd name="T13" fmla="*/ 1 h 272"/>
                <a:gd name="T14" fmla="*/ 0 w 304"/>
                <a:gd name="T15" fmla="*/ 1 h 272"/>
                <a:gd name="T16" fmla="*/ 0 w 304"/>
                <a:gd name="T17" fmla="*/ 1 h 272"/>
                <a:gd name="T18" fmla="*/ 0 w 304"/>
                <a:gd name="T19" fmla="*/ 1 h 272"/>
                <a:gd name="T20" fmla="*/ 0 w 304"/>
                <a:gd name="T21" fmla="*/ 1 h 272"/>
                <a:gd name="T22" fmla="*/ 0 w 304"/>
                <a:gd name="T23" fmla="*/ 1 h 272"/>
                <a:gd name="T24" fmla="*/ 0 w 304"/>
                <a:gd name="T25" fmla="*/ 1 h 272"/>
                <a:gd name="T26" fmla="*/ 0 w 304"/>
                <a:gd name="T27" fmla="*/ 1 h 272"/>
                <a:gd name="T28" fmla="*/ 0 w 304"/>
                <a:gd name="T29" fmla="*/ 1 h 272"/>
                <a:gd name="T30" fmla="*/ 0 w 304"/>
                <a:gd name="T31" fmla="*/ 1 h 272"/>
                <a:gd name="T32" fmla="*/ 0 w 304"/>
                <a:gd name="T33" fmla="*/ 1 h 272"/>
                <a:gd name="T34" fmla="*/ 0 w 304"/>
                <a:gd name="T35" fmla="*/ 1 h 272"/>
                <a:gd name="T36" fmla="*/ 0 w 304"/>
                <a:gd name="T37" fmla="*/ 1 h 272"/>
                <a:gd name="T38" fmla="*/ 0 w 304"/>
                <a:gd name="T39" fmla="*/ 1 h 272"/>
                <a:gd name="T40" fmla="*/ 0 w 304"/>
                <a:gd name="T41" fmla="*/ 1 h 272"/>
                <a:gd name="T42" fmla="*/ 0 w 304"/>
                <a:gd name="T43" fmla="*/ 1 h 272"/>
                <a:gd name="T44" fmla="*/ 0 w 304"/>
                <a:gd name="T45" fmla="*/ 1 h 272"/>
                <a:gd name="T46" fmla="*/ 0 w 304"/>
                <a:gd name="T47" fmla="*/ 1 h 272"/>
                <a:gd name="T48" fmla="*/ 0 w 304"/>
                <a:gd name="T49" fmla="*/ 1 h 272"/>
                <a:gd name="T50" fmla="*/ 0 w 304"/>
                <a:gd name="T51" fmla="*/ 1 h 272"/>
                <a:gd name="T52" fmla="*/ 0 w 304"/>
                <a:gd name="T53" fmla="*/ 1 h 272"/>
                <a:gd name="T54" fmla="*/ 0 w 304"/>
                <a:gd name="T55" fmla="*/ 1 h 272"/>
                <a:gd name="T56" fmla="*/ 0 w 304"/>
                <a:gd name="T57" fmla="*/ 1 h 272"/>
                <a:gd name="T58" fmla="*/ 0 w 304"/>
                <a:gd name="T59" fmla="*/ 1 h 272"/>
                <a:gd name="T60" fmla="*/ 0 w 304"/>
                <a:gd name="T61" fmla="*/ 1 h 272"/>
                <a:gd name="T62" fmla="*/ 0 w 304"/>
                <a:gd name="T63" fmla="*/ 1 h 272"/>
                <a:gd name="T64" fmla="*/ 0 w 304"/>
                <a:gd name="T65" fmla="*/ 1 h 272"/>
                <a:gd name="T66" fmla="*/ 0 w 304"/>
                <a:gd name="T67" fmla="*/ 1 h 272"/>
                <a:gd name="T68" fmla="*/ 0 w 304"/>
                <a:gd name="T69" fmla="*/ 1 h 272"/>
                <a:gd name="T70" fmla="*/ 0 w 304"/>
                <a:gd name="T71" fmla="*/ 1 h 272"/>
                <a:gd name="T72" fmla="*/ 0 w 304"/>
                <a:gd name="T73" fmla="*/ 1 h 272"/>
                <a:gd name="T74" fmla="*/ 0 w 304"/>
                <a:gd name="T75" fmla="*/ 1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4"/>
                <a:gd name="T115" fmla="*/ 0 h 272"/>
                <a:gd name="T116" fmla="*/ 304 w 304"/>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64" name="Freeform 55">
              <a:extLst>
                <a:ext uri="{FF2B5EF4-FFF2-40B4-BE49-F238E27FC236}">
                  <a16:creationId xmlns:a16="http://schemas.microsoft.com/office/drawing/2014/main" id="{E94BB925-2907-4FC6-921C-5FC5EB8B6751}"/>
                </a:ext>
              </a:extLst>
            </p:cNvPr>
            <p:cNvSpPr>
              <a:spLocks/>
            </p:cNvSpPr>
            <p:nvPr/>
          </p:nvSpPr>
          <p:spPr bwMode="auto">
            <a:xfrm>
              <a:off x="1403" y="2357"/>
              <a:ext cx="34" cy="82"/>
            </a:xfrm>
            <a:custGeom>
              <a:avLst/>
              <a:gdLst>
                <a:gd name="T0" fmla="*/ 0 w 103"/>
                <a:gd name="T1" fmla="*/ 1 h 164"/>
                <a:gd name="T2" fmla="*/ 0 w 103"/>
                <a:gd name="T3" fmla="*/ 1 h 164"/>
                <a:gd name="T4" fmla="*/ 0 w 103"/>
                <a:gd name="T5" fmla="*/ 1 h 164"/>
                <a:gd name="T6" fmla="*/ 0 w 103"/>
                <a:gd name="T7" fmla="*/ 1 h 164"/>
                <a:gd name="T8" fmla="*/ 0 w 103"/>
                <a:gd name="T9" fmla="*/ 0 h 164"/>
                <a:gd name="T10" fmla="*/ 0 w 103"/>
                <a:gd name="T11" fmla="*/ 1 h 164"/>
                <a:gd name="T12" fmla="*/ 0 w 103"/>
                <a:gd name="T13" fmla="*/ 1 h 164"/>
                <a:gd name="T14" fmla="*/ 0 w 103"/>
                <a:gd name="T15" fmla="*/ 1 h 164"/>
                <a:gd name="T16" fmla="*/ 0 w 103"/>
                <a:gd name="T17" fmla="*/ 1 h 164"/>
                <a:gd name="T18" fmla="*/ 0 w 103"/>
                <a:gd name="T19" fmla="*/ 1 h 164"/>
                <a:gd name="T20" fmla="*/ 0 w 103"/>
                <a:gd name="T21" fmla="*/ 1 h 164"/>
                <a:gd name="T22" fmla="*/ 0 w 103"/>
                <a:gd name="T23" fmla="*/ 1 h 164"/>
                <a:gd name="T24" fmla="*/ 0 w 103"/>
                <a:gd name="T25" fmla="*/ 1 h 164"/>
                <a:gd name="T26" fmla="*/ 0 w 103"/>
                <a:gd name="T27" fmla="*/ 1 h 164"/>
                <a:gd name="T28" fmla="*/ 0 w 103"/>
                <a:gd name="T29" fmla="*/ 1 h 164"/>
                <a:gd name="T30" fmla="*/ 0 w 103"/>
                <a:gd name="T31" fmla="*/ 1 h 164"/>
                <a:gd name="T32" fmla="*/ 0 w 103"/>
                <a:gd name="T33" fmla="*/ 1 h 164"/>
                <a:gd name="T34" fmla="*/ 0 w 103"/>
                <a:gd name="T35" fmla="*/ 1 h 164"/>
                <a:gd name="T36" fmla="*/ 0 w 103"/>
                <a:gd name="T37" fmla="*/ 1 h 164"/>
                <a:gd name="T38" fmla="*/ 0 w 103"/>
                <a:gd name="T39" fmla="*/ 1 h 164"/>
                <a:gd name="T40" fmla="*/ 0 w 103"/>
                <a:gd name="T41" fmla="*/ 1 h 164"/>
                <a:gd name="T42" fmla="*/ 0 w 103"/>
                <a:gd name="T43" fmla="*/ 1 h 164"/>
                <a:gd name="T44" fmla="*/ 0 w 103"/>
                <a:gd name="T45" fmla="*/ 1 h 164"/>
                <a:gd name="T46" fmla="*/ 0 w 103"/>
                <a:gd name="T47" fmla="*/ 1 h 164"/>
                <a:gd name="T48" fmla="*/ 0 w 103"/>
                <a:gd name="T49" fmla="*/ 1 h 1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164"/>
                <a:gd name="T77" fmla="*/ 103 w 103"/>
                <a:gd name="T78" fmla="*/ 164 h 1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65" name="Freeform 56">
              <a:extLst>
                <a:ext uri="{FF2B5EF4-FFF2-40B4-BE49-F238E27FC236}">
                  <a16:creationId xmlns:a16="http://schemas.microsoft.com/office/drawing/2014/main" id="{8315DA75-F7E3-4FFD-ADC7-B66E00B81699}"/>
                </a:ext>
              </a:extLst>
            </p:cNvPr>
            <p:cNvSpPr>
              <a:spLocks/>
            </p:cNvSpPr>
            <p:nvPr/>
          </p:nvSpPr>
          <p:spPr bwMode="auto">
            <a:xfrm>
              <a:off x="1388" y="2313"/>
              <a:ext cx="18" cy="42"/>
            </a:xfrm>
            <a:custGeom>
              <a:avLst/>
              <a:gdLst>
                <a:gd name="T0" fmla="*/ 0 w 54"/>
                <a:gd name="T1" fmla="*/ 1 h 82"/>
                <a:gd name="T2" fmla="*/ 0 w 54"/>
                <a:gd name="T3" fmla="*/ 1 h 82"/>
                <a:gd name="T4" fmla="*/ 0 w 54"/>
                <a:gd name="T5" fmla="*/ 1 h 82"/>
                <a:gd name="T6" fmla="*/ 0 w 54"/>
                <a:gd name="T7" fmla="*/ 0 h 82"/>
                <a:gd name="T8" fmla="*/ 0 w 54"/>
                <a:gd name="T9" fmla="*/ 0 h 82"/>
                <a:gd name="T10" fmla="*/ 0 w 54"/>
                <a:gd name="T11" fmla="*/ 1 h 82"/>
                <a:gd name="T12" fmla="*/ 0 w 54"/>
                <a:gd name="T13" fmla="*/ 1 h 82"/>
                <a:gd name="T14" fmla="*/ 0 w 54"/>
                <a:gd name="T15" fmla="*/ 1 h 82"/>
                <a:gd name="T16" fmla="*/ 0 w 54"/>
                <a:gd name="T17" fmla="*/ 1 h 82"/>
                <a:gd name="T18" fmla="*/ 0 w 54"/>
                <a:gd name="T19" fmla="*/ 1 h 82"/>
                <a:gd name="T20" fmla="*/ 0 w 54"/>
                <a:gd name="T21" fmla="*/ 1 h 82"/>
                <a:gd name="T22" fmla="*/ 0 w 54"/>
                <a:gd name="T23" fmla="*/ 1 h 82"/>
                <a:gd name="T24" fmla="*/ 0 w 54"/>
                <a:gd name="T25" fmla="*/ 1 h 82"/>
                <a:gd name="T26" fmla="*/ 0 w 54"/>
                <a:gd name="T27" fmla="*/ 1 h 82"/>
                <a:gd name="T28" fmla="*/ 0 w 54"/>
                <a:gd name="T29" fmla="*/ 1 h 82"/>
                <a:gd name="T30" fmla="*/ 0 w 54"/>
                <a:gd name="T31" fmla="*/ 1 h 82"/>
                <a:gd name="T32" fmla="*/ 0 w 54"/>
                <a:gd name="T33" fmla="*/ 1 h 82"/>
                <a:gd name="T34" fmla="*/ 0 w 54"/>
                <a:gd name="T35" fmla="*/ 1 h 82"/>
                <a:gd name="T36" fmla="*/ 0 w 54"/>
                <a:gd name="T37" fmla="*/ 1 h 82"/>
                <a:gd name="T38" fmla="*/ 0 w 54"/>
                <a:gd name="T39" fmla="*/ 1 h 82"/>
                <a:gd name="T40" fmla="*/ 0 w 54"/>
                <a:gd name="T41" fmla="*/ 1 h 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82"/>
                <a:gd name="T65" fmla="*/ 54 w 54"/>
                <a:gd name="T66" fmla="*/ 82 h 8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66" name="Freeform 57">
              <a:extLst>
                <a:ext uri="{FF2B5EF4-FFF2-40B4-BE49-F238E27FC236}">
                  <a16:creationId xmlns:a16="http://schemas.microsoft.com/office/drawing/2014/main" id="{E06F3E7B-F117-4083-9351-503301E521FB}"/>
                </a:ext>
              </a:extLst>
            </p:cNvPr>
            <p:cNvSpPr>
              <a:spLocks/>
            </p:cNvSpPr>
            <p:nvPr/>
          </p:nvSpPr>
          <p:spPr bwMode="auto">
            <a:xfrm>
              <a:off x="1373" y="2283"/>
              <a:ext cx="16" cy="24"/>
            </a:xfrm>
            <a:custGeom>
              <a:avLst/>
              <a:gdLst>
                <a:gd name="T0" fmla="*/ 0 w 46"/>
                <a:gd name="T1" fmla="*/ 1 h 47"/>
                <a:gd name="T2" fmla="*/ 0 w 46"/>
                <a:gd name="T3" fmla="*/ 1 h 47"/>
                <a:gd name="T4" fmla="*/ 0 w 46"/>
                <a:gd name="T5" fmla="*/ 1 h 47"/>
                <a:gd name="T6" fmla="*/ 0 w 46"/>
                <a:gd name="T7" fmla="*/ 1 h 47"/>
                <a:gd name="T8" fmla="*/ 0 w 46"/>
                <a:gd name="T9" fmla="*/ 1 h 47"/>
                <a:gd name="T10" fmla="*/ 0 w 46"/>
                <a:gd name="T11" fmla="*/ 1 h 47"/>
                <a:gd name="T12" fmla="*/ 0 w 46"/>
                <a:gd name="T13" fmla="*/ 1 h 47"/>
                <a:gd name="T14" fmla="*/ 0 w 46"/>
                <a:gd name="T15" fmla="*/ 0 h 47"/>
                <a:gd name="T16" fmla="*/ 0 w 46"/>
                <a:gd name="T17" fmla="*/ 0 h 47"/>
                <a:gd name="T18" fmla="*/ 0 w 46"/>
                <a:gd name="T19" fmla="*/ 1 h 47"/>
                <a:gd name="T20" fmla="*/ 0 w 46"/>
                <a:gd name="T21" fmla="*/ 1 h 47"/>
                <a:gd name="T22" fmla="*/ 0 w 46"/>
                <a:gd name="T23" fmla="*/ 1 h 47"/>
                <a:gd name="T24" fmla="*/ 0 w 46"/>
                <a:gd name="T25" fmla="*/ 1 h 47"/>
                <a:gd name="T26" fmla="*/ 0 w 46"/>
                <a:gd name="T27" fmla="*/ 1 h 47"/>
                <a:gd name="T28" fmla="*/ 0 w 46"/>
                <a:gd name="T29" fmla="*/ 1 h 47"/>
                <a:gd name="T30" fmla="*/ 0 w 46"/>
                <a:gd name="T31" fmla="*/ 1 h 47"/>
                <a:gd name="T32" fmla="*/ 0 w 46"/>
                <a:gd name="T33" fmla="*/ 1 h 47"/>
                <a:gd name="T34" fmla="*/ 0 w 46"/>
                <a:gd name="T35" fmla="*/ 1 h 47"/>
                <a:gd name="T36" fmla="*/ 0 w 46"/>
                <a:gd name="T37" fmla="*/ 1 h 47"/>
                <a:gd name="T38" fmla="*/ 0 w 46"/>
                <a:gd name="T39" fmla="*/ 1 h 47"/>
                <a:gd name="T40" fmla="*/ 0 w 46"/>
                <a:gd name="T41" fmla="*/ 1 h 47"/>
                <a:gd name="T42" fmla="*/ 0 w 46"/>
                <a:gd name="T43" fmla="*/ 1 h 47"/>
                <a:gd name="T44" fmla="*/ 0 w 46"/>
                <a:gd name="T45" fmla="*/ 1 h 47"/>
                <a:gd name="T46" fmla="*/ 0 w 46"/>
                <a:gd name="T47" fmla="*/ 1 h 47"/>
                <a:gd name="T48" fmla="*/ 0 w 46"/>
                <a:gd name="T49" fmla="*/ 1 h 4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6"/>
                <a:gd name="T76" fmla="*/ 0 h 47"/>
                <a:gd name="T77" fmla="*/ 46 w 46"/>
                <a:gd name="T78" fmla="*/ 47 h 4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67" name="Freeform 58">
              <a:extLst>
                <a:ext uri="{FF2B5EF4-FFF2-40B4-BE49-F238E27FC236}">
                  <a16:creationId xmlns:a16="http://schemas.microsoft.com/office/drawing/2014/main" id="{E89417B2-C858-430B-A372-6C0F82FB843A}"/>
                </a:ext>
              </a:extLst>
            </p:cNvPr>
            <p:cNvSpPr>
              <a:spLocks/>
            </p:cNvSpPr>
            <p:nvPr/>
          </p:nvSpPr>
          <p:spPr bwMode="auto">
            <a:xfrm>
              <a:off x="1360" y="2263"/>
              <a:ext cx="21" cy="16"/>
            </a:xfrm>
            <a:custGeom>
              <a:avLst/>
              <a:gdLst>
                <a:gd name="T0" fmla="*/ 0 w 63"/>
                <a:gd name="T1" fmla="*/ 1 h 31"/>
                <a:gd name="T2" fmla="*/ 0 w 63"/>
                <a:gd name="T3" fmla="*/ 1 h 31"/>
                <a:gd name="T4" fmla="*/ 0 w 63"/>
                <a:gd name="T5" fmla="*/ 1 h 31"/>
                <a:gd name="T6" fmla="*/ 0 w 63"/>
                <a:gd name="T7" fmla="*/ 1 h 31"/>
                <a:gd name="T8" fmla="*/ 0 w 63"/>
                <a:gd name="T9" fmla="*/ 1 h 31"/>
                <a:gd name="T10" fmla="*/ 0 w 63"/>
                <a:gd name="T11" fmla="*/ 1 h 31"/>
                <a:gd name="T12" fmla="*/ 0 w 63"/>
                <a:gd name="T13" fmla="*/ 1 h 31"/>
                <a:gd name="T14" fmla="*/ 0 w 63"/>
                <a:gd name="T15" fmla="*/ 0 h 31"/>
                <a:gd name="T16" fmla="*/ 0 w 63"/>
                <a:gd name="T17" fmla="*/ 0 h 31"/>
                <a:gd name="T18" fmla="*/ 0 w 63"/>
                <a:gd name="T19" fmla="*/ 0 h 31"/>
                <a:gd name="T20" fmla="*/ 0 w 63"/>
                <a:gd name="T21" fmla="*/ 1 h 31"/>
                <a:gd name="T22" fmla="*/ 0 w 63"/>
                <a:gd name="T23" fmla="*/ 1 h 31"/>
                <a:gd name="T24" fmla="*/ 0 w 63"/>
                <a:gd name="T25" fmla="*/ 1 h 31"/>
                <a:gd name="T26" fmla="*/ 0 w 63"/>
                <a:gd name="T27" fmla="*/ 1 h 31"/>
                <a:gd name="T28" fmla="*/ 0 w 63"/>
                <a:gd name="T29" fmla="*/ 1 h 31"/>
                <a:gd name="T30" fmla="*/ 0 w 63"/>
                <a:gd name="T31" fmla="*/ 1 h 31"/>
                <a:gd name="T32" fmla="*/ 0 w 63"/>
                <a:gd name="T33" fmla="*/ 1 h 31"/>
                <a:gd name="T34" fmla="*/ 0 w 63"/>
                <a:gd name="T35" fmla="*/ 1 h 31"/>
                <a:gd name="T36" fmla="*/ 0 w 63"/>
                <a:gd name="T37" fmla="*/ 1 h 31"/>
                <a:gd name="T38" fmla="*/ 0 w 63"/>
                <a:gd name="T39" fmla="*/ 1 h 31"/>
                <a:gd name="T40" fmla="*/ 0 w 63"/>
                <a:gd name="T41" fmla="*/ 1 h 31"/>
                <a:gd name="T42" fmla="*/ 0 w 63"/>
                <a:gd name="T43" fmla="*/ 1 h 31"/>
                <a:gd name="T44" fmla="*/ 0 w 63"/>
                <a:gd name="T45" fmla="*/ 1 h 31"/>
                <a:gd name="T46" fmla="*/ 0 w 63"/>
                <a:gd name="T47" fmla="*/ 1 h 31"/>
                <a:gd name="T48" fmla="*/ 0 w 63"/>
                <a:gd name="T49" fmla="*/ 1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3"/>
                <a:gd name="T76" fmla="*/ 0 h 31"/>
                <a:gd name="T77" fmla="*/ 63 w 63"/>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68" name="Freeform 59">
              <a:extLst>
                <a:ext uri="{FF2B5EF4-FFF2-40B4-BE49-F238E27FC236}">
                  <a16:creationId xmlns:a16="http://schemas.microsoft.com/office/drawing/2014/main" id="{369ACBB9-0BC1-4BD7-B830-001DD5B230D2}"/>
                </a:ext>
              </a:extLst>
            </p:cNvPr>
            <p:cNvSpPr>
              <a:spLocks/>
            </p:cNvSpPr>
            <p:nvPr/>
          </p:nvSpPr>
          <p:spPr bwMode="auto">
            <a:xfrm>
              <a:off x="1261" y="2237"/>
              <a:ext cx="81" cy="103"/>
            </a:xfrm>
            <a:custGeom>
              <a:avLst/>
              <a:gdLst>
                <a:gd name="T0" fmla="*/ 0 w 245"/>
                <a:gd name="T1" fmla="*/ 1 h 206"/>
                <a:gd name="T2" fmla="*/ 0 w 245"/>
                <a:gd name="T3" fmla="*/ 1 h 206"/>
                <a:gd name="T4" fmla="*/ 0 w 245"/>
                <a:gd name="T5" fmla="*/ 1 h 206"/>
                <a:gd name="T6" fmla="*/ 0 w 245"/>
                <a:gd name="T7" fmla="*/ 1 h 206"/>
                <a:gd name="T8" fmla="*/ 0 w 245"/>
                <a:gd name="T9" fmla="*/ 1 h 206"/>
                <a:gd name="T10" fmla="*/ 0 w 245"/>
                <a:gd name="T11" fmla="*/ 1 h 206"/>
                <a:gd name="T12" fmla="*/ 0 w 245"/>
                <a:gd name="T13" fmla="*/ 1 h 206"/>
                <a:gd name="T14" fmla="*/ 0 w 245"/>
                <a:gd name="T15" fmla="*/ 1 h 206"/>
                <a:gd name="T16" fmla="*/ 0 w 245"/>
                <a:gd name="T17" fmla="*/ 1 h 206"/>
                <a:gd name="T18" fmla="*/ 0 w 245"/>
                <a:gd name="T19" fmla="*/ 1 h 206"/>
                <a:gd name="T20" fmla="*/ 0 w 245"/>
                <a:gd name="T21" fmla="*/ 1 h 206"/>
                <a:gd name="T22" fmla="*/ 0 w 245"/>
                <a:gd name="T23" fmla="*/ 1 h 206"/>
                <a:gd name="T24" fmla="*/ 0 w 245"/>
                <a:gd name="T25" fmla="*/ 1 h 206"/>
                <a:gd name="T26" fmla="*/ 0 w 245"/>
                <a:gd name="T27" fmla="*/ 1 h 206"/>
                <a:gd name="T28" fmla="*/ 0 w 245"/>
                <a:gd name="T29" fmla="*/ 1 h 206"/>
                <a:gd name="T30" fmla="*/ 0 w 245"/>
                <a:gd name="T31" fmla="*/ 1 h 206"/>
                <a:gd name="T32" fmla="*/ 0 w 245"/>
                <a:gd name="T33" fmla="*/ 1 h 206"/>
                <a:gd name="T34" fmla="*/ 0 w 245"/>
                <a:gd name="T35" fmla="*/ 1 h 206"/>
                <a:gd name="T36" fmla="*/ 0 w 245"/>
                <a:gd name="T37" fmla="*/ 1 h 206"/>
                <a:gd name="T38" fmla="*/ 0 w 245"/>
                <a:gd name="T39" fmla="*/ 1 h 206"/>
                <a:gd name="T40" fmla="*/ 0 w 245"/>
                <a:gd name="T41" fmla="*/ 1 h 206"/>
                <a:gd name="T42" fmla="*/ 0 w 245"/>
                <a:gd name="T43" fmla="*/ 1 h 206"/>
                <a:gd name="T44" fmla="*/ 0 w 245"/>
                <a:gd name="T45" fmla="*/ 1 h 206"/>
                <a:gd name="T46" fmla="*/ 0 w 245"/>
                <a:gd name="T47" fmla="*/ 1 h 206"/>
                <a:gd name="T48" fmla="*/ 0 w 245"/>
                <a:gd name="T49" fmla="*/ 1 h 206"/>
                <a:gd name="T50" fmla="*/ 0 w 245"/>
                <a:gd name="T51" fmla="*/ 1 h 206"/>
                <a:gd name="T52" fmla="*/ 0 w 245"/>
                <a:gd name="T53" fmla="*/ 1 h 206"/>
                <a:gd name="T54" fmla="*/ 0 w 245"/>
                <a:gd name="T55" fmla="*/ 1 h 206"/>
                <a:gd name="T56" fmla="*/ 0 w 245"/>
                <a:gd name="T57" fmla="*/ 1 h 206"/>
                <a:gd name="T58" fmla="*/ 0 w 245"/>
                <a:gd name="T59" fmla="*/ 1 h 206"/>
                <a:gd name="T60" fmla="*/ 0 w 245"/>
                <a:gd name="T61" fmla="*/ 1 h 206"/>
                <a:gd name="T62" fmla="*/ 0 w 245"/>
                <a:gd name="T63" fmla="*/ 1 h 206"/>
                <a:gd name="T64" fmla="*/ 0 w 245"/>
                <a:gd name="T65" fmla="*/ 1 h 206"/>
                <a:gd name="T66" fmla="*/ 0 w 245"/>
                <a:gd name="T67" fmla="*/ 1 h 206"/>
                <a:gd name="T68" fmla="*/ 0 w 245"/>
                <a:gd name="T69" fmla="*/ 1 h 206"/>
                <a:gd name="T70" fmla="*/ 0 w 245"/>
                <a:gd name="T71" fmla="*/ 1 h 206"/>
                <a:gd name="T72" fmla="*/ 0 w 245"/>
                <a:gd name="T73" fmla="*/ 1 h 206"/>
                <a:gd name="T74" fmla="*/ 0 w 245"/>
                <a:gd name="T75" fmla="*/ 1 h 206"/>
                <a:gd name="T76" fmla="*/ 0 w 245"/>
                <a:gd name="T77" fmla="*/ 1 h 206"/>
                <a:gd name="T78" fmla="*/ 0 w 245"/>
                <a:gd name="T79" fmla="*/ 1 h 206"/>
                <a:gd name="T80" fmla="*/ 0 w 245"/>
                <a:gd name="T81" fmla="*/ 1 h 206"/>
                <a:gd name="T82" fmla="*/ 0 w 245"/>
                <a:gd name="T83" fmla="*/ 1 h 206"/>
                <a:gd name="T84" fmla="*/ 0 w 245"/>
                <a:gd name="T85" fmla="*/ 1 h 206"/>
                <a:gd name="T86" fmla="*/ 0 w 245"/>
                <a:gd name="T87" fmla="*/ 1 h 206"/>
                <a:gd name="T88" fmla="*/ 0 w 245"/>
                <a:gd name="T89" fmla="*/ 1 h 206"/>
                <a:gd name="T90" fmla="*/ 0 w 245"/>
                <a:gd name="T91" fmla="*/ 1 h 206"/>
                <a:gd name="T92" fmla="*/ 0 w 245"/>
                <a:gd name="T93" fmla="*/ 1 h 206"/>
                <a:gd name="T94" fmla="*/ 0 w 245"/>
                <a:gd name="T95" fmla="*/ 1 h 206"/>
                <a:gd name="T96" fmla="*/ 0 w 245"/>
                <a:gd name="T97" fmla="*/ 1 h 206"/>
                <a:gd name="T98" fmla="*/ 0 w 245"/>
                <a:gd name="T99" fmla="*/ 1 h 206"/>
                <a:gd name="T100" fmla="*/ 0 w 245"/>
                <a:gd name="T101" fmla="*/ 1 h 206"/>
                <a:gd name="T102" fmla="*/ 0 w 245"/>
                <a:gd name="T103" fmla="*/ 1 h 206"/>
                <a:gd name="T104" fmla="*/ 0 w 245"/>
                <a:gd name="T105" fmla="*/ 1 h 206"/>
                <a:gd name="T106" fmla="*/ 0 w 245"/>
                <a:gd name="T107" fmla="*/ 1 h 206"/>
                <a:gd name="T108" fmla="*/ 0 w 245"/>
                <a:gd name="T109" fmla="*/ 0 h 206"/>
                <a:gd name="T110" fmla="*/ 0 w 245"/>
                <a:gd name="T111" fmla="*/ 1 h 206"/>
                <a:gd name="T112" fmla="*/ 0 w 245"/>
                <a:gd name="T113" fmla="*/ 1 h 206"/>
                <a:gd name="T114" fmla="*/ 0 w 245"/>
                <a:gd name="T115" fmla="*/ 1 h 206"/>
                <a:gd name="T116" fmla="*/ 0 w 245"/>
                <a:gd name="T117" fmla="*/ 1 h 206"/>
                <a:gd name="T118" fmla="*/ 0 w 245"/>
                <a:gd name="T119" fmla="*/ 1 h 206"/>
                <a:gd name="T120" fmla="*/ 0 w 245"/>
                <a:gd name="T121" fmla="*/ 1 h 20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5"/>
                <a:gd name="T184" fmla="*/ 0 h 206"/>
                <a:gd name="T185" fmla="*/ 245 w 245"/>
                <a:gd name="T186" fmla="*/ 206 h 20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69" name="Freeform 60">
              <a:extLst>
                <a:ext uri="{FF2B5EF4-FFF2-40B4-BE49-F238E27FC236}">
                  <a16:creationId xmlns:a16="http://schemas.microsoft.com/office/drawing/2014/main" id="{B73FD816-2566-4139-86EB-36D684CDA7E0}"/>
                </a:ext>
              </a:extLst>
            </p:cNvPr>
            <p:cNvSpPr>
              <a:spLocks/>
            </p:cNvSpPr>
            <p:nvPr/>
          </p:nvSpPr>
          <p:spPr bwMode="auto">
            <a:xfrm>
              <a:off x="1401" y="2236"/>
              <a:ext cx="53" cy="80"/>
            </a:xfrm>
            <a:custGeom>
              <a:avLst/>
              <a:gdLst>
                <a:gd name="T0" fmla="*/ 0 w 159"/>
                <a:gd name="T1" fmla="*/ 1 h 160"/>
                <a:gd name="T2" fmla="*/ 0 w 159"/>
                <a:gd name="T3" fmla="*/ 1 h 160"/>
                <a:gd name="T4" fmla="*/ 0 w 159"/>
                <a:gd name="T5" fmla="*/ 1 h 160"/>
                <a:gd name="T6" fmla="*/ 0 w 159"/>
                <a:gd name="T7" fmla="*/ 1 h 160"/>
                <a:gd name="T8" fmla="*/ 0 w 159"/>
                <a:gd name="T9" fmla="*/ 1 h 160"/>
                <a:gd name="T10" fmla="*/ 0 w 159"/>
                <a:gd name="T11" fmla="*/ 1 h 160"/>
                <a:gd name="T12" fmla="*/ 0 w 159"/>
                <a:gd name="T13" fmla="*/ 1 h 160"/>
                <a:gd name="T14" fmla="*/ 0 w 159"/>
                <a:gd name="T15" fmla="*/ 1 h 160"/>
                <a:gd name="T16" fmla="*/ 0 w 159"/>
                <a:gd name="T17" fmla="*/ 1 h 160"/>
                <a:gd name="T18" fmla="*/ 0 w 159"/>
                <a:gd name="T19" fmla="*/ 1 h 160"/>
                <a:gd name="T20" fmla="*/ 0 w 159"/>
                <a:gd name="T21" fmla="*/ 1 h 160"/>
                <a:gd name="T22" fmla="*/ 0 w 159"/>
                <a:gd name="T23" fmla="*/ 1 h 160"/>
                <a:gd name="T24" fmla="*/ 0 w 159"/>
                <a:gd name="T25" fmla="*/ 1 h 160"/>
                <a:gd name="T26" fmla="*/ 0 w 159"/>
                <a:gd name="T27" fmla="*/ 1 h 160"/>
                <a:gd name="T28" fmla="*/ 0 w 159"/>
                <a:gd name="T29" fmla="*/ 1 h 160"/>
                <a:gd name="T30" fmla="*/ 0 w 159"/>
                <a:gd name="T31" fmla="*/ 1 h 160"/>
                <a:gd name="T32" fmla="*/ 0 w 159"/>
                <a:gd name="T33" fmla="*/ 1 h 160"/>
                <a:gd name="T34" fmla="*/ 0 w 159"/>
                <a:gd name="T35" fmla="*/ 1 h 160"/>
                <a:gd name="T36" fmla="*/ 0 w 159"/>
                <a:gd name="T37" fmla="*/ 1 h 160"/>
                <a:gd name="T38" fmla="*/ 0 w 159"/>
                <a:gd name="T39" fmla="*/ 1 h 160"/>
                <a:gd name="T40" fmla="*/ 0 w 159"/>
                <a:gd name="T41" fmla="*/ 1 h 160"/>
                <a:gd name="T42" fmla="*/ 0 w 159"/>
                <a:gd name="T43" fmla="*/ 1 h 160"/>
                <a:gd name="T44" fmla="*/ 0 w 159"/>
                <a:gd name="T45" fmla="*/ 1 h 160"/>
                <a:gd name="T46" fmla="*/ 0 w 159"/>
                <a:gd name="T47" fmla="*/ 1 h 160"/>
                <a:gd name="T48" fmla="*/ 0 w 159"/>
                <a:gd name="T49" fmla="*/ 1 h 160"/>
                <a:gd name="T50" fmla="*/ 0 w 159"/>
                <a:gd name="T51" fmla="*/ 1 h 160"/>
                <a:gd name="T52" fmla="*/ 0 w 159"/>
                <a:gd name="T53" fmla="*/ 1 h 160"/>
                <a:gd name="T54" fmla="*/ 0 w 159"/>
                <a:gd name="T55" fmla="*/ 1 h 160"/>
                <a:gd name="T56" fmla="*/ 0 w 159"/>
                <a:gd name="T57" fmla="*/ 1 h 160"/>
                <a:gd name="T58" fmla="*/ 0 w 159"/>
                <a:gd name="T59" fmla="*/ 1 h 160"/>
                <a:gd name="T60" fmla="*/ 0 w 159"/>
                <a:gd name="T61" fmla="*/ 0 h 160"/>
                <a:gd name="T62" fmla="*/ 0 w 159"/>
                <a:gd name="T63" fmla="*/ 1 h 160"/>
                <a:gd name="T64" fmla="*/ 0 w 159"/>
                <a:gd name="T65" fmla="*/ 1 h 160"/>
                <a:gd name="T66" fmla="*/ 0 w 159"/>
                <a:gd name="T67" fmla="*/ 1 h 160"/>
                <a:gd name="T68" fmla="*/ 0 w 159"/>
                <a:gd name="T69" fmla="*/ 1 h 160"/>
                <a:gd name="T70" fmla="*/ 0 w 159"/>
                <a:gd name="T71" fmla="*/ 1 h 160"/>
                <a:gd name="T72" fmla="*/ 0 w 159"/>
                <a:gd name="T73" fmla="*/ 1 h 160"/>
                <a:gd name="T74" fmla="*/ 0 w 159"/>
                <a:gd name="T75" fmla="*/ 1 h 160"/>
                <a:gd name="T76" fmla="*/ 0 w 159"/>
                <a:gd name="T77" fmla="*/ 1 h 160"/>
                <a:gd name="T78" fmla="*/ 0 w 159"/>
                <a:gd name="T79" fmla="*/ 1 h 160"/>
                <a:gd name="T80" fmla="*/ 0 w 159"/>
                <a:gd name="T81" fmla="*/ 1 h 16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59"/>
                <a:gd name="T124" fmla="*/ 0 h 160"/>
                <a:gd name="T125" fmla="*/ 159 w 159"/>
                <a:gd name="T126" fmla="*/ 160 h 16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70" name="Freeform 61">
              <a:extLst>
                <a:ext uri="{FF2B5EF4-FFF2-40B4-BE49-F238E27FC236}">
                  <a16:creationId xmlns:a16="http://schemas.microsoft.com/office/drawing/2014/main" id="{E3422388-B067-4395-B351-A53356E6EB8F}"/>
                </a:ext>
              </a:extLst>
            </p:cNvPr>
            <p:cNvSpPr>
              <a:spLocks/>
            </p:cNvSpPr>
            <p:nvPr/>
          </p:nvSpPr>
          <p:spPr bwMode="auto">
            <a:xfrm>
              <a:off x="1208" y="2218"/>
              <a:ext cx="133" cy="166"/>
            </a:xfrm>
            <a:custGeom>
              <a:avLst/>
              <a:gdLst>
                <a:gd name="T0" fmla="*/ 0 w 399"/>
                <a:gd name="T1" fmla="*/ 1 h 332"/>
                <a:gd name="T2" fmla="*/ 0 w 399"/>
                <a:gd name="T3" fmla="*/ 1 h 332"/>
                <a:gd name="T4" fmla="*/ 0 w 399"/>
                <a:gd name="T5" fmla="*/ 1 h 332"/>
                <a:gd name="T6" fmla="*/ 0 w 399"/>
                <a:gd name="T7" fmla="*/ 1 h 332"/>
                <a:gd name="T8" fmla="*/ 0 w 399"/>
                <a:gd name="T9" fmla="*/ 1 h 332"/>
                <a:gd name="T10" fmla="*/ 0 w 399"/>
                <a:gd name="T11" fmla="*/ 1 h 332"/>
                <a:gd name="T12" fmla="*/ 0 w 399"/>
                <a:gd name="T13" fmla="*/ 1 h 332"/>
                <a:gd name="T14" fmla="*/ 0 w 399"/>
                <a:gd name="T15" fmla="*/ 1 h 332"/>
                <a:gd name="T16" fmla="*/ 0 w 399"/>
                <a:gd name="T17" fmla="*/ 1 h 332"/>
                <a:gd name="T18" fmla="*/ 0 w 399"/>
                <a:gd name="T19" fmla="*/ 1 h 332"/>
                <a:gd name="T20" fmla="*/ 0 w 399"/>
                <a:gd name="T21" fmla="*/ 1 h 332"/>
                <a:gd name="T22" fmla="*/ 0 w 399"/>
                <a:gd name="T23" fmla="*/ 1 h 332"/>
                <a:gd name="T24" fmla="*/ 0 w 399"/>
                <a:gd name="T25" fmla="*/ 1 h 332"/>
                <a:gd name="T26" fmla="*/ 0 w 399"/>
                <a:gd name="T27" fmla="*/ 1 h 332"/>
                <a:gd name="T28" fmla="*/ 0 w 399"/>
                <a:gd name="T29" fmla="*/ 1 h 332"/>
                <a:gd name="T30" fmla="*/ 0 w 399"/>
                <a:gd name="T31" fmla="*/ 1 h 332"/>
                <a:gd name="T32" fmla="*/ 0 w 399"/>
                <a:gd name="T33" fmla="*/ 1 h 332"/>
                <a:gd name="T34" fmla="*/ 0 w 399"/>
                <a:gd name="T35" fmla="*/ 1 h 332"/>
                <a:gd name="T36" fmla="*/ 0 w 399"/>
                <a:gd name="T37" fmla="*/ 1 h 332"/>
                <a:gd name="T38" fmla="*/ 0 w 399"/>
                <a:gd name="T39" fmla="*/ 1 h 332"/>
                <a:gd name="T40" fmla="*/ 0 w 399"/>
                <a:gd name="T41" fmla="*/ 1 h 332"/>
                <a:gd name="T42" fmla="*/ 0 w 399"/>
                <a:gd name="T43" fmla="*/ 1 h 332"/>
                <a:gd name="T44" fmla="*/ 0 w 399"/>
                <a:gd name="T45" fmla="*/ 1 h 332"/>
                <a:gd name="T46" fmla="*/ 0 w 399"/>
                <a:gd name="T47" fmla="*/ 1 h 332"/>
                <a:gd name="T48" fmla="*/ 0 w 399"/>
                <a:gd name="T49" fmla="*/ 1 h 332"/>
                <a:gd name="T50" fmla="*/ 0 w 399"/>
                <a:gd name="T51" fmla="*/ 1 h 332"/>
                <a:gd name="T52" fmla="*/ 0 w 399"/>
                <a:gd name="T53" fmla="*/ 1 h 332"/>
                <a:gd name="T54" fmla="*/ 0 w 399"/>
                <a:gd name="T55" fmla="*/ 1 h 332"/>
                <a:gd name="T56" fmla="*/ 0 w 399"/>
                <a:gd name="T57" fmla="*/ 1 h 332"/>
                <a:gd name="T58" fmla="*/ 0 w 399"/>
                <a:gd name="T59" fmla="*/ 1 h 332"/>
                <a:gd name="T60" fmla="*/ 0 w 399"/>
                <a:gd name="T61" fmla="*/ 1 h 332"/>
                <a:gd name="T62" fmla="*/ 0 w 399"/>
                <a:gd name="T63" fmla="*/ 1 h 332"/>
                <a:gd name="T64" fmla="*/ 0 w 399"/>
                <a:gd name="T65" fmla="*/ 1 h 332"/>
                <a:gd name="T66" fmla="*/ 0 w 399"/>
                <a:gd name="T67" fmla="*/ 1 h 332"/>
                <a:gd name="T68" fmla="*/ 0 w 399"/>
                <a:gd name="T69" fmla="*/ 1 h 332"/>
                <a:gd name="T70" fmla="*/ 0 w 399"/>
                <a:gd name="T71" fmla="*/ 1 h 332"/>
                <a:gd name="T72" fmla="*/ 0 w 399"/>
                <a:gd name="T73" fmla="*/ 1 h 332"/>
                <a:gd name="T74" fmla="*/ 0 w 399"/>
                <a:gd name="T75" fmla="*/ 1 h 332"/>
                <a:gd name="T76" fmla="*/ 0 w 399"/>
                <a:gd name="T77" fmla="*/ 1 h 332"/>
                <a:gd name="T78" fmla="*/ 0 w 399"/>
                <a:gd name="T79" fmla="*/ 1 h 332"/>
                <a:gd name="T80" fmla="*/ 0 w 399"/>
                <a:gd name="T81" fmla="*/ 0 h 332"/>
                <a:gd name="T82" fmla="*/ 0 w 399"/>
                <a:gd name="T83" fmla="*/ 1 h 332"/>
                <a:gd name="T84" fmla="*/ 0 w 399"/>
                <a:gd name="T85" fmla="*/ 1 h 332"/>
                <a:gd name="T86" fmla="*/ 0 w 399"/>
                <a:gd name="T87" fmla="*/ 1 h 3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9"/>
                <a:gd name="T133" fmla="*/ 0 h 332"/>
                <a:gd name="T134" fmla="*/ 399 w 399"/>
                <a:gd name="T135" fmla="*/ 332 h 3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71" name="Freeform 62">
              <a:extLst>
                <a:ext uri="{FF2B5EF4-FFF2-40B4-BE49-F238E27FC236}">
                  <a16:creationId xmlns:a16="http://schemas.microsoft.com/office/drawing/2014/main" id="{92840513-DFED-4760-BF38-AD6E0DCEC3E1}"/>
                </a:ext>
              </a:extLst>
            </p:cNvPr>
            <p:cNvSpPr>
              <a:spLocks/>
            </p:cNvSpPr>
            <p:nvPr/>
          </p:nvSpPr>
          <p:spPr bwMode="auto">
            <a:xfrm>
              <a:off x="1396" y="2213"/>
              <a:ext cx="116" cy="110"/>
            </a:xfrm>
            <a:custGeom>
              <a:avLst/>
              <a:gdLst>
                <a:gd name="T0" fmla="*/ 0 w 348"/>
                <a:gd name="T1" fmla="*/ 0 h 222"/>
                <a:gd name="T2" fmla="*/ 0 w 348"/>
                <a:gd name="T3" fmla="*/ 0 h 222"/>
                <a:gd name="T4" fmla="*/ 0 w 348"/>
                <a:gd name="T5" fmla="*/ 0 h 222"/>
                <a:gd name="T6" fmla="*/ 0 w 348"/>
                <a:gd name="T7" fmla="*/ 0 h 222"/>
                <a:gd name="T8" fmla="*/ 0 w 348"/>
                <a:gd name="T9" fmla="*/ 0 h 222"/>
                <a:gd name="T10" fmla="*/ 0 w 348"/>
                <a:gd name="T11" fmla="*/ 0 h 222"/>
                <a:gd name="T12" fmla="*/ 0 w 348"/>
                <a:gd name="T13" fmla="*/ 0 h 222"/>
                <a:gd name="T14" fmla="*/ 0 w 348"/>
                <a:gd name="T15" fmla="*/ 0 h 222"/>
                <a:gd name="T16" fmla="*/ 0 w 348"/>
                <a:gd name="T17" fmla="*/ 0 h 222"/>
                <a:gd name="T18" fmla="*/ 0 w 348"/>
                <a:gd name="T19" fmla="*/ 0 h 222"/>
                <a:gd name="T20" fmla="*/ 0 w 348"/>
                <a:gd name="T21" fmla="*/ 0 h 222"/>
                <a:gd name="T22" fmla="*/ 0 w 348"/>
                <a:gd name="T23" fmla="*/ 0 h 222"/>
                <a:gd name="T24" fmla="*/ 0 w 348"/>
                <a:gd name="T25" fmla="*/ 0 h 222"/>
                <a:gd name="T26" fmla="*/ 0 w 348"/>
                <a:gd name="T27" fmla="*/ 0 h 222"/>
                <a:gd name="T28" fmla="*/ 0 w 348"/>
                <a:gd name="T29" fmla="*/ 0 h 222"/>
                <a:gd name="T30" fmla="*/ 0 w 348"/>
                <a:gd name="T31" fmla="*/ 0 h 222"/>
                <a:gd name="T32" fmla="*/ 0 w 348"/>
                <a:gd name="T33" fmla="*/ 0 h 222"/>
                <a:gd name="T34" fmla="*/ 0 w 348"/>
                <a:gd name="T35" fmla="*/ 0 h 222"/>
                <a:gd name="T36" fmla="*/ 0 w 348"/>
                <a:gd name="T37" fmla="*/ 0 h 222"/>
                <a:gd name="T38" fmla="*/ 0 w 348"/>
                <a:gd name="T39" fmla="*/ 0 h 222"/>
                <a:gd name="T40" fmla="*/ 0 w 348"/>
                <a:gd name="T41" fmla="*/ 0 h 222"/>
                <a:gd name="T42" fmla="*/ 0 w 348"/>
                <a:gd name="T43" fmla="*/ 0 h 222"/>
                <a:gd name="T44" fmla="*/ 0 w 348"/>
                <a:gd name="T45" fmla="*/ 0 h 222"/>
                <a:gd name="T46" fmla="*/ 0 w 348"/>
                <a:gd name="T47" fmla="*/ 0 h 222"/>
                <a:gd name="T48" fmla="*/ 0 w 348"/>
                <a:gd name="T49" fmla="*/ 0 h 222"/>
                <a:gd name="T50" fmla="*/ 0 w 348"/>
                <a:gd name="T51" fmla="*/ 0 h 222"/>
                <a:gd name="T52" fmla="*/ 0 w 348"/>
                <a:gd name="T53" fmla="*/ 0 h 222"/>
                <a:gd name="T54" fmla="*/ 0 w 348"/>
                <a:gd name="T55" fmla="*/ 0 h 222"/>
                <a:gd name="T56" fmla="*/ 0 w 348"/>
                <a:gd name="T57" fmla="*/ 0 h 222"/>
                <a:gd name="T58" fmla="*/ 0 w 348"/>
                <a:gd name="T59" fmla="*/ 0 h 222"/>
                <a:gd name="T60" fmla="*/ 0 w 348"/>
                <a:gd name="T61" fmla="*/ 0 h 222"/>
                <a:gd name="T62" fmla="*/ 0 w 348"/>
                <a:gd name="T63" fmla="*/ 0 h 222"/>
                <a:gd name="T64" fmla="*/ 0 w 348"/>
                <a:gd name="T65" fmla="*/ 0 h 222"/>
                <a:gd name="T66" fmla="*/ 0 w 348"/>
                <a:gd name="T67" fmla="*/ 0 h 222"/>
                <a:gd name="T68" fmla="*/ 0 w 348"/>
                <a:gd name="T69" fmla="*/ 0 h 222"/>
                <a:gd name="T70" fmla="*/ 0 w 348"/>
                <a:gd name="T71" fmla="*/ 0 h 222"/>
                <a:gd name="T72" fmla="*/ 0 w 348"/>
                <a:gd name="T73" fmla="*/ 0 h 222"/>
                <a:gd name="T74" fmla="*/ 0 w 348"/>
                <a:gd name="T75" fmla="*/ 0 h 222"/>
                <a:gd name="T76" fmla="*/ 0 w 348"/>
                <a:gd name="T77" fmla="*/ 0 h 222"/>
                <a:gd name="T78" fmla="*/ 0 w 348"/>
                <a:gd name="T79" fmla="*/ 0 h 222"/>
                <a:gd name="T80" fmla="*/ 0 w 348"/>
                <a:gd name="T81" fmla="*/ 0 h 222"/>
                <a:gd name="T82" fmla="*/ 0 w 348"/>
                <a:gd name="T83" fmla="*/ 0 h 222"/>
                <a:gd name="T84" fmla="*/ 0 w 348"/>
                <a:gd name="T85" fmla="*/ 0 h 222"/>
                <a:gd name="T86" fmla="*/ 0 w 348"/>
                <a:gd name="T87" fmla="*/ 0 h 222"/>
                <a:gd name="T88" fmla="*/ 0 w 348"/>
                <a:gd name="T89" fmla="*/ 0 h 222"/>
                <a:gd name="T90" fmla="*/ 0 w 348"/>
                <a:gd name="T91" fmla="*/ 0 h 222"/>
                <a:gd name="T92" fmla="*/ 0 w 348"/>
                <a:gd name="T93" fmla="*/ 0 h 222"/>
                <a:gd name="T94" fmla="*/ 0 w 348"/>
                <a:gd name="T95" fmla="*/ 0 h 222"/>
                <a:gd name="T96" fmla="*/ 0 w 348"/>
                <a:gd name="T97" fmla="*/ 0 h 222"/>
                <a:gd name="T98" fmla="*/ 0 w 348"/>
                <a:gd name="T99" fmla="*/ 0 h 222"/>
                <a:gd name="T100" fmla="*/ 0 w 348"/>
                <a:gd name="T101" fmla="*/ 0 h 222"/>
                <a:gd name="T102" fmla="*/ 0 w 348"/>
                <a:gd name="T103" fmla="*/ 0 h 222"/>
                <a:gd name="T104" fmla="*/ 0 w 348"/>
                <a:gd name="T105" fmla="*/ 0 h 222"/>
                <a:gd name="T106" fmla="*/ 0 w 348"/>
                <a:gd name="T107" fmla="*/ 0 h 222"/>
                <a:gd name="T108" fmla="*/ 0 w 348"/>
                <a:gd name="T109" fmla="*/ 0 h 222"/>
                <a:gd name="T110" fmla="*/ 0 w 348"/>
                <a:gd name="T111" fmla="*/ 0 h 222"/>
                <a:gd name="T112" fmla="*/ 0 w 348"/>
                <a:gd name="T113" fmla="*/ 0 h 222"/>
                <a:gd name="T114" fmla="*/ 0 w 348"/>
                <a:gd name="T115" fmla="*/ 0 h 222"/>
                <a:gd name="T116" fmla="*/ 0 w 348"/>
                <a:gd name="T117" fmla="*/ 0 h 222"/>
                <a:gd name="T118" fmla="*/ 0 w 348"/>
                <a:gd name="T119" fmla="*/ 0 h 222"/>
                <a:gd name="T120" fmla="*/ 0 w 348"/>
                <a:gd name="T121" fmla="*/ 0 h 22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48"/>
                <a:gd name="T184" fmla="*/ 0 h 222"/>
                <a:gd name="T185" fmla="*/ 348 w 348"/>
                <a:gd name="T186" fmla="*/ 222 h 22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72" name="Freeform 63">
              <a:extLst>
                <a:ext uri="{FF2B5EF4-FFF2-40B4-BE49-F238E27FC236}">
                  <a16:creationId xmlns:a16="http://schemas.microsoft.com/office/drawing/2014/main" id="{A3459E4F-B6CB-4952-9909-3117D15000BB}"/>
                </a:ext>
              </a:extLst>
            </p:cNvPr>
            <p:cNvSpPr>
              <a:spLocks/>
            </p:cNvSpPr>
            <p:nvPr/>
          </p:nvSpPr>
          <p:spPr bwMode="auto">
            <a:xfrm>
              <a:off x="1162" y="2273"/>
              <a:ext cx="48" cy="103"/>
            </a:xfrm>
            <a:custGeom>
              <a:avLst/>
              <a:gdLst>
                <a:gd name="T0" fmla="*/ 0 w 142"/>
                <a:gd name="T1" fmla="*/ 0 h 207"/>
                <a:gd name="T2" fmla="*/ 0 w 142"/>
                <a:gd name="T3" fmla="*/ 0 h 207"/>
                <a:gd name="T4" fmla="*/ 0 w 142"/>
                <a:gd name="T5" fmla="*/ 0 h 207"/>
                <a:gd name="T6" fmla="*/ 0 w 142"/>
                <a:gd name="T7" fmla="*/ 0 h 207"/>
                <a:gd name="T8" fmla="*/ 0 w 142"/>
                <a:gd name="T9" fmla="*/ 0 h 207"/>
                <a:gd name="T10" fmla="*/ 0 w 142"/>
                <a:gd name="T11" fmla="*/ 0 h 207"/>
                <a:gd name="T12" fmla="*/ 0 w 142"/>
                <a:gd name="T13" fmla="*/ 0 h 207"/>
                <a:gd name="T14" fmla="*/ 0 w 142"/>
                <a:gd name="T15" fmla="*/ 0 h 207"/>
                <a:gd name="T16" fmla="*/ 0 w 142"/>
                <a:gd name="T17" fmla="*/ 0 h 207"/>
                <a:gd name="T18" fmla="*/ 0 w 142"/>
                <a:gd name="T19" fmla="*/ 0 h 207"/>
                <a:gd name="T20" fmla="*/ 0 w 142"/>
                <a:gd name="T21" fmla="*/ 0 h 207"/>
                <a:gd name="T22" fmla="*/ 0 w 142"/>
                <a:gd name="T23" fmla="*/ 0 h 207"/>
                <a:gd name="T24" fmla="*/ 0 w 142"/>
                <a:gd name="T25" fmla="*/ 0 h 207"/>
                <a:gd name="T26" fmla="*/ 0 w 142"/>
                <a:gd name="T27" fmla="*/ 0 h 207"/>
                <a:gd name="T28" fmla="*/ 0 w 142"/>
                <a:gd name="T29" fmla="*/ 0 h 207"/>
                <a:gd name="T30" fmla="*/ 0 w 142"/>
                <a:gd name="T31" fmla="*/ 0 h 207"/>
                <a:gd name="T32" fmla="*/ 0 w 142"/>
                <a:gd name="T33" fmla="*/ 0 h 207"/>
                <a:gd name="T34" fmla="*/ 0 w 142"/>
                <a:gd name="T35" fmla="*/ 0 h 207"/>
                <a:gd name="T36" fmla="*/ 0 w 142"/>
                <a:gd name="T37" fmla="*/ 0 h 207"/>
                <a:gd name="T38" fmla="*/ 0 w 142"/>
                <a:gd name="T39" fmla="*/ 0 h 207"/>
                <a:gd name="T40" fmla="*/ 0 w 142"/>
                <a:gd name="T41" fmla="*/ 0 h 207"/>
                <a:gd name="T42" fmla="*/ 0 w 142"/>
                <a:gd name="T43" fmla="*/ 0 h 207"/>
                <a:gd name="T44" fmla="*/ 0 w 142"/>
                <a:gd name="T45" fmla="*/ 0 h 207"/>
                <a:gd name="T46" fmla="*/ 0 w 142"/>
                <a:gd name="T47" fmla="*/ 0 h 207"/>
                <a:gd name="T48" fmla="*/ 0 w 142"/>
                <a:gd name="T49" fmla="*/ 0 h 207"/>
                <a:gd name="T50" fmla="*/ 0 w 142"/>
                <a:gd name="T51" fmla="*/ 0 h 207"/>
                <a:gd name="T52" fmla="*/ 0 w 142"/>
                <a:gd name="T53" fmla="*/ 0 h 207"/>
                <a:gd name="T54" fmla="*/ 0 w 142"/>
                <a:gd name="T55" fmla="*/ 0 h 207"/>
                <a:gd name="T56" fmla="*/ 0 w 142"/>
                <a:gd name="T57" fmla="*/ 0 h 207"/>
                <a:gd name="T58" fmla="*/ 0 w 142"/>
                <a:gd name="T59" fmla="*/ 0 h 207"/>
                <a:gd name="T60" fmla="*/ 0 w 142"/>
                <a:gd name="T61" fmla="*/ 0 h 207"/>
                <a:gd name="T62" fmla="*/ 0 w 142"/>
                <a:gd name="T63" fmla="*/ 0 h 207"/>
                <a:gd name="T64" fmla="*/ 0 w 142"/>
                <a:gd name="T65" fmla="*/ 0 h 207"/>
                <a:gd name="T66" fmla="*/ 0 w 142"/>
                <a:gd name="T67" fmla="*/ 0 h 207"/>
                <a:gd name="T68" fmla="*/ 0 w 142"/>
                <a:gd name="T69" fmla="*/ 0 h 207"/>
                <a:gd name="T70" fmla="*/ 0 w 142"/>
                <a:gd name="T71" fmla="*/ 0 h 207"/>
                <a:gd name="T72" fmla="*/ 0 w 142"/>
                <a:gd name="T73" fmla="*/ 0 h 207"/>
                <a:gd name="T74" fmla="*/ 0 w 142"/>
                <a:gd name="T75" fmla="*/ 0 h 207"/>
                <a:gd name="T76" fmla="*/ 0 w 142"/>
                <a:gd name="T77" fmla="*/ 0 h 207"/>
                <a:gd name="T78" fmla="*/ 0 w 142"/>
                <a:gd name="T79" fmla="*/ 0 h 207"/>
                <a:gd name="T80" fmla="*/ 0 w 142"/>
                <a:gd name="T81" fmla="*/ 0 h 2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2"/>
                <a:gd name="T124" fmla="*/ 0 h 207"/>
                <a:gd name="T125" fmla="*/ 142 w 142"/>
                <a:gd name="T126" fmla="*/ 207 h 20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6673" name="Freeform 64">
              <a:extLst>
                <a:ext uri="{FF2B5EF4-FFF2-40B4-BE49-F238E27FC236}">
                  <a16:creationId xmlns:a16="http://schemas.microsoft.com/office/drawing/2014/main" id="{6A496624-FA49-4C8D-9BC7-6B54B7467221}"/>
                </a:ext>
              </a:extLst>
            </p:cNvPr>
            <p:cNvSpPr>
              <a:spLocks/>
            </p:cNvSpPr>
            <p:nvPr/>
          </p:nvSpPr>
          <p:spPr bwMode="auto">
            <a:xfrm>
              <a:off x="1492" y="2206"/>
              <a:ext cx="101" cy="135"/>
            </a:xfrm>
            <a:custGeom>
              <a:avLst/>
              <a:gdLst>
                <a:gd name="T0" fmla="*/ 0 w 303"/>
                <a:gd name="T1" fmla="*/ 0 h 272"/>
                <a:gd name="T2" fmla="*/ 0 w 303"/>
                <a:gd name="T3" fmla="*/ 0 h 272"/>
                <a:gd name="T4" fmla="*/ 0 w 303"/>
                <a:gd name="T5" fmla="*/ 0 h 272"/>
                <a:gd name="T6" fmla="*/ 0 w 303"/>
                <a:gd name="T7" fmla="*/ 0 h 272"/>
                <a:gd name="T8" fmla="*/ 0 w 303"/>
                <a:gd name="T9" fmla="*/ 0 h 272"/>
                <a:gd name="T10" fmla="*/ 0 w 303"/>
                <a:gd name="T11" fmla="*/ 0 h 272"/>
                <a:gd name="T12" fmla="*/ 0 w 303"/>
                <a:gd name="T13" fmla="*/ 0 h 272"/>
                <a:gd name="T14" fmla="*/ 0 w 303"/>
                <a:gd name="T15" fmla="*/ 0 h 272"/>
                <a:gd name="T16" fmla="*/ 0 w 303"/>
                <a:gd name="T17" fmla="*/ 0 h 272"/>
                <a:gd name="T18" fmla="*/ 0 w 303"/>
                <a:gd name="T19" fmla="*/ 0 h 272"/>
                <a:gd name="T20" fmla="*/ 0 w 303"/>
                <a:gd name="T21" fmla="*/ 0 h 272"/>
                <a:gd name="T22" fmla="*/ 0 w 303"/>
                <a:gd name="T23" fmla="*/ 0 h 272"/>
                <a:gd name="T24" fmla="*/ 0 w 303"/>
                <a:gd name="T25" fmla="*/ 0 h 272"/>
                <a:gd name="T26" fmla="*/ 0 w 303"/>
                <a:gd name="T27" fmla="*/ 0 h 272"/>
                <a:gd name="T28" fmla="*/ 0 w 303"/>
                <a:gd name="T29" fmla="*/ 0 h 272"/>
                <a:gd name="T30" fmla="*/ 0 w 303"/>
                <a:gd name="T31" fmla="*/ 0 h 272"/>
                <a:gd name="T32" fmla="*/ 0 w 303"/>
                <a:gd name="T33" fmla="*/ 0 h 272"/>
                <a:gd name="T34" fmla="*/ 0 w 303"/>
                <a:gd name="T35" fmla="*/ 0 h 272"/>
                <a:gd name="T36" fmla="*/ 0 w 303"/>
                <a:gd name="T37" fmla="*/ 0 h 272"/>
                <a:gd name="T38" fmla="*/ 0 w 303"/>
                <a:gd name="T39" fmla="*/ 0 h 272"/>
                <a:gd name="T40" fmla="*/ 0 w 303"/>
                <a:gd name="T41" fmla="*/ 0 h 272"/>
                <a:gd name="T42" fmla="*/ 0 w 303"/>
                <a:gd name="T43" fmla="*/ 0 h 272"/>
                <a:gd name="T44" fmla="*/ 0 w 303"/>
                <a:gd name="T45" fmla="*/ 0 h 272"/>
                <a:gd name="T46" fmla="*/ 0 w 303"/>
                <a:gd name="T47" fmla="*/ 0 h 272"/>
                <a:gd name="T48" fmla="*/ 0 w 303"/>
                <a:gd name="T49" fmla="*/ 0 h 272"/>
                <a:gd name="T50" fmla="*/ 0 w 303"/>
                <a:gd name="T51" fmla="*/ 0 h 272"/>
                <a:gd name="T52" fmla="*/ 0 w 303"/>
                <a:gd name="T53" fmla="*/ 0 h 272"/>
                <a:gd name="T54" fmla="*/ 0 w 303"/>
                <a:gd name="T55" fmla="*/ 0 h 272"/>
                <a:gd name="T56" fmla="*/ 0 w 303"/>
                <a:gd name="T57" fmla="*/ 0 h 272"/>
                <a:gd name="T58" fmla="*/ 0 w 303"/>
                <a:gd name="T59" fmla="*/ 0 h 272"/>
                <a:gd name="T60" fmla="*/ 0 w 303"/>
                <a:gd name="T61" fmla="*/ 0 h 272"/>
                <a:gd name="T62" fmla="*/ 0 w 303"/>
                <a:gd name="T63" fmla="*/ 0 h 272"/>
                <a:gd name="T64" fmla="*/ 0 w 303"/>
                <a:gd name="T65" fmla="*/ 0 h 272"/>
                <a:gd name="T66" fmla="*/ 0 w 303"/>
                <a:gd name="T67" fmla="*/ 0 h 272"/>
                <a:gd name="T68" fmla="*/ 0 w 303"/>
                <a:gd name="T69" fmla="*/ 0 h 272"/>
                <a:gd name="T70" fmla="*/ 0 w 303"/>
                <a:gd name="T71" fmla="*/ 0 h 272"/>
                <a:gd name="T72" fmla="*/ 0 w 303"/>
                <a:gd name="T73" fmla="*/ 0 h 272"/>
                <a:gd name="T74" fmla="*/ 0 w 303"/>
                <a:gd name="T75" fmla="*/ 0 h 2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3"/>
                <a:gd name="T115" fmla="*/ 0 h 272"/>
                <a:gd name="T116" fmla="*/ 303 w 303"/>
                <a:gd name="T117" fmla="*/ 272 h 2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836630" name="Group 65">
            <a:extLst>
              <a:ext uri="{FF2B5EF4-FFF2-40B4-BE49-F238E27FC236}">
                <a16:creationId xmlns:a16="http://schemas.microsoft.com/office/drawing/2014/main" id="{A5C6D134-FB72-45E1-AE4E-58FF557EE2C6}"/>
              </a:ext>
            </a:extLst>
          </p:cNvPr>
          <p:cNvGrpSpPr>
            <a:grpSpLocks/>
          </p:cNvGrpSpPr>
          <p:nvPr/>
        </p:nvGrpSpPr>
        <p:grpSpPr bwMode="auto">
          <a:xfrm>
            <a:off x="5859463" y="4267200"/>
            <a:ext cx="1325562" cy="588963"/>
            <a:chOff x="1697" y="583"/>
            <a:chExt cx="726" cy="368"/>
          </a:xfrm>
        </p:grpSpPr>
        <p:grpSp>
          <p:nvGrpSpPr>
            <p:cNvPr id="836649" name="Group 66">
              <a:extLst>
                <a:ext uri="{FF2B5EF4-FFF2-40B4-BE49-F238E27FC236}">
                  <a16:creationId xmlns:a16="http://schemas.microsoft.com/office/drawing/2014/main" id="{558CBD83-BD41-48A9-B866-020377FC098F}"/>
                </a:ext>
              </a:extLst>
            </p:cNvPr>
            <p:cNvGrpSpPr>
              <a:grpSpLocks/>
            </p:cNvGrpSpPr>
            <p:nvPr/>
          </p:nvGrpSpPr>
          <p:grpSpPr bwMode="auto">
            <a:xfrm>
              <a:off x="1809" y="583"/>
              <a:ext cx="348" cy="368"/>
              <a:chOff x="2870" y="1518"/>
              <a:chExt cx="292" cy="320"/>
            </a:xfrm>
          </p:grpSpPr>
          <p:graphicFrame>
            <p:nvGraphicFramePr>
              <p:cNvPr id="836654" name="Object 67">
                <a:extLst>
                  <a:ext uri="{FF2B5EF4-FFF2-40B4-BE49-F238E27FC236}">
                    <a16:creationId xmlns:a16="http://schemas.microsoft.com/office/drawing/2014/main" id="{8F1677B7-0688-4FDC-B141-2E9AD5E8723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36759" name="Clip" r:id="rId10" imgW="826829" imgH="840406" progId="MS_ClipArt_Gallery.2">
                      <p:embed/>
                    </p:oleObj>
                  </mc:Choice>
                  <mc:Fallback>
                    <p:oleObj name="Clip" r:id="rId10" imgW="826829" imgH="840406" progId="MS_ClipArt_Gallery.2">
                      <p:embed/>
                      <p:pic>
                        <p:nvPicPr>
                          <p:cNvPr id="0" name="Object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6655" name="Object 68">
                <a:extLst>
                  <a:ext uri="{FF2B5EF4-FFF2-40B4-BE49-F238E27FC236}">
                    <a16:creationId xmlns:a16="http://schemas.microsoft.com/office/drawing/2014/main" id="{F7D7462D-F578-4906-98F4-1C022AF4F9B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36760" name="Clip" r:id="rId11" imgW="1268295" imgH="1199426" progId="MS_ClipArt_Gallery.2">
                      <p:embed/>
                    </p:oleObj>
                  </mc:Choice>
                  <mc:Fallback>
                    <p:oleObj name="Clip" r:id="rId11" imgW="1268295" imgH="1199426" progId="MS_ClipArt_Gallery.2">
                      <p:embed/>
                      <p:pic>
                        <p:nvPicPr>
                          <p:cNvPr id="0" name="Object 6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36650" name="Line 69">
              <a:extLst>
                <a:ext uri="{FF2B5EF4-FFF2-40B4-BE49-F238E27FC236}">
                  <a16:creationId xmlns:a16="http://schemas.microsoft.com/office/drawing/2014/main" id="{81E454C3-87F6-49B0-83A9-E1006CCD5AD5}"/>
                </a:ext>
              </a:extLst>
            </p:cNvPr>
            <p:cNvSpPr>
              <a:spLocks noChangeShapeType="1"/>
            </p:cNvSpPr>
            <p:nvPr/>
          </p:nvSpPr>
          <p:spPr bwMode="auto">
            <a:xfrm>
              <a:off x="2158" y="793"/>
              <a:ext cx="26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36651" name="Line 70">
              <a:extLst>
                <a:ext uri="{FF2B5EF4-FFF2-40B4-BE49-F238E27FC236}">
                  <a16:creationId xmlns:a16="http://schemas.microsoft.com/office/drawing/2014/main" id="{5A86ABBC-5FD9-4575-ACDD-34F711EA77C2}"/>
                </a:ext>
              </a:extLst>
            </p:cNvPr>
            <p:cNvSpPr>
              <a:spLocks noChangeShapeType="1"/>
            </p:cNvSpPr>
            <p:nvPr/>
          </p:nvSpPr>
          <p:spPr bwMode="auto">
            <a:xfrm flipH="1">
              <a:off x="1734" y="715"/>
              <a:ext cx="166"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6652" name="Line 71">
              <a:extLst>
                <a:ext uri="{FF2B5EF4-FFF2-40B4-BE49-F238E27FC236}">
                  <a16:creationId xmlns:a16="http://schemas.microsoft.com/office/drawing/2014/main" id="{AE490673-AA83-4B06-B73B-4E1FE2221AB1}"/>
                </a:ext>
              </a:extLst>
            </p:cNvPr>
            <p:cNvSpPr>
              <a:spLocks noChangeShapeType="1"/>
            </p:cNvSpPr>
            <p:nvPr/>
          </p:nvSpPr>
          <p:spPr bwMode="auto">
            <a:xfrm flipH="1">
              <a:off x="1747" y="776"/>
              <a:ext cx="16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6653" name="Line 72">
              <a:extLst>
                <a:ext uri="{FF2B5EF4-FFF2-40B4-BE49-F238E27FC236}">
                  <a16:creationId xmlns:a16="http://schemas.microsoft.com/office/drawing/2014/main" id="{14F3EA66-4080-4F6F-A536-FC9CE5E34333}"/>
                </a:ext>
              </a:extLst>
            </p:cNvPr>
            <p:cNvSpPr>
              <a:spLocks noChangeShapeType="1"/>
            </p:cNvSpPr>
            <p:nvPr/>
          </p:nvSpPr>
          <p:spPr bwMode="auto">
            <a:xfrm flipH="1">
              <a:off x="1697" y="830"/>
              <a:ext cx="166"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36631" name="Rectangle 73">
            <a:extLst>
              <a:ext uri="{FF2B5EF4-FFF2-40B4-BE49-F238E27FC236}">
                <a16:creationId xmlns:a16="http://schemas.microsoft.com/office/drawing/2014/main" id="{3B97BF06-C660-40A8-93C0-A93B60027167}"/>
              </a:ext>
            </a:extLst>
          </p:cNvPr>
          <p:cNvSpPr>
            <a:spLocks noChangeArrowheads="1"/>
          </p:cNvSpPr>
          <p:nvPr/>
        </p:nvSpPr>
        <p:spPr bwMode="auto">
          <a:xfrm>
            <a:off x="755650" y="260350"/>
            <a:ext cx="83883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ko-KR" sz="3600" u="sng">
                <a:solidFill>
                  <a:schemeClr val="accent2"/>
                </a:solidFill>
                <a:ea typeface="Gulim" panose="020B0600000101010101" pitchFamily="34" charset="-127"/>
              </a:rPr>
              <a:t>802.11: di động trong cùng mạng (con)</a:t>
            </a:r>
          </a:p>
        </p:txBody>
      </p:sp>
      <p:grpSp>
        <p:nvGrpSpPr>
          <p:cNvPr id="836632" name="Group 74">
            <a:extLst>
              <a:ext uri="{FF2B5EF4-FFF2-40B4-BE49-F238E27FC236}">
                <a16:creationId xmlns:a16="http://schemas.microsoft.com/office/drawing/2014/main" id="{07DF0340-C807-4CCD-B67D-44EA85F24EAA}"/>
              </a:ext>
            </a:extLst>
          </p:cNvPr>
          <p:cNvGrpSpPr>
            <a:grpSpLocks/>
          </p:cNvGrpSpPr>
          <p:nvPr/>
        </p:nvGrpSpPr>
        <p:grpSpPr bwMode="auto">
          <a:xfrm>
            <a:off x="6299200" y="1798638"/>
            <a:ext cx="876300" cy="525462"/>
            <a:chOff x="2960" y="1439"/>
            <a:chExt cx="552" cy="331"/>
          </a:xfrm>
        </p:grpSpPr>
        <p:grpSp>
          <p:nvGrpSpPr>
            <p:cNvPr id="836634" name="Group 75">
              <a:extLst>
                <a:ext uri="{FF2B5EF4-FFF2-40B4-BE49-F238E27FC236}">
                  <a16:creationId xmlns:a16="http://schemas.microsoft.com/office/drawing/2014/main" id="{342A43BD-289E-4933-9687-88C9D40FAF9F}"/>
                </a:ext>
              </a:extLst>
            </p:cNvPr>
            <p:cNvGrpSpPr>
              <a:grpSpLocks/>
            </p:cNvGrpSpPr>
            <p:nvPr/>
          </p:nvGrpSpPr>
          <p:grpSpPr bwMode="auto">
            <a:xfrm>
              <a:off x="3024" y="1623"/>
              <a:ext cx="315" cy="147"/>
              <a:chOff x="3600" y="219"/>
              <a:chExt cx="360" cy="175"/>
            </a:xfrm>
          </p:grpSpPr>
          <p:sp>
            <p:nvSpPr>
              <p:cNvPr id="836636" name="Oval 76">
                <a:extLst>
                  <a:ext uri="{FF2B5EF4-FFF2-40B4-BE49-F238E27FC236}">
                    <a16:creationId xmlns:a16="http://schemas.microsoft.com/office/drawing/2014/main" id="{EAE7652B-6C4F-45A1-A53B-3C41266E7796}"/>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36637" name="Line 77">
                <a:extLst>
                  <a:ext uri="{FF2B5EF4-FFF2-40B4-BE49-F238E27FC236}">
                    <a16:creationId xmlns:a16="http://schemas.microsoft.com/office/drawing/2014/main" id="{28A0ACE2-6FEC-4AFB-BC65-F132C45F36A3}"/>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6638" name="Line 78">
                <a:extLst>
                  <a:ext uri="{FF2B5EF4-FFF2-40B4-BE49-F238E27FC236}">
                    <a16:creationId xmlns:a16="http://schemas.microsoft.com/office/drawing/2014/main" id="{6926CD26-44DA-4397-88D0-521B3C32284F}"/>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6639" name="Rectangle 79">
                <a:extLst>
                  <a:ext uri="{FF2B5EF4-FFF2-40B4-BE49-F238E27FC236}">
                    <a16:creationId xmlns:a16="http://schemas.microsoft.com/office/drawing/2014/main" id="{38F5DDCD-2CA3-4467-910B-717ACD34AF5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a typeface="Gulim" panose="020B0600000101010101" pitchFamily="34" charset="-127"/>
                </a:endParaRPr>
              </a:p>
            </p:txBody>
          </p:sp>
          <p:sp>
            <p:nvSpPr>
              <p:cNvPr id="836640" name="Oval 80">
                <a:extLst>
                  <a:ext uri="{FF2B5EF4-FFF2-40B4-BE49-F238E27FC236}">
                    <a16:creationId xmlns:a16="http://schemas.microsoft.com/office/drawing/2014/main" id="{6F0BB6B9-C5B6-4852-A726-ABE41EF353A6}"/>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836641" name="Group 81">
                <a:extLst>
                  <a:ext uri="{FF2B5EF4-FFF2-40B4-BE49-F238E27FC236}">
                    <a16:creationId xmlns:a16="http://schemas.microsoft.com/office/drawing/2014/main" id="{BD76B039-C698-496E-B26A-FDEC0CF72AAC}"/>
                  </a:ext>
                </a:extLst>
              </p:cNvPr>
              <p:cNvGrpSpPr>
                <a:grpSpLocks/>
              </p:cNvGrpSpPr>
              <p:nvPr/>
            </p:nvGrpSpPr>
            <p:grpSpPr bwMode="auto">
              <a:xfrm>
                <a:off x="3686" y="244"/>
                <a:ext cx="177" cy="66"/>
                <a:chOff x="2848" y="848"/>
                <a:chExt cx="140" cy="98"/>
              </a:xfrm>
            </p:grpSpPr>
            <p:sp>
              <p:nvSpPr>
                <p:cNvPr id="836646" name="Line 82">
                  <a:extLst>
                    <a:ext uri="{FF2B5EF4-FFF2-40B4-BE49-F238E27FC236}">
                      <a16:creationId xmlns:a16="http://schemas.microsoft.com/office/drawing/2014/main" id="{C05C3779-B185-4DFB-AFF0-6C74359A0B47}"/>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6647" name="Line 83">
                  <a:extLst>
                    <a:ext uri="{FF2B5EF4-FFF2-40B4-BE49-F238E27FC236}">
                      <a16:creationId xmlns:a16="http://schemas.microsoft.com/office/drawing/2014/main" id="{84B19703-4B39-4528-964E-865A4929602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6648" name="Line 84">
                  <a:extLst>
                    <a:ext uri="{FF2B5EF4-FFF2-40B4-BE49-F238E27FC236}">
                      <a16:creationId xmlns:a16="http://schemas.microsoft.com/office/drawing/2014/main" id="{765429AC-2D5F-4B8D-96E1-CABB5E286FC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36642" name="Group 85">
                <a:extLst>
                  <a:ext uri="{FF2B5EF4-FFF2-40B4-BE49-F238E27FC236}">
                    <a16:creationId xmlns:a16="http://schemas.microsoft.com/office/drawing/2014/main" id="{5371ADEE-240D-4A9B-8E77-43744EAB653A}"/>
                  </a:ext>
                </a:extLst>
              </p:cNvPr>
              <p:cNvGrpSpPr>
                <a:grpSpLocks/>
              </p:cNvGrpSpPr>
              <p:nvPr/>
            </p:nvGrpSpPr>
            <p:grpSpPr bwMode="auto">
              <a:xfrm flipV="1">
                <a:off x="3686" y="243"/>
                <a:ext cx="177" cy="66"/>
                <a:chOff x="2848" y="848"/>
                <a:chExt cx="140" cy="98"/>
              </a:xfrm>
            </p:grpSpPr>
            <p:sp>
              <p:nvSpPr>
                <p:cNvPr id="836643" name="Line 86">
                  <a:extLst>
                    <a:ext uri="{FF2B5EF4-FFF2-40B4-BE49-F238E27FC236}">
                      <a16:creationId xmlns:a16="http://schemas.microsoft.com/office/drawing/2014/main" id="{57DA79B0-96EE-4490-A28A-FE11AA6FEF0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6644" name="Line 87">
                  <a:extLst>
                    <a:ext uri="{FF2B5EF4-FFF2-40B4-BE49-F238E27FC236}">
                      <a16:creationId xmlns:a16="http://schemas.microsoft.com/office/drawing/2014/main" id="{1DE41B64-A627-42BA-9E4F-1A0760D4BED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6645" name="Line 88">
                  <a:extLst>
                    <a:ext uri="{FF2B5EF4-FFF2-40B4-BE49-F238E27FC236}">
                      <a16:creationId xmlns:a16="http://schemas.microsoft.com/office/drawing/2014/main" id="{F48A18ED-5E44-4B4B-A93A-CC92E4C766E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836635" name="Text Box 89">
              <a:extLst>
                <a:ext uri="{FF2B5EF4-FFF2-40B4-BE49-F238E27FC236}">
                  <a16:creationId xmlns:a16="http://schemas.microsoft.com/office/drawing/2014/main" id="{6F3349B9-B913-4F6D-8004-4D26D3667A20}"/>
                </a:ext>
              </a:extLst>
            </p:cNvPr>
            <p:cNvSpPr txBox="1">
              <a:spLocks noChangeArrowheads="1"/>
            </p:cNvSpPr>
            <p:nvPr/>
          </p:nvSpPr>
          <p:spPr bwMode="auto">
            <a:xfrm>
              <a:off x="2960" y="1439"/>
              <a:ext cx="5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ko-KR" sz="1800">
                  <a:ea typeface="Gulim" panose="020B0600000101010101" pitchFamily="34" charset="-127"/>
                </a:rPr>
                <a:t>router</a:t>
              </a:r>
            </a:p>
          </p:txBody>
        </p:sp>
      </p:grpSp>
      <p:sp>
        <p:nvSpPr>
          <p:cNvPr id="836633" name="Rectangle 90">
            <a:extLst>
              <a:ext uri="{FF2B5EF4-FFF2-40B4-BE49-F238E27FC236}">
                <a16:creationId xmlns:a16="http://schemas.microsoft.com/office/drawing/2014/main" id="{D0FB9EB8-FB6C-4718-884F-2284BF190CB3}"/>
              </a:ext>
            </a:extLst>
          </p:cNvPr>
          <p:cNvSpPr>
            <a:spLocks noGrp="1" noChangeArrowheads="1"/>
          </p:cNvSpPr>
          <p:nvPr>
            <p:ph type="body" sz="half" idx="1"/>
          </p:nvPr>
        </p:nvSpPr>
        <p:spPr>
          <a:xfrm>
            <a:off x="533400" y="1600200"/>
            <a:ext cx="3643313" cy="4648200"/>
          </a:xfrm>
        </p:spPr>
        <p:txBody>
          <a:bodyPr/>
          <a:lstStyle/>
          <a:p>
            <a:pPr>
              <a:tabLst>
                <a:tab pos="746125" algn="l"/>
              </a:tabLst>
            </a:pPr>
            <a:r>
              <a:rPr lang="en-US" altLang="ko-KR" sz="2400">
                <a:ea typeface="Gulim" panose="020B0600000101010101" pitchFamily="34" charset="-127"/>
              </a:rPr>
              <a:t>H1 vẫn cùng mạng IP: địa chỉ IP có thể giữ nguyên giữa các BBSs</a:t>
            </a:r>
          </a:p>
          <a:p>
            <a:pPr>
              <a:tabLst>
                <a:tab pos="746125" algn="l"/>
              </a:tabLst>
            </a:pPr>
            <a:r>
              <a:rPr lang="en-US" altLang="ko-KR" sz="2400">
                <a:ea typeface="Gulim" panose="020B0600000101010101" pitchFamily="34" charset="-127"/>
              </a:rPr>
              <a:t>switch: AP nào được kết hợp với H1?</a:t>
            </a:r>
          </a:p>
          <a:p>
            <a:pPr marL="685800" lvl="1" indent="-228600">
              <a:tabLst>
                <a:tab pos="746125" algn="l"/>
              </a:tabLst>
            </a:pPr>
            <a:r>
              <a:rPr lang="en-US" altLang="ko-KR" sz="2000">
                <a:ea typeface="Gulim" panose="020B0600000101010101" pitchFamily="34" charset="-127"/>
              </a:rPr>
              <a:t>tự học: switch sẽ xem các frame từ H1 và “ghi nhớ” cổng nào của nó có thể được sử dụng để đến H1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6" name="Rectangle 2">
            <a:extLst>
              <a:ext uri="{FF2B5EF4-FFF2-40B4-BE49-F238E27FC236}">
                <a16:creationId xmlns:a16="http://schemas.microsoft.com/office/drawing/2014/main" id="{69E06599-10B7-4898-8B11-36A66B269EC2}"/>
              </a:ext>
            </a:extLst>
          </p:cNvPr>
          <p:cNvSpPr>
            <a:spLocks noGrp="1" noChangeArrowheads="1"/>
          </p:cNvSpPr>
          <p:nvPr>
            <p:ph type="title"/>
          </p:nvPr>
        </p:nvSpPr>
        <p:spPr>
          <a:xfrm>
            <a:off x="684213" y="333375"/>
            <a:ext cx="7948612" cy="647700"/>
          </a:xfrm>
        </p:spPr>
        <p:txBody>
          <a:bodyPr/>
          <a:lstStyle/>
          <a:p>
            <a:r>
              <a:rPr lang="en-US" altLang="ko-KR" sz="4400">
                <a:ea typeface="Gulim" panose="020B0600000101010101" pitchFamily="34" charset="-127"/>
              </a:rPr>
              <a:t>Các xu hướng gần đây</a:t>
            </a:r>
            <a:endParaRPr lang="en-US" altLang="ko-KR" sz="3600">
              <a:ea typeface="Gulim" panose="020B0600000101010101" pitchFamily="34" charset="-127"/>
            </a:endParaRPr>
          </a:p>
        </p:txBody>
      </p:sp>
      <p:sp>
        <p:nvSpPr>
          <p:cNvPr id="837637" name="Rectangle 3">
            <a:extLst>
              <a:ext uri="{FF2B5EF4-FFF2-40B4-BE49-F238E27FC236}">
                <a16:creationId xmlns:a16="http://schemas.microsoft.com/office/drawing/2014/main" id="{4A7BEB8A-3D0F-45E0-9972-F3CB0625A11F}"/>
              </a:ext>
            </a:extLst>
          </p:cNvPr>
          <p:cNvSpPr>
            <a:spLocks noGrp="1" noChangeArrowheads="1"/>
          </p:cNvSpPr>
          <p:nvPr>
            <p:ph type="body" idx="1"/>
          </p:nvPr>
        </p:nvSpPr>
        <p:spPr>
          <a:xfrm>
            <a:off x="228600" y="1409700"/>
            <a:ext cx="8686800" cy="4724400"/>
          </a:xfrm>
        </p:spPr>
        <p:txBody>
          <a:bodyPr/>
          <a:lstStyle/>
          <a:p>
            <a:r>
              <a:rPr lang="en-US" altLang="ko-KR">
                <a:ea typeface="Gulim" panose="020B0600000101010101" pitchFamily="34" charset="-127"/>
              </a:rPr>
              <a:t>IEEE 802.11</a:t>
            </a:r>
          </a:p>
          <a:p>
            <a:pPr lvl="1"/>
            <a:r>
              <a:rPr lang="en-US" altLang="ko-KR">
                <a:ea typeface="Gulim" panose="020B0600000101010101" pitchFamily="34" charset="-127"/>
              </a:rPr>
              <a:t>Wi-Fi</a:t>
            </a:r>
          </a:p>
          <a:p>
            <a:r>
              <a:rPr lang="en-US" altLang="ko-KR">
                <a:ea typeface="Gulim" panose="020B0600000101010101" pitchFamily="34" charset="-127"/>
              </a:rPr>
              <a:t>IEEE 802.15</a:t>
            </a:r>
          </a:p>
          <a:p>
            <a:pPr lvl="1"/>
            <a:r>
              <a:rPr lang="en-US" altLang="ko-KR">
                <a:ea typeface="Gulim" panose="020B0600000101010101" pitchFamily="34" charset="-127"/>
              </a:rPr>
              <a:t>Bluetooth</a:t>
            </a:r>
          </a:p>
          <a:p>
            <a:pPr lvl="1"/>
            <a:r>
              <a:rPr lang="en-US" altLang="ko-KR">
                <a:ea typeface="Gulim" panose="020B0600000101010101" pitchFamily="34" charset="-127"/>
              </a:rPr>
              <a:t>High rate</a:t>
            </a:r>
          </a:p>
          <a:p>
            <a:pPr lvl="1"/>
            <a:r>
              <a:rPr lang="en-US" altLang="ko-KR">
                <a:ea typeface="Gulim" panose="020B0600000101010101" pitchFamily="34" charset="-127"/>
              </a:rPr>
              <a:t>Sensor network</a:t>
            </a:r>
          </a:p>
          <a:p>
            <a:r>
              <a:rPr lang="en-US" altLang="ko-KR">
                <a:ea typeface="Gulim" panose="020B0600000101010101" pitchFamily="34" charset="-127"/>
              </a:rPr>
              <a:t>IEEE 802.16</a:t>
            </a:r>
          </a:p>
          <a:p>
            <a:pPr lvl="1"/>
            <a:r>
              <a:rPr lang="en-US" altLang="ko-KR">
                <a:ea typeface="Gulim" panose="020B0600000101010101" pitchFamily="34" charset="-127"/>
              </a:rPr>
              <a:t>Broadband wireless MAN</a:t>
            </a:r>
          </a:p>
          <a:p>
            <a:r>
              <a:rPr lang="en-US" altLang="ko-KR">
                <a:ea typeface="Gulim" panose="020B0600000101010101" pitchFamily="34" charset="-127"/>
              </a:rPr>
              <a:t>IEEE 802.20: </a:t>
            </a:r>
            <a:r>
              <a:rPr lang="en-US" altLang="ko-KR" sz="2400" i="1">
                <a:solidFill>
                  <a:srgbClr val="0066FF"/>
                </a:solidFill>
                <a:ea typeface="Gulim" panose="020B0600000101010101" pitchFamily="34" charset="-127"/>
              </a:rPr>
              <a:t>New</a:t>
            </a:r>
          </a:p>
          <a:p>
            <a:pPr lvl="1"/>
            <a:r>
              <a:rPr lang="en-US" altLang="ko-KR">
                <a:ea typeface="Gulim" panose="020B0600000101010101" pitchFamily="34" charset="-127"/>
              </a:rPr>
              <a:t>Mobile broadband wireless access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60" name="Rectangle 2">
            <a:extLst>
              <a:ext uri="{FF2B5EF4-FFF2-40B4-BE49-F238E27FC236}">
                <a16:creationId xmlns:a16="http://schemas.microsoft.com/office/drawing/2014/main" id="{5FE582C0-939A-48C3-92BE-E42848D5ABB0}"/>
              </a:ext>
            </a:extLst>
          </p:cNvPr>
          <p:cNvSpPr>
            <a:spLocks noGrp="1" noChangeArrowheads="1"/>
          </p:cNvSpPr>
          <p:nvPr>
            <p:ph type="title"/>
          </p:nvPr>
        </p:nvSpPr>
        <p:spPr>
          <a:xfrm>
            <a:off x="533400" y="0"/>
            <a:ext cx="7772400" cy="1143000"/>
          </a:xfrm>
        </p:spPr>
        <p:txBody>
          <a:bodyPr/>
          <a:lstStyle/>
          <a:p>
            <a:r>
              <a:rPr lang="en-US" altLang="en-US" sz="3600"/>
              <a:t>Một số sản phẩm không dây</a:t>
            </a:r>
            <a:br>
              <a:rPr lang="en-US" altLang="en-US" sz="3600"/>
            </a:br>
            <a:endParaRPr lang="en-US" altLang="en-US" sz="3600"/>
          </a:p>
        </p:txBody>
      </p:sp>
      <p:pic>
        <p:nvPicPr>
          <p:cNvPr id="838661" name="Picture 3">
            <a:extLst>
              <a:ext uri="{FF2B5EF4-FFF2-40B4-BE49-F238E27FC236}">
                <a16:creationId xmlns:a16="http://schemas.microsoft.com/office/drawing/2014/main" id="{796C131B-FF56-43EB-ACDD-A0C2C76DCC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463" y="1214438"/>
            <a:ext cx="6054725" cy="506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4" name="Rectangle 2">
            <a:extLst>
              <a:ext uri="{FF2B5EF4-FFF2-40B4-BE49-F238E27FC236}">
                <a16:creationId xmlns:a16="http://schemas.microsoft.com/office/drawing/2014/main" id="{CCA5D5CD-AB2A-4958-BD26-B24E52922D38}"/>
              </a:ext>
            </a:extLst>
          </p:cNvPr>
          <p:cNvSpPr>
            <a:spLocks noGrp="1" noChangeArrowheads="1"/>
          </p:cNvSpPr>
          <p:nvPr>
            <p:ph type="ctrTitle"/>
          </p:nvPr>
        </p:nvSpPr>
        <p:spPr>
          <a:xfrm>
            <a:off x="685800" y="1395413"/>
            <a:ext cx="7772400" cy="1470025"/>
          </a:xfrm>
        </p:spPr>
        <p:txBody>
          <a:bodyPr/>
          <a:lstStyle/>
          <a:p>
            <a:pPr algn="ctr"/>
            <a:r>
              <a:rPr lang="en-US" altLang="en-US" sz="3600"/>
              <a:t>Cấu hình Access Point cơ bản</a:t>
            </a:r>
            <a:br>
              <a:rPr lang="en-US" altLang="en-US" sz="3600"/>
            </a:br>
            <a:endParaRPr lang="en-US" altLang="en-US" sz="3600"/>
          </a:p>
        </p:txBody>
      </p:sp>
      <p:sp>
        <p:nvSpPr>
          <p:cNvPr id="839685" name="Rectangle 5">
            <a:extLst>
              <a:ext uri="{FF2B5EF4-FFF2-40B4-BE49-F238E27FC236}">
                <a16:creationId xmlns:a16="http://schemas.microsoft.com/office/drawing/2014/main" id="{0AA92C35-2986-4E2C-879C-37A4859947EA}"/>
              </a:ext>
            </a:extLst>
          </p:cNvPr>
          <p:cNvSpPr>
            <a:spLocks noGrp="1" noChangeArrowheads="1"/>
          </p:cNvSpPr>
          <p:nvPr>
            <p:ph type="subTitle" idx="1"/>
          </p:nvPr>
        </p:nvSpPr>
        <p:spPr>
          <a:xfrm>
            <a:off x="1371600" y="3886200"/>
            <a:ext cx="6858000" cy="1752600"/>
          </a:xfrm>
          <a:noFill/>
        </p:spPr>
        <p:txBody>
          <a:bodyPr/>
          <a:lstStyle/>
          <a:p>
            <a:r>
              <a:rPr lang="en-US" altLang="en-US"/>
              <a:t>Dựa trên các Access Points của Cisco!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8" name="Rectangle 2">
            <a:extLst>
              <a:ext uri="{FF2B5EF4-FFF2-40B4-BE49-F238E27FC236}">
                <a16:creationId xmlns:a16="http://schemas.microsoft.com/office/drawing/2014/main" id="{AE7210A5-77AA-4799-A003-A798CEF5934A}"/>
              </a:ext>
            </a:extLst>
          </p:cNvPr>
          <p:cNvSpPr>
            <a:spLocks noGrp="1" noChangeArrowheads="1"/>
          </p:cNvSpPr>
          <p:nvPr>
            <p:ph type="title"/>
          </p:nvPr>
        </p:nvSpPr>
        <p:spPr>
          <a:xfrm>
            <a:off x="533400" y="-328613"/>
            <a:ext cx="7772400" cy="1143001"/>
          </a:xfrm>
        </p:spPr>
        <p:txBody>
          <a:bodyPr/>
          <a:lstStyle/>
          <a:p>
            <a:r>
              <a:rPr lang="en-US" altLang="en-US"/>
              <a:t>Thông tin từ đèn LED</a:t>
            </a:r>
          </a:p>
        </p:txBody>
      </p:sp>
      <p:sp>
        <p:nvSpPr>
          <p:cNvPr id="840709" name="Rectangle 3">
            <a:extLst>
              <a:ext uri="{FF2B5EF4-FFF2-40B4-BE49-F238E27FC236}">
                <a16:creationId xmlns:a16="http://schemas.microsoft.com/office/drawing/2014/main" id="{404C36DE-986F-403B-B5AE-457ACA19A10D}"/>
              </a:ext>
            </a:extLst>
          </p:cNvPr>
          <p:cNvSpPr>
            <a:spLocks noGrp="1" noChangeArrowheads="1"/>
          </p:cNvSpPr>
          <p:nvPr>
            <p:ph type="body" idx="1"/>
          </p:nvPr>
        </p:nvSpPr>
        <p:spPr>
          <a:xfrm>
            <a:off x="38100" y="3170581"/>
            <a:ext cx="9144000" cy="3533775"/>
          </a:xfrm>
        </p:spPr>
        <p:txBody>
          <a:bodyPr/>
          <a:lstStyle/>
          <a:p>
            <a:pPr>
              <a:lnSpc>
                <a:spcPct val="90000"/>
              </a:lnSpc>
            </a:pPr>
            <a:r>
              <a:rPr lang="en-US" altLang="en-US" sz="2400">
                <a:cs typeface="Arial" panose="020B0604020202020204" pitchFamily="34" charset="0"/>
              </a:rPr>
              <a:t>Các màu sắc từ đèn LEDs trên một access point chuyển tải thông tin trạng thái. </a:t>
            </a:r>
          </a:p>
          <a:p>
            <a:pPr>
              <a:lnSpc>
                <a:spcPct val="90000"/>
              </a:lnSpc>
            </a:pPr>
            <a:r>
              <a:rPr lang="en-US" altLang="en-US" sz="2400">
                <a:cs typeface="Arial" panose="020B0604020202020204" pitchFamily="34" charset="0"/>
              </a:rPr>
              <a:t>Khi access point đang được cấp nguồn, cả ba đèn LEDs thường là nhấp nháy. </a:t>
            </a:r>
          </a:p>
          <a:p>
            <a:pPr>
              <a:lnSpc>
                <a:spcPct val="90000"/>
              </a:lnSpc>
            </a:pPr>
            <a:r>
              <a:rPr lang="en-US" altLang="en-US" sz="2400">
                <a:cs typeface="Arial" panose="020B0604020202020204" pitchFamily="34" charset="0"/>
              </a:rPr>
              <a:t>Sau khi khởi động xong, các màu sắc của đèn LEDs có ý nghĩa như sau: </a:t>
            </a:r>
            <a:endParaRPr lang="en-US" altLang="en-US" sz="2400"/>
          </a:p>
          <a:p>
            <a:pPr lvl="1">
              <a:lnSpc>
                <a:spcPct val="90000"/>
              </a:lnSpc>
            </a:pPr>
            <a:r>
              <a:rPr lang="en-US" altLang="en-US" sz="2000" b="1">
                <a:solidFill>
                  <a:schemeClr val="accent1"/>
                </a:solidFill>
                <a:cs typeface="Arial" panose="020B0604020202020204" pitchFamily="34" charset="0"/>
              </a:rPr>
              <a:t>Green</a:t>
            </a:r>
            <a:r>
              <a:rPr lang="en-US" altLang="en-US" sz="2000">
                <a:cs typeface="Arial" panose="020B0604020202020204" pitchFamily="34" charset="0"/>
              </a:rPr>
              <a:t> LEDs chỉ trạng thái hoạt động bình thường. </a:t>
            </a:r>
            <a:endParaRPr lang="en-US" altLang="en-US" sz="2000"/>
          </a:p>
          <a:p>
            <a:pPr lvl="1">
              <a:lnSpc>
                <a:spcPct val="90000"/>
              </a:lnSpc>
            </a:pPr>
            <a:r>
              <a:rPr lang="en-US" altLang="en-US" sz="2000" b="1">
                <a:solidFill>
                  <a:srgbClr val="FF9900"/>
                </a:solidFill>
                <a:cs typeface="Arial" panose="020B0604020202020204" pitchFamily="34" charset="0"/>
              </a:rPr>
              <a:t>Amber</a:t>
            </a:r>
            <a:r>
              <a:rPr lang="en-US" altLang="en-US" sz="2000">
                <a:cs typeface="Arial" panose="020B0604020202020204" pitchFamily="34" charset="0"/>
              </a:rPr>
              <a:t> LEDs chỉ các lỗi hay cảnh báo. </a:t>
            </a:r>
            <a:endParaRPr lang="en-US" altLang="en-US" sz="2000"/>
          </a:p>
          <a:p>
            <a:pPr lvl="1">
              <a:lnSpc>
                <a:spcPct val="90000"/>
              </a:lnSpc>
            </a:pPr>
            <a:r>
              <a:rPr lang="en-US" altLang="en-US" sz="2000" b="1">
                <a:solidFill>
                  <a:srgbClr val="FF0000"/>
                </a:solidFill>
                <a:cs typeface="Arial" panose="020B0604020202020204" pitchFamily="34" charset="0"/>
              </a:rPr>
              <a:t>Red</a:t>
            </a:r>
            <a:r>
              <a:rPr lang="en-US" altLang="en-US" sz="2000">
                <a:cs typeface="Arial" panose="020B0604020202020204" pitchFamily="34" charset="0"/>
              </a:rPr>
              <a:t> LEDs nghĩa là phần đó đang hoạt động không đúng hoặc đang được nâng cấp/upgrade. </a:t>
            </a:r>
            <a:endParaRPr lang="en-US" altLang="en-US" sz="2000"/>
          </a:p>
        </p:txBody>
      </p:sp>
      <p:pic>
        <p:nvPicPr>
          <p:cNvPr id="840710" name="Picture 4">
            <a:extLst>
              <a:ext uri="{FF2B5EF4-FFF2-40B4-BE49-F238E27FC236}">
                <a16:creationId xmlns:a16="http://schemas.microsoft.com/office/drawing/2014/main" id="{63917417-A0E7-42B5-A073-8CAB04B7C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681038"/>
            <a:ext cx="19431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40711" name="Picture 5">
            <a:extLst>
              <a:ext uri="{FF2B5EF4-FFF2-40B4-BE49-F238E27FC236}">
                <a16:creationId xmlns:a16="http://schemas.microsoft.com/office/drawing/2014/main" id="{7341DFD7-157D-4A06-8BEC-8B16E79E6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604838"/>
            <a:ext cx="2581275"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0712" name="Text Box 6">
            <a:extLst>
              <a:ext uri="{FF2B5EF4-FFF2-40B4-BE49-F238E27FC236}">
                <a16:creationId xmlns:a16="http://schemas.microsoft.com/office/drawing/2014/main" id="{66AF5A7C-CBD7-45CF-959D-CC4126BAD055}"/>
              </a:ext>
            </a:extLst>
          </p:cNvPr>
          <p:cNvSpPr txBox="1">
            <a:spLocks noChangeArrowheads="1"/>
          </p:cNvSpPr>
          <p:nvPr/>
        </p:nvSpPr>
        <p:spPr bwMode="auto">
          <a:xfrm>
            <a:off x="457200" y="604838"/>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1100 AP</a:t>
            </a:r>
          </a:p>
        </p:txBody>
      </p:sp>
      <p:sp>
        <p:nvSpPr>
          <p:cNvPr id="840713" name="Text Box 7">
            <a:extLst>
              <a:ext uri="{FF2B5EF4-FFF2-40B4-BE49-F238E27FC236}">
                <a16:creationId xmlns:a16="http://schemas.microsoft.com/office/drawing/2014/main" id="{429D78EA-531F-4AC2-8564-396824829282}"/>
              </a:ext>
            </a:extLst>
          </p:cNvPr>
          <p:cNvSpPr txBox="1">
            <a:spLocks noChangeArrowheads="1"/>
          </p:cNvSpPr>
          <p:nvPr/>
        </p:nvSpPr>
        <p:spPr bwMode="auto">
          <a:xfrm>
            <a:off x="3810000" y="604838"/>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1200 AP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1732" name="Picture 2">
            <a:extLst>
              <a:ext uri="{FF2B5EF4-FFF2-40B4-BE49-F238E27FC236}">
                <a16:creationId xmlns:a16="http://schemas.microsoft.com/office/drawing/2014/main" id="{EE3C538B-6263-451B-AD25-A681BE148F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9763" y="442913"/>
            <a:ext cx="3438525"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1733" name="Rectangle 3">
            <a:extLst>
              <a:ext uri="{FF2B5EF4-FFF2-40B4-BE49-F238E27FC236}">
                <a16:creationId xmlns:a16="http://schemas.microsoft.com/office/drawing/2014/main" id="{B5B13423-0AAC-426C-8633-8C68A522D3C3}"/>
              </a:ext>
            </a:extLst>
          </p:cNvPr>
          <p:cNvSpPr>
            <a:spLocks noGrp="1" noChangeArrowheads="1"/>
          </p:cNvSpPr>
          <p:nvPr>
            <p:ph type="title"/>
          </p:nvPr>
        </p:nvSpPr>
        <p:spPr>
          <a:xfrm>
            <a:off x="-14288" y="-100013"/>
            <a:ext cx="7772401" cy="1143001"/>
          </a:xfrm>
        </p:spPr>
        <p:txBody>
          <a:bodyPr/>
          <a:lstStyle/>
          <a:p>
            <a:r>
              <a:rPr lang="en-US" altLang="en-US"/>
              <a:t>Xác lập lại AP (nguồn đang bật)</a:t>
            </a:r>
          </a:p>
        </p:txBody>
      </p:sp>
      <p:sp>
        <p:nvSpPr>
          <p:cNvPr id="841734" name="Rectangle 4">
            <a:extLst>
              <a:ext uri="{FF2B5EF4-FFF2-40B4-BE49-F238E27FC236}">
                <a16:creationId xmlns:a16="http://schemas.microsoft.com/office/drawing/2014/main" id="{2902B107-11B1-422B-918C-4F8C888F9DAF}"/>
              </a:ext>
            </a:extLst>
          </p:cNvPr>
          <p:cNvSpPr>
            <a:spLocks noGrp="1" noChangeArrowheads="1"/>
          </p:cNvSpPr>
          <p:nvPr>
            <p:ph type="body" idx="1"/>
          </p:nvPr>
        </p:nvSpPr>
        <p:spPr>
          <a:xfrm>
            <a:off x="0" y="3367088"/>
            <a:ext cx="9158288" cy="2881312"/>
          </a:xfrm>
        </p:spPr>
        <p:txBody>
          <a:bodyPr/>
          <a:lstStyle/>
          <a:p>
            <a:pPr>
              <a:lnSpc>
                <a:spcPct val="90000"/>
              </a:lnSpc>
            </a:pPr>
            <a:r>
              <a:rPr lang="en-US" altLang="en-US" sz="2000"/>
              <a:t>Khi bắt đầu một bài thực hành, để đảm bảo rằng một AP có những thiết lập mặc định, ta sẽ xác lập lại AP đó.</a:t>
            </a:r>
          </a:p>
          <a:p>
            <a:pPr>
              <a:lnSpc>
                <a:spcPct val="90000"/>
              </a:lnSpc>
            </a:pPr>
            <a:r>
              <a:rPr lang="en-US" altLang="en-US" sz="2000">
                <a:cs typeface="Arial" panose="020B0604020202020204" pitchFamily="34" charset="0"/>
              </a:rPr>
              <a:t>Thực hiện các bước sau để xác lập lại các thiết lập mặc định cho access point sử dụng nút MODE trên AP:</a:t>
            </a:r>
          </a:p>
          <a:p>
            <a:pPr>
              <a:lnSpc>
                <a:spcPct val="90000"/>
              </a:lnSpc>
            </a:pPr>
            <a:r>
              <a:rPr lang="en-US" altLang="en-US" sz="2000" b="1">
                <a:cs typeface="Arial" panose="020B0604020202020204" pitchFamily="34" charset="0"/>
              </a:rPr>
              <a:t>Bước 1</a:t>
            </a:r>
            <a:r>
              <a:rPr lang="en-US" altLang="en-US" sz="2000">
                <a:cs typeface="Arial" panose="020B0604020202020204" pitchFamily="34" charset="0"/>
              </a:rPr>
              <a:t> Ngắt nguồn (rút dây nguồn nếu AP được cấp ngoài hay cáp Ethernet nếu nó được cấp trong/in-line power) khỏi AP. </a:t>
            </a:r>
          </a:p>
          <a:p>
            <a:pPr>
              <a:lnSpc>
                <a:spcPct val="90000"/>
              </a:lnSpc>
            </a:pPr>
            <a:r>
              <a:rPr lang="en-US" altLang="en-US" sz="2000" b="1">
                <a:cs typeface="Arial" panose="020B0604020202020204" pitchFamily="34" charset="0"/>
              </a:rPr>
              <a:t>Bước 2</a:t>
            </a:r>
            <a:r>
              <a:rPr lang="en-US" altLang="en-US" sz="2000">
                <a:cs typeface="Arial" panose="020B0604020202020204" pitchFamily="34" charset="0"/>
              </a:rPr>
              <a:t> Ấn và giữ nút </a:t>
            </a:r>
            <a:r>
              <a:rPr lang="en-US" altLang="en-US" sz="2000" b="1">
                <a:cs typeface="Arial" panose="020B0604020202020204" pitchFamily="34" charset="0"/>
              </a:rPr>
              <a:t>MODE</a:t>
            </a:r>
            <a:r>
              <a:rPr lang="en-US" altLang="en-US" sz="2000">
                <a:cs typeface="Arial" panose="020B0604020202020204" pitchFamily="34" charset="0"/>
              </a:rPr>
              <a:t> trong khi cấp nguồn lại cho AP. </a:t>
            </a:r>
          </a:p>
          <a:p>
            <a:pPr>
              <a:lnSpc>
                <a:spcPct val="90000"/>
              </a:lnSpc>
            </a:pPr>
            <a:r>
              <a:rPr lang="en-US" altLang="en-US" sz="2000" b="1">
                <a:cs typeface="Arial" panose="020B0604020202020204" pitchFamily="34" charset="0"/>
              </a:rPr>
              <a:t>Bước 3</a:t>
            </a:r>
            <a:r>
              <a:rPr lang="en-US" altLang="en-US" sz="2000">
                <a:cs typeface="Arial" panose="020B0604020202020204" pitchFamily="34" charset="0"/>
              </a:rPr>
              <a:t> Giữ nút </a:t>
            </a:r>
            <a:r>
              <a:rPr lang="en-US" altLang="en-US" sz="2000" b="1">
                <a:cs typeface="Arial" panose="020B0604020202020204" pitchFamily="34" charset="0"/>
              </a:rPr>
              <a:t>MODE</a:t>
            </a:r>
            <a:r>
              <a:rPr lang="en-US" altLang="en-US" sz="2000">
                <a:cs typeface="Arial" panose="020B0604020202020204" pitchFamily="34" charset="0"/>
              </a:rPr>
              <a:t> cho đến khi </a:t>
            </a:r>
            <a:r>
              <a:rPr lang="en-US" altLang="en-US" sz="2000" b="1">
                <a:solidFill>
                  <a:srgbClr val="FF9900"/>
                </a:solidFill>
                <a:cs typeface="Arial" panose="020B0604020202020204" pitchFamily="34" charset="0"/>
              </a:rPr>
              <a:t>đèn trạng thái/Status LED chuyển sang màu hổ phách/amber</a:t>
            </a:r>
            <a:r>
              <a:rPr lang="en-US" altLang="en-US" sz="2000">
                <a:cs typeface="Arial" panose="020B0604020202020204" pitchFamily="34" charset="0"/>
              </a:rPr>
              <a:t> (xấp xỉ khoảng 1 đến 2 giây), và thả nút bấm ra. Tất cả các thiết lập trở về trạng thái mặc định.  </a:t>
            </a:r>
          </a:p>
        </p:txBody>
      </p:sp>
      <p:pic>
        <p:nvPicPr>
          <p:cNvPr id="841735" name="Picture 5">
            <a:extLst>
              <a:ext uri="{FF2B5EF4-FFF2-40B4-BE49-F238E27FC236}">
                <a16:creationId xmlns:a16="http://schemas.microsoft.com/office/drawing/2014/main" id="{6FF584FD-8240-4DB9-9F2F-021AD571F5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295400"/>
            <a:ext cx="3429000" cy="189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1736" name="Text Box 6">
            <a:extLst>
              <a:ext uri="{FF2B5EF4-FFF2-40B4-BE49-F238E27FC236}">
                <a16:creationId xmlns:a16="http://schemas.microsoft.com/office/drawing/2014/main" id="{391A06C8-F4BE-469D-9778-E7738DDBAA76}"/>
              </a:ext>
            </a:extLst>
          </p:cNvPr>
          <p:cNvSpPr txBox="1">
            <a:spLocks noChangeArrowheads="1"/>
          </p:cNvSpPr>
          <p:nvPr/>
        </p:nvSpPr>
        <p:spPr bwMode="auto">
          <a:xfrm>
            <a:off x="381000" y="11430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1100 AP</a:t>
            </a:r>
          </a:p>
        </p:txBody>
      </p:sp>
      <p:sp>
        <p:nvSpPr>
          <p:cNvPr id="841737" name="Text Box 7">
            <a:extLst>
              <a:ext uri="{FF2B5EF4-FFF2-40B4-BE49-F238E27FC236}">
                <a16:creationId xmlns:a16="http://schemas.microsoft.com/office/drawing/2014/main" id="{CCF29A06-9143-4CAB-8200-BC790162B099}"/>
              </a:ext>
            </a:extLst>
          </p:cNvPr>
          <p:cNvSpPr txBox="1">
            <a:spLocks noChangeArrowheads="1"/>
          </p:cNvSpPr>
          <p:nvPr/>
        </p:nvSpPr>
        <p:spPr bwMode="auto">
          <a:xfrm>
            <a:off x="6324600" y="11430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1200 AP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6" name="Rectangle 2">
            <a:extLst>
              <a:ext uri="{FF2B5EF4-FFF2-40B4-BE49-F238E27FC236}">
                <a16:creationId xmlns:a16="http://schemas.microsoft.com/office/drawing/2014/main" id="{D379D5F0-C8D1-4A11-A761-1DB00C9F0D5B}"/>
              </a:ext>
            </a:extLst>
          </p:cNvPr>
          <p:cNvSpPr>
            <a:spLocks noGrp="1" noChangeArrowheads="1"/>
          </p:cNvSpPr>
          <p:nvPr>
            <p:ph type="title"/>
          </p:nvPr>
        </p:nvSpPr>
        <p:spPr>
          <a:xfrm>
            <a:off x="533400" y="-171450"/>
            <a:ext cx="7772400" cy="1143000"/>
          </a:xfrm>
        </p:spPr>
        <p:txBody>
          <a:bodyPr/>
          <a:lstStyle/>
          <a:p>
            <a:r>
              <a:rPr lang="en-US" altLang="en-US"/>
              <a:t>Xác lập lại AP (nguồn đang bật)</a:t>
            </a:r>
          </a:p>
        </p:txBody>
      </p:sp>
      <p:sp>
        <p:nvSpPr>
          <p:cNvPr id="842757" name="Rectangle 3">
            <a:extLst>
              <a:ext uri="{FF2B5EF4-FFF2-40B4-BE49-F238E27FC236}">
                <a16:creationId xmlns:a16="http://schemas.microsoft.com/office/drawing/2014/main" id="{220EDF92-C2E4-43C5-B483-D91D54A9EE0E}"/>
              </a:ext>
            </a:extLst>
          </p:cNvPr>
          <p:cNvSpPr>
            <a:spLocks noGrp="1" noChangeArrowheads="1"/>
          </p:cNvSpPr>
          <p:nvPr>
            <p:ph type="body" idx="1"/>
          </p:nvPr>
        </p:nvSpPr>
        <p:spPr>
          <a:xfrm>
            <a:off x="0" y="3471863"/>
            <a:ext cx="8964613" cy="3081337"/>
          </a:xfrm>
        </p:spPr>
        <p:txBody>
          <a:bodyPr/>
          <a:lstStyle/>
          <a:p>
            <a:r>
              <a:rPr lang="en-US" altLang="en-US" sz="2400">
                <a:cs typeface="Arial" panose="020B0604020202020204" pitchFamily="34" charset="0"/>
              </a:rPr>
              <a:t>Trên các APs đời 340 và 350 nút Reset là một lỗ nhỏ ở phần mặt sau của base station. </a:t>
            </a:r>
          </a:p>
          <a:p>
            <a:r>
              <a:rPr lang="en-US" altLang="en-US" sz="2400">
                <a:cs typeface="Arial" panose="020B0604020202020204" pitchFamily="34" charset="0"/>
              </a:rPr>
              <a:t>Để kích hoạt nut Reset, chèn/chọt vào lỗ nhỏ bằng một que/thanh giấy thẳng (được cuộn) và nhấn. </a:t>
            </a:r>
          </a:p>
          <a:p>
            <a:r>
              <a:rPr lang="en-US" altLang="en-US" sz="2400">
                <a:cs typeface="Arial" panose="020B0604020202020204" pitchFamily="34" charset="0"/>
              </a:rPr>
              <a:t>Rút que giấy ra. </a:t>
            </a:r>
          </a:p>
          <a:p>
            <a:r>
              <a:rPr lang="en-US" altLang="en-US" sz="2400" b="1">
                <a:solidFill>
                  <a:srgbClr val="FF9900"/>
                </a:solidFill>
                <a:cs typeface="Arial" panose="020B0604020202020204" pitchFamily="34" charset="0"/>
              </a:rPr>
              <a:t>Đèn LED trạng thái/status có màu hổ phách nhấp nháy</a:t>
            </a:r>
            <a:r>
              <a:rPr lang="en-US" altLang="en-US" sz="2400">
                <a:cs typeface="Arial" panose="020B0604020202020204" pitchFamily="34" charset="0"/>
              </a:rPr>
              <a:t> cho thấy base station có các giá trị tham số mặc định. </a:t>
            </a:r>
            <a:endParaRPr lang="en-US" altLang="en-US" sz="2400"/>
          </a:p>
        </p:txBody>
      </p:sp>
      <p:pic>
        <p:nvPicPr>
          <p:cNvPr id="842758" name="Picture 4">
            <a:extLst>
              <a:ext uri="{FF2B5EF4-FFF2-40B4-BE49-F238E27FC236}">
                <a16:creationId xmlns:a16="http://schemas.microsoft.com/office/drawing/2014/main" id="{AFDFA933-D902-4B79-9A3C-4E22A3AF98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776288"/>
            <a:ext cx="3429000"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2759" name="Text Box 5">
            <a:extLst>
              <a:ext uri="{FF2B5EF4-FFF2-40B4-BE49-F238E27FC236}">
                <a16:creationId xmlns:a16="http://schemas.microsoft.com/office/drawing/2014/main" id="{36EFD2D8-3B76-4AED-83E1-5FC1675EADF7}"/>
              </a:ext>
            </a:extLst>
          </p:cNvPr>
          <p:cNvSpPr txBox="1">
            <a:spLocks noChangeArrowheads="1"/>
          </p:cNvSpPr>
          <p:nvPr/>
        </p:nvSpPr>
        <p:spPr bwMode="auto">
          <a:xfrm>
            <a:off x="3200400" y="82232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350 AP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80" name="Rectangle 2">
            <a:extLst>
              <a:ext uri="{FF2B5EF4-FFF2-40B4-BE49-F238E27FC236}">
                <a16:creationId xmlns:a16="http://schemas.microsoft.com/office/drawing/2014/main" id="{E226CB06-357C-4FE9-B501-44352AF47408}"/>
              </a:ext>
            </a:extLst>
          </p:cNvPr>
          <p:cNvSpPr>
            <a:spLocks noGrp="1" noChangeArrowheads="1"/>
          </p:cNvSpPr>
          <p:nvPr>
            <p:ph type="title"/>
          </p:nvPr>
        </p:nvSpPr>
        <p:spPr>
          <a:xfrm>
            <a:off x="533400" y="228600"/>
            <a:ext cx="8610600" cy="1143000"/>
          </a:xfrm>
        </p:spPr>
        <p:txBody>
          <a:bodyPr/>
          <a:lstStyle/>
          <a:p>
            <a:r>
              <a:rPr lang="en-US" altLang="en-US" sz="3600"/>
              <a:t>Các thiết lập mặc định của Cisco APs</a:t>
            </a:r>
          </a:p>
        </p:txBody>
      </p:sp>
      <p:grpSp>
        <p:nvGrpSpPr>
          <p:cNvPr id="843781" name="Group 5">
            <a:extLst>
              <a:ext uri="{FF2B5EF4-FFF2-40B4-BE49-F238E27FC236}">
                <a16:creationId xmlns:a16="http://schemas.microsoft.com/office/drawing/2014/main" id="{36A86470-3A1E-4577-BCAC-D3A1FCC88B79}"/>
              </a:ext>
            </a:extLst>
          </p:cNvPr>
          <p:cNvGrpSpPr>
            <a:grpSpLocks/>
          </p:cNvGrpSpPr>
          <p:nvPr/>
        </p:nvGrpSpPr>
        <p:grpSpPr bwMode="auto">
          <a:xfrm>
            <a:off x="838200" y="2466975"/>
            <a:ext cx="7286625" cy="2171700"/>
            <a:chOff x="528" y="816"/>
            <a:chExt cx="4590" cy="1368"/>
          </a:xfrm>
        </p:grpSpPr>
        <p:pic>
          <p:nvPicPr>
            <p:cNvPr id="843782" name="Picture 3">
              <a:extLst>
                <a:ext uri="{FF2B5EF4-FFF2-40B4-BE49-F238E27FC236}">
                  <a16:creationId xmlns:a16="http://schemas.microsoft.com/office/drawing/2014/main" id="{5DB97E51-9DF0-48D3-B68C-DA92C1D35F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816"/>
              <a:ext cx="4590" cy="1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3783" name="Text Box 4">
              <a:extLst>
                <a:ext uri="{FF2B5EF4-FFF2-40B4-BE49-F238E27FC236}">
                  <a16:creationId xmlns:a16="http://schemas.microsoft.com/office/drawing/2014/main" id="{451F5DBC-DD5A-44FA-B236-9B0969146123}"/>
                </a:ext>
              </a:extLst>
            </p:cNvPr>
            <p:cNvSpPr txBox="1">
              <a:spLocks noChangeArrowheads="1"/>
            </p:cNvSpPr>
            <p:nvPr/>
          </p:nvSpPr>
          <p:spPr bwMode="auto">
            <a:xfrm>
              <a:off x="3504" y="1584"/>
              <a:ext cx="129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b="1">
                  <a:latin typeface="Arial" panose="020B0604020202020204" pitchFamily="34" charset="0"/>
                </a:rPr>
                <a:t>255.255.255.0 (/24)</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4" name="Rectangle 2">
            <a:extLst>
              <a:ext uri="{FF2B5EF4-FFF2-40B4-BE49-F238E27FC236}">
                <a16:creationId xmlns:a16="http://schemas.microsoft.com/office/drawing/2014/main" id="{BE205A38-7673-47AE-80BE-454E0C7F2EA9}"/>
              </a:ext>
            </a:extLst>
          </p:cNvPr>
          <p:cNvSpPr>
            <a:spLocks noGrp="1" noChangeArrowheads="1"/>
          </p:cNvSpPr>
          <p:nvPr>
            <p:ph type="title"/>
          </p:nvPr>
        </p:nvSpPr>
        <p:spPr>
          <a:xfrm>
            <a:off x="533400" y="228600"/>
            <a:ext cx="8610600" cy="1143000"/>
          </a:xfrm>
        </p:spPr>
        <p:txBody>
          <a:bodyPr/>
          <a:lstStyle/>
          <a:p>
            <a:r>
              <a:rPr lang="en-US" altLang="en-US"/>
              <a:t>Kết nối đến AP để cấu hình</a:t>
            </a:r>
          </a:p>
        </p:txBody>
      </p:sp>
      <p:pic>
        <p:nvPicPr>
          <p:cNvPr id="844805" name="Picture 3">
            <a:extLst>
              <a:ext uri="{FF2B5EF4-FFF2-40B4-BE49-F238E27FC236}">
                <a16:creationId xmlns:a16="http://schemas.microsoft.com/office/drawing/2014/main" id="{29728E96-524A-423F-B1E7-93AC9B4D1C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90763"/>
            <a:ext cx="7553325"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4806" name="Rectangle 4">
            <a:extLst>
              <a:ext uri="{FF2B5EF4-FFF2-40B4-BE49-F238E27FC236}">
                <a16:creationId xmlns:a16="http://schemas.microsoft.com/office/drawing/2014/main" id="{B166DD1E-CC96-4130-9A80-01B0C05D621C}"/>
              </a:ext>
            </a:extLst>
          </p:cNvPr>
          <p:cNvSpPr>
            <a:spLocks noChangeArrowheads="1"/>
          </p:cNvSpPr>
          <p:nvPr/>
        </p:nvSpPr>
        <p:spPr bwMode="auto">
          <a:xfrm>
            <a:off x="3581400" y="2976563"/>
            <a:ext cx="1600200" cy="14478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44807" name="Text Box 5">
            <a:extLst>
              <a:ext uri="{FF2B5EF4-FFF2-40B4-BE49-F238E27FC236}">
                <a16:creationId xmlns:a16="http://schemas.microsoft.com/office/drawing/2014/main" id="{391154E1-C60F-4325-A274-EAB0DA175EFF}"/>
              </a:ext>
            </a:extLst>
          </p:cNvPr>
          <p:cNvSpPr txBox="1">
            <a:spLocks noChangeArrowheads="1"/>
          </p:cNvSpPr>
          <p:nvPr/>
        </p:nvSpPr>
        <p:spPr bwMode="auto">
          <a:xfrm>
            <a:off x="3124200" y="4576763"/>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Wired</a:t>
            </a:r>
          </a:p>
        </p:txBody>
      </p:sp>
      <p:sp>
        <p:nvSpPr>
          <p:cNvPr id="844808" name="Text Box 6">
            <a:extLst>
              <a:ext uri="{FF2B5EF4-FFF2-40B4-BE49-F238E27FC236}">
                <a16:creationId xmlns:a16="http://schemas.microsoft.com/office/drawing/2014/main" id="{660AB734-4798-42EF-B5BB-B011319BD2BD}"/>
              </a:ext>
            </a:extLst>
          </p:cNvPr>
          <p:cNvSpPr txBox="1">
            <a:spLocks noChangeArrowheads="1"/>
          </p:cNvSpPr>
          <p:nvPr/>
        </p:nvSpPr>
        <p:spPr bwMode="auto">
          <a:xfrm>
            <a:off x="4724400" y="4576763"/>
            <a:ext cx="419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Wireless: đòi hỏi sự kết hợp</a:t>
            </a:r>
          </a:p>
        </p:txBody>
      </p:sp>
      <p:sp>
        <p:nvSpPr>
          <p:cNvPr id="844809" name="Line 7">
            <a:extLst>
              <a:ext uri="{FF2B5EF4-FFF2-40B4-BE49-F238E27FC236}">
                <a16:creationId xmlns:a16="http://schemas.microsoft.com/office/drawing/2014/main" id="{1E977DD1-CFA2-4C0C-889C-13A7FF4BE654}"/>
              </a:ext>
            </a:extLst>
          </p:cNvPr>
          <p:cNvSpPr>
            <a:spLocks noChangeShapeType="1"/>
          </p:cNvSpPr>
          <p:nvPr/>
        </p:nvSpPr>
        <p:spPr bwMode="auto">
          <a:xfrm flipH="1">
            <a:off x="3962400" y="4424363"/>
            <a:ext cx="381000" cy="2286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4810" name="Line 8">
            <a:extLst>
              <a:ext uri="{FF2B5EF4-FFF2-40B4-BE49-F238E27FC236}">
                <a16:creationId xmlns:a16="http://schemas.microsoft.com/office/drawing/2014/main" id="{02D371E2-C7AE-4455-8145-64B7F2B41127}"/>
              </a:ext>
            </a:extLst>
          </p:cNvPr>
          <p:cNvSpPr>
            <a:spLocks noChangeShapeType="1"/>
          </p:cNvSpPr>
          <p:nvPr/>
        </p:nvSpPr>
        <p:spPr bwMode="auto">
          <a:xfrm>
            <a:off x="4343400" y="4424363"/>
            <a:ext cx="381000" cy="2286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8" name="Rectangle 2">
            <a:extLst>
              <a:ext uri="{FF2B5EF4-FFF2-40B4-BE49-F238E27FC236}">
                <a16:creationId xmlns:a16="http://schemas.microsoft.com/office/drawing/2014/main" id="{B3925A80-D0DB-4A7C-AF8A-D66CE72B7FC6}"/>
              </a:ext>
            </a:extLst>
          </p:cNvPr>
          <p:cNvSpPr>
            <a:spLocks noGrp="1" noChangeArrowheads="1"/>
          </p:cNvSpPr>
          <p:nvPr>
            <p:ph type="title"/>
          </p:nvPr>
        </p:nvSpPr>
        <p:spPr>
          <a:xfrm>
            <a:off x="0" y="-257175"/>
            <a:ext cx="9144000" cy="1143000"/>
          </a:xfrm>
        </p:spPr>
        <p:txBody>
          <a:bodyPr/>
          <a:lstStyle/>
          <a:p>
            <a:r>
              <a:rPr lang="en-US" altLang="en-US"/>
              <a:t>Kết nối vào AP để cấu hình</a:t>
            </a:r>
          </a:p>
        </p:txBody>
      </p:sp>
      <p:sp>
        <p:nvSpPr>
          <p:cNvPr id="845829" name="Rectangle 3">
            <a:extLst>
              <a:ext uri="{FF2B5EF4-FFF2-40B4-BE49-F238E27FC236}">
                <a16:creationId xmlns:a16="http://schemas.microsoft.com/office/drawing/2014/main" id="{B0AE9313-FE94-4DCA-B03B-47ED50FB8D3D}"/>
              </a:ext>
            </a:extLst>
          </p:cNvPr>
          <p:cNvSpPr>
            <a:spLocks noGrp="1" noChangeArrowheads="1"/>
          </p:cNvSpPr>
          <p:nvPr>
            <p:ph type="body" idx="1"/>
          </p:nvPr>
        </p:nvSpPr>
        <p:spPr>
          <a:xfrm>
            <a:off x="-19050" y="4482175"/>
            <a:ext cx="8915400" cy="1752600"/>
          </a:xfrm>
        </p:spPr>
        <p:txBody>
          <a:bodyPr/>
          <a:lstStyle/>
          <a:p>
            <a:pPr>
              <a:lnSpc>
                <a:spcPct val="90000"/>
              </a:lnSpc>
            </a:pPr>
            <a:r>
              <a:rPr lang="en-US" altLang="en-US" sz="2400" b="1">
                <a:solidFill>
                  <a:srgbClr val="99CCFF"/>
                </a:solidFill>
              </a:rPr>
              <a:t>Console</a:t>
            </a:r>
            <a:r>
              <a:rPr lang="en-US" altLang="en-US" sz="2400"/>
              <a:t>: 9600-8-N-1-None</a:t>
            </a:r>
          </a:p>
          <a:p>
            <a:pPr>
              <a:lnSpc>
                <a:spcPct val="90000"/>
              </a:lnSpc>
            </a:pPr>
            <a:r>
              <a:rPr lang="en-US" altLang="en-US" sz="2400" b="1"/>
              <a:t>Ethernet</a:t>
            </a:r>
            <a:r>
              <a:rPr lang="en-US" altLang="en-US" sz="2400"/>
              <a:t> hay </a:t>
            </a:r>
            <a:r>
              <a:rPr lang="en-US" altLang="en-US" sz="2400" b="1">
                <a:solidFill>
                  <a:srgbClr val="FF0000"/>
                </a:solidFill>
              </a:rPr>
              <a:t>Wireless adapter</a:t>
            </a:r>
            <a:r>
              <a:rPr lang="en-US" altLang="en-US" sz="2400"/>
              <a:t>: </a:t>
            </a:r>
          </a:p>
          <a:p>
            <a:pPr lvl="1">
              <a:lnSpc>
                <a:spcPct val="90000"/>
              </a:lnSpc>
            </a:pPr>
            <a:r>
              <a:rPr lang="en-US" altLang="en-US" sz="2000"/>
              <a:t>Trừ khi đã định tuyến, phải đảm bảo rằng địa chỉ IP của các thiết bị nằm trong cùng một mạng (con).</a:t>
            </a:r>
          </a:p>
          <a:p>
            <a:pPr lvl="1">
              <a:lnSpc>
                <a:spcPct val="90000"/>
              </a:lnSpc>
            </a:pPr>
            <a:r>
              <a:rPr lang="en-US" altLang="en-US" sz="2000"/>
              <a:t>Thông thường, chỉ sử dụng một trong hai.  </a:t>
            </a:r>
          </a:p>
          <a:p>
            <a:pPr lvl="1">
              <a:lnSpc>
                <a:spcPct val="90000"/>
              </a:lnSpc>
            </a:pPr>
            <a:r>
              <a:rPr lang="en-US" altLang="en-US" sz="2000"/>
              <a:t>Đảm bảo là đã tắt/disable hay ngắt kết nối vật lý đối với card không được sử dụng để cấu hình.</a:t>
            </a:r>
          </a:p>
        </p:txBody>
      </p:sp>
      <p:pic>
        <p:nvPicPr>
          <p:cNvPr id="845830" name="Picture 4">
            <a:extLst>
              <a:ext uri="{FF2B5EF4-FFF2-40B4-BE49-F238E27FC236}">
                <a16:creationId xmlns:a16="http://schemas.microsoft.com/office/drawing/2014/main" id="{AE361FA1-265A-4639-9FE4-35BBDA3F99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7850" y="638175"/>
            <a:ext cx="1357313"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5831" name="Picture 5">
            <a:extLst>
              <a:ext uri="{FF2B5EF4-FFF2-40B4-BE49-F238E27FC236}">
                <a16:creationId xmlns:a16="http://schemas.microsoft.com/office/drawing/2014/main" id="{87DC155A-54F1-4CB5-A303-A071DB74CD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850" y="1019175"/>
            <a:ext cx="21336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45832" name="Picture 6">
            <a:extLst>
              <a:ext uri="{FF2B5EF4-FFF2-40B4-BE49-F238E27FC236}">
                <a16:creationId xmlns:a16="http://schemas.microsoft.com/office/drawing/2014/main" id="{CD071260-3208-4388-90F5-321A512764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4250" y="3457575"/>
            <a:ext cx="386715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5833" name="Line 7">
            <a:extLst>
              <a:ext uri="{FF2B5EF4-FFF2-40B4-BE49-F238E27FC236}">
                <a16:creationId xmlns:a16="http://schemas.microsoft.com/office/drawing/2014/main" id="{107A8297-2E7E-4B29-B188-547D20586B95}"/>
              </a:ext>
            </a:extLst>
          </p:cNvPr>
          <p:cNvSpPr>
            <a:spLocks noChangeShapeType="1"/>
          </p:cNvSpPr>
          <p:nvPr/>
        </p:nvSpPr>
        <p:spPr bwMode="auto">
          <a:xfrm>
            <a:off x="6419850" y="3076575"/>
            <a:ext cx="0" cy="99060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5834" name="Text Box 8">
            <a:extLst>
              <a:ext uri="{FF2B5EF4-FFF2-40B4-BE49-F238E27FC236}">
                <a16:creationId xmlns:a16="http://schemas.microsoft.com/office/drawing/2014/main" id="{4DAB44CC-6EEB-4F3F-AA98-5FE070C5ACC0}"/>
              </a:ext>
            </a:extLst>
          </p:cNvPr>
          <p:cNvSpPr txBox="1">
            <a:spLocks noChangeArrowheads="1"/>
          </p:cNvSpPr>
          <p:nvPr/>
        </p:nvSpPr>
        <p:spPr bwMode="auto">
          <a:xfrm>
            <a:off x="2990850" y="1323975"/>
            <a:ext cx="22098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400" b="1">
                <a:solidFill>
                  <a:srgbClr val="FF0000"/>
                </a:solidFill>
                <a:latin typeface="Arial" panose="020B0604020202020204" pitchFamily="34" charset="0"/>
              </a:rPr>
              <a:t>) </a:t>
            </a:r>
            <a:r>
              <a:rPr lang="en-US" altLang="en-US" sz="3200" b="1">
                <a:solidFill>
                  <a:srgbClr val="FF0000"/>
                </a:solidFill>
                <a:latin typeface="Arial" panose="020B0604020202020204" pitchFamily="34" charset="0"/>
              </a:rPr>
              <a:t> )</a:t>
            </a:r>
            <a:r>
              <a:rPr lang="en-US" altLang="en-US" sz="2400" b="1">
                <a:solidFill>
                  <a:srgbClr val="FF0000"/>
                </a:solidFill>
                <a:latin typeface="Arial" panose="020B0604020202020204" pitchFamily="34" charset="0"/>
              </a:rPr>
              <a:t>  </a:t>
            </a:r>
            <a:r>
              <a:rPr lang="en-US" altLang="en-US" sz="4000" b="1">
                <a:solidFill>
                  <a:srgbClr val="FF0000"/>
                </a:solidFill>
                <a:latin typeface="Arial" panose="020B0604020202020204" pitchFamily="34" charset="0"/>
              </a:rPr>
              <a:t>) </a:t>
            </a:r>
            <a:r>
              <a:rPr lang="en-US" altLang="en-US" sz="2400" b="1">
                <a:solidFill>
                  <a:srgbClr val="FF0000"/>
                </a:solidFill>
                <a:latin typeface="Arial" panose="020B0604020202020204" pitchFamily="34" charset="0"/>
              </a:rPr>
              <a:t> </a:t>
            </a:r>
            <a:r>
              <a:rPr lang="en-US" altLang="en-US" sz="4400" b="1">
                <a:solidFill>
                  <a:srgbClr val="FF0000"/>
                </a:solidFill>
                <a:latin typeface="Arial" panose="020B0604020202020204" pitchFamily="34" charset="0"/>
              </a:rPr>
              <a:t>)</a:t>
            </a:r>
            <a:r>
              <a:rPr lang="en-US" altLang="en-US" sz="2400" b="1">
                <a:solidFill>
                  <a:srgbClr val="FF0000"/>
                </a:solidFill>
                <a:latin typeface="Arial" panose="020B0604020202020204" pitchFamily="34" charset="0"/>
              </a:rPr>
              <a:t> </a:t>
            </a:r>
            <a:r>
              <a:rPr lang="en-US" altLang="en-US" sz="4800" b="1">
                <a:solidFill>
                  <a:srgbClr val="FF0000"/>
                </a:solidFill>
                <a:latin typeface="Arial" panose="020B0604020202020204" pitchFamily="34" charset="0"/>
              </a:rPr>
              <a:t>)</a:t>
            </a:r>
            <a:endParaRPr lang="en-US" altLang="en-US" sz="2400" b="1">
              <a:solidFill>
                <a:srgbClr val="FF0000"/>
              </a:solidFill>
              <a:latin typeface="Arial" panose="020B0604020202020204" pitchFamily="34" charset="0"/>
            </a:endParaRPr>
          </a:p>
        </p:txBody>
      </p:sp>
      <p:sp>
        <p:nvSpPr>
          <p:cNvPr id="845835" name="Freeform 9">
            <a:extLst>
              <a:ext uri="{FF2B5EF4-FFF2-40B4-BE49-F238E27FC236}">
                <a16:creationId xmlns:a16="http://schemas.microsoft.com/office/drawing/2014/main" id="{142369ED-0ABB-4061-8498-14755E3709BC}"/>
              </a:ext>
            </a:extLst>
          </p:cNvPr>
          <p:cNvSpPr>
            <a:spLocks/>
          </p:cNvSpPr>
          <p:nvPr/>
        </p:nvSpPr>
        <p:spPr bwMode="auto">
          <a:xfrm>
            <a:off x="2228850" y="2238375"/>
            <a:ext cx="2209800" cy="1828800"/>
          </a:xfrm>
          <a:custGeom>
            <a:avLst/>
            <a:gdLst>
              <a:gd name="T0" fmla="*/ 0 w 1392"/>
              <a:gd name="T1" fmla="*/ 0 h 1104"/>
              <a:gd name="T2" fmla="*/ 2147483646 w 1392"/>
              <a:gd name="T3" fmla="*/ 2147483646 h 1104"/>
              <a:gd name="T4" fmla="*/ 2147483646 w 1392"/>
              <a:gd name="T5" fmla="*/ 2147483646 h 1104"/>
              <a:gd name="T6" fmla="*/ 0 60000 65536"/>
              <a:gd name="T7" fmla="*/ 0 60000 65536"/>
              <a:gd name="T8" fmla="*/ 0 60000 65536"/>
              <a:gd name="T9" fmla="*/ 0 w 1392"/>
              <a:gd name="T10" fmla="*/ 0 h 1104"/>
              <a:gd name="T11" fmla="*/ 1392 w 1392"/>
              <a:gd name="T12" fmla="*/ 1104 h 1104"/>
            </a:gdLst>
            <a:ahLst/>
            <a:cxnLst>
              <a:cxn ang="T6">
                <a:pos x="T0" y="T1"/>
              </a:cxn>
              <a:cxn ang="T7">
                <a:pos x="T2" y="T3"/>
              </a:cxn>
              <a:cxn ang="T8">
                <a:pos x="T4" y="T5"/>
              </a:cxn>
            </a:cxnLst>
            <a:rect l="T9" t="T10" r="T11" b="T12"/>
            <a:pathLst>
              <a:path w="1392" h="1104">
                <a:moveTo>
                  <a:pt x="0" y="0"/>
                </a:moveTo>
                <a:cubicBezTo>
                  <a:pt x="388" y="100"/>
                  <a:pt x="776" y="200"/>
                  <a:pt x="1008" y="384"/>
                </a:cubicBezTo>
                <a:cubicBezTo>
                  <a:pt x="1240" y="568"/>
                  <a:pt x="1316" y="836"/>
                  <a:pt x="1392" y="1104"/>
                </a:cubicBezTo>
              </a:path>
            </a:pathLst>
          </a:custGeom>
          <a:noFill/>
          <a:ln w="508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5836" name="Freeform 10">
            <a:extLst>
              <a:ext uri="{FF2B5EF4-FFF2-40B4-BE49-F238E27FC236}">
                <a16:creationId xmlns:a16="http://schemas.microsoft.com/office/drawing/2014/main" id="{A657A642-729E-4675-8F83-D4648A540BE1}"/>
              </a:ext>
            </a:extLst>
          </p:cNvPr>
          <p:cNvSpPr>
            <a:spLocks/>
          </p:cNvSpPr>
          <p:nvPr/>
        </p:nvSpPr>
        <p:spPr bwMode="auto">
          <a:xfrm>
            <a:off x="2457450" y="2149475"/>
            <a:ext cx="3581400" cy="1143000"/>
          </a:xfrm>
          <a:custGeom>
            <a:avLst/>
            <a:gdLst>
              <a:gd name="T0" fmla="*/ 0 w 2256"/>
              <a:gd name="T1" fmla="*/ 2147483646 h 720"/>
              <a:gd name="T2" fmla="*/ 2147483646 w 2256"/>
              <a:gd name="T3" fmla="*/ 2147483646 h 720"/>
              <a:gd name="T4" fmla="*/ 2147483646 w 2256"/>
              <a:gd name="T5" fmla="*/ 2147483646 h 720"/>
              <a:gd name="T6" fmla="*/ 2147483646 w 2256"/>
              <a:gd name="T7" fmla="*/ 2147483646 h 720"/>
              <a:gd name="T8" fmla="*/ 0 60000 65536"/>
              <a:gd name="T9" fmla="*/ 0 60000 65536"/>
              <a:gd name="T10" fmla="*/ 0 60000 65536"/>
              <a:gd name="T11" fmla="*/ 0 60000 65536"/>
              <a:gd name="T12" fmla="*/ 0 w 2256"/>
              <a:gd name="T13" fmla="*/ 0 h 720"/>
              <a:gd name="T14" fmla="*/ 2256 w 2256"/>
              <a:gd name="T15" fmla="*/ 720 h 720"/>
            </a:gdLst>
            <a:ahLst/>
            <a:cxnLst>
              <a:cxn ang="T8">
                <a:pos x="T0" y="T1"/>
              </a:cxn>
              <a:cxn ang="T9">
                <a:pos x="T2" y="T3"/>
              </a:cxn>
              <a:cxn ang="T10">
                <a:pos x="T4" y="T5"/>
              </a:cxn>
              <a:cxn ang="T11">
                <a:pos x="T6" y="T7"/>
              </a:cxn>
            </a:cxnLst>
            <a:rect l="T12" t="T13" r="T14" b="T15"/>
            <a:pathLst>
              <a:path w="2256" h="720">
                <a:moveTo>
                  <a:pt x="0" y="8"/>
                </a:moveTo>
                <a:cubicBezTo>
                  <a:pt x="316" y="4"/>
                  <a:pt x="632" y="0"/>
                  <a:pt x="864" y="104"/>
                </a:cubicBezTo>
                <a:cubicBezTo>
                  <a:pt x="1096" y="208"/>
                  <a:pt x="1160" y="544"/>
                  <a:pt x="1392" y="632"/>
                </a:cubicBezTo>
                <a:cubicBezTo>
                  <a:pt x="1624" y="720"/>
                  <a:pt x="1940" y="676"/>
                  <a:pt x="2256" y="632"/>
                </a:cubicBezTo>
              </a:path>
            </a:pathLst>
          </a:custGeom>
          <a:noFill/>
          <a:ln w="50800" cap="flat" cmpd="sng">
            <a:solidFill>
              <a:srgbClr val="99C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5837" name="Text Box 11">
            <a:extLst>
              <a:ext uri="{FF2B5EF4-FFF2-40B4-BE49-F238E27FC236}">
                <a16:creationId xmlns:a16="http://schemas.microsoft.com/office/drawing/2014/main" id="{211AF342-D3E6-4BC7-B628-6BDA8566E115}"/>
              </a:ext>
            </a:extLst>
          </p:cNvPr>
          <p:cNvSpPr txBox="1">
            <a:spLocks noChangeArrowheads="1"/>
          </p:cNvSpPr>
          <p:nvPr/>
        </p:nvSpPr>
        <p:spPr bwMode="auto">
          <a:xfrm>
            <a:off x="685800" y="2543175"/>
            <a:ext cx="2152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10.0.0.101/24</a:t>
            </a:r>
          </a:p>
        </p:txBody>
      </p:sp>
      <p:sp>
        <p:nvSpPr>
          <p:cNvPr id="845838" name="Text Box 12">
            <a:extLst>
              <a:ext uri="{FF2B5EF4-FFF2-40B4-BE49-F238E27FC236}">
                <a16:creationId xmlns:a16="http://schemas.microsoft.com/office/drawing/2014/main" id="{00B53DE2-64C9-4877-8C45-9E48877377EF}"/>
              </a:ext>
            </a:extLst>
          </p:cNvPr>
          <p:cNvSpPr txBox="1">
            <a:spLocks noChangeArrowheads="1"/>
          </p:cNvSpPr>
          <p:nvPr/>
        </p:nvSpPr>
        <p:spPr bwMode="auto">
          <a:xfrm>
            <a:off x="6858000" y="942975"/>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10.0.0.1/24</a:t>
            </a:r>
          </a:p>
        </p:txBody>
      </p:sp>
      <p:sp>
        <p:nvSpPr>
          <p:cNvPr id="845839" name="Text Box 13">
            <a:extLst>
              <a:ext uri="{FF2B5EF4-FFF2-40B4-BE49-F238E27FC236}">
                <a16:creationId xmlns:a16="http://schemas.microsoft.com/office/drawing/2014/main" id="{E01008C0-44F7-4274-A6ED-4A4277503EE3}"/>
              </a:ext>
            </a:extLst>
          </p:cNvPr>
          <p:cNvSpPr txBox="1">
            <a:spLocks noChangeArrowheads="1"/>
          </p:cNvSpPr>
          <p:nvPr/>
        </p:nvSpPr>
        <p:spPr bwMode="auto">
          <a:xfrm>
            <a:off x="2819400" y="1095375"/>
            <a:ext cx="2152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solidFill>
                  <a:srgbClr val="FF0000"/>
                </a:solidFill>
                <a:latin typeface="Arial" panose="020B0604020202020204" pitchFamily="34" charset="0"/>
              </a:rPr>
              <a:t>10.0.0.102/24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2" name="Rectangle 2">
            <a:extLst>
              <a:ext uri="{FF2B5EF4-FFF2-40B4-BE49-F238E27FC236}">
                <a16:creationId xmlns:a16="http://schemas.microsoft.com/office/drawing/2014/main" id="{E70332DA-682F-4A1D-864B-78ED7B7B26DD}"/>
              </a:ext>
            </a:extLst>
          </p:cNvPr>
          <p:cNvSpPr>
            <a:spLocks noGrp="1" noChangeArrowheads="1"/>
          </p:cNvSpPr>
          <p:nvPr>
            <p:ph type="title"/>
          </p:nvPr>
        </p:nvSpPr>
        <p:spPr>
          <a:xfrm>
            <a:off x="609600" y="0"/>
            <a:ext cx="7772400" cy="1143000"/>
          </a:xfrm>
        </p:spPr>
        <p:txBody>
          <a:bodyPr/>
          <a:lstStyle/>
          <a:p>
            <a:r>
              <a:rPr lang="en-US" altLang="en-US"/>
              <a:t>Kết nối vào AP qua cổng Console</a:t>
            </a:r>
          </a:p>
        </p:txBody>
      </p:sp>
      <p:sp>
        <p:nvSpPr>
          <p:cNvPr id="846853" name="Rectangle 3">
            <a:extLst>
              <a:ext uri="{FF2B5EF4-FFF2-40B4-BE49-F238E27FC236}">
                <a16:creationId xmlns:a16="http://schemas.microsoft.com/office/drawing/2014/main" id="{A71995B7-9FF7-48CF-BF64-8126F094513B}"/>
              </a:ext>
            </a:extLst>
          </p:cNvPr>
          <p:cNvSpPr>
            <a:spLocks noGrp="1" noChangeArrowheads="1"/>
          </p:cNvSpPr>
          <p:nvPr>
            <p:ph type="body" idx="1"/>
          </p:nvPr>
        </p:nvSpPr>
        <p:spPr>
          <a:xfrm>
            <a:off x="381000" y="5395913"/>
            <a:ext cx="8534400" cy="1219200"/>
          </a:xfrm>
        </p:spPr>
        <p:txBody>
          <a:bodyPr/>
          <a:lstStyle/>
          <a:p>
            <a:r>
              <a:rPr lang="en-US" altLang="en-US" sz="2400"/>
              <a:t>Có hai loại giao diện cấu hình dòng lệnh (CLI) khác nhau:</a:t>
            </a:r>
          </a:p>
          <a:p>
            <a:pPr lvl="1"/>
            <a:r>
              <a:rPr lang="en-US" altLang="en-US" sz="2000"/>
              <a:t>IOS CLI</a:t>
            </a:r>
          </a:p>
          <a:p>
            <a:pPr lvl="1"/>
            <a:r>
              <a:rPr lang="en-US" altLang="en-US" sz="2000"/>
              <a:t>VxMenu</a:t>
            </a:r>
          </a:p>
        </p:txBody>
      </p:sp>
      <p:pic>
        <p:nvPicPr>
          <p:cNvPr id="846854" name="Picture 4">
            <a:extLst>
              <a:ext uri="{FF2B5EF4-FFF2-40B4-BE49-F238E27FC236}">
                <a16:creationId xmlns:a16="http://schemas.microsoft.com/office/drawing/2014/main" id="{6D8C2D7F-E099-4186-A006-85347FECC1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286000"/>
            <a:ext cx="6324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46855" name="Picture 5">
            <a:extLst>
              <a:ext uri="{FF2B5EF4-FFF2-40B4-BE49-F238E27FC236}">
                <a16:creationId xmlns:a16="http://schemas.microsoft.com/office/drawing/2014/main" id="{07EAEB96-F308-4BA3-B6FB-C892A0340D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143000"/>
            <a:ext cx="1295400"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6856" name="Line 6">
            <a:extLst>
              <a:ext uri="{FF2B5EF4-FFF2-40B4-BE49-F238E27FC236}">
                <a16:creationId xmlns:a16="http://schemas.microsoft.com/office/drawing/2014/main" id="{7F8B73EB-9998-42A7-89A6-E76359F7262C}"/>
              </a:ext>
            </a:extLst>
          </p:cNvPr>
          <p:cNvSpPr>
            <a:spLocks noChangeShapeType="1"/>
          </p:cNvSpPr>
          <p:nvPr/>
        </p:nvSpPr>
        <p:spPr bwMode="auto">
          <a:xfrm>
            <a:off x="2590800" y="1905000"/>
            <a:ext cx="3657600" cy="0"/>
          </a:xfrm>
          <a:prstGeom prst="line">
            <a:avLst/>
          </a:prstGeom>
          <a:noFill/>
          <a:ln w="25400">
            <a:solidFill>
              <a:srgbClr val="99CCFF"/>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846857" name="Picture 7">
            <a:extLst>
              <a:ext uri="{FF2B5EF4-FFF2-40B4-BE49-F238E27FC236}">
                <a16:creationId xmlns:a16="http://schemas.microsoft.com/office/drawing/2014/main" id="{D03DC66E-6A7D-4466-B350-C8D4942452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1066800"/>
            <a:ext cx="6175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6858" name="Text Box 8">
            <a:extLst>
              <a:ext uri="{FF2B5EF4-FFF2-40B4-BE49-F238E27FC236}">
                <a16:creationId xmlns:a16="http://schemas.microsoft.com/office/drawing/2014/main" id="{70276BF7-C81F-4E96-925E-381E927B77C6}"/>
              </a:ext>
            </a:extLst>
          </p:cNvPr>
          <p:cNvSpPr txBox="1">
            <a:spLocks noChangeArrowheads="1"/>
          </p:cNvSpPr>
          <p:nvPr/>
        </p:nvSpPr>
        <p:spPr bwMode="auto">
          <a:xfrm>
            <a:off x="4876800" y="1371600"/>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Console</a:t>
            </a:r>
          </a:p>
        </p:txBody>
      </p:sp>
      <p:sp>
        <p:nvSpPr>
          <p:cNvPr id="846859" name="Text Box 9">
            <a:extLst>
              <a:ext uri="{FF2B5EF4-FFF2-40B4-BE49-F238E27FC236}">
                <a16:creationId xmlns:a16="http://schemas.microsoft.com/office/drawing/2014/main" id="{221A0DB8-2FA4-4795-A2F1-F20E20E582E7}"/>
              </a:ext>
            </a:extLst>
          </p:cNvPr>
          <p:cNvSpPr txBox="1">
            <a:spLocks noChangeArrowheads="1"/>
          </p:cNvSpPr>
          <p:nvPr/>
        </p:nvSpPr>
        <p:spPr bwMode="auto">
          <a:xfrm>
            <a:off x="2971800" y="1371600"/>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Serial</a:t>
            </a:r>
          </a:p>
        </p:txBody>
      </p:sp>
      <p:sp>
        <p:nvSpPr>
          <p:cNvPr id="846860" name="Line 10">
            <a:extLst>
              <a:ext uri="{FF2B5EF4-FFF2-40B4-BE49-F238E27FC236}">
                <a16:creationId xmlns:a16="http://schemas.microsoft.com/office/drawing/2014/main" id="{EE9781F6-E018-4CB6-992A-2F8A328329AA}"/>
              </a:ext>
            </a:extLst>
          </p:cNvPr>
          <p:cNvSpPr>
            <a:spLocks noChangeShapeType="1"/>
          </p:cNvSpPr>
          <p:nvPr/>
        </p:nvSpPr>
        <p:spPr bwMode="auto">
          <a:xfrm flipH="1">
            <a:off x="2667000" y="1676400"/>
            <a:ext cx="457200" cy="152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6861" name="Line 11">
            <a:extLst>
              <a:ext uri="{FF2B5EF4-FFF2-40B4-BE49-F238E27FC236}">
                <a16:creationId xmlns:a16="http://schemas.microsoft.com/office/drawing/2014/main" id="{8EB9462B-C8A8-4BA5-9206-254A3F45342F}"/>
              </a:ext>
            </a:extLst>
          </p:cNvPr>
          <p:cNvSpPr>
            <a:spLocks noChangeShapeType="1"/>
          </p:cNvSpPr>
          <p:nvPr/>
        </p:nvSpPr>
        <p:spPr bwMode="auto">
          <a:xfrm>
            <a:off x="5791200" y="1676400"/>
            <a:ext cx="457200" cy="228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6862" name="Text Box 12">
            <a:extLst>
              <a:ext uri="{FF2B5EF4-FFF2-40B4-BE49-F238E27FC236}">
                <a16:creationId xmlns:a16="http://schemas.microsoft.com/office/drawing/2014/main" id="{259DB25E-47C5-4D9D-8F42-6F4739AC3354}"/>
              </a:ext>
            </a:extLst>
          </p:cNvPr>
          <p:cNvSpPr txBox="1">
            <a:spLocks noChangeArrowheads="1"/>
          </p:cNvSpPr>
          <p:nvPr/>
        </p:nvSpPr>
        <p:spPr bwMode="auto">
          <a:xfrm>
            <a:off x="3581400" y="1905000"/>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Rollover Cable</a:t>
            </a:r>
          </a:p>
        </p:txBody>
      </p:sp>
      <p:pic>
        <p:nvPicPr>
          <p:cNvPr id="846863" name="Picture 13">
            <a:extLst>
              <a:ext uri="{FF2B5EF4-FFF2-40B4-BE49-F238E27FC236}">
                <a16:creationId xmlns:a16="http://schemas.microsoft.com/office/drawing/2014/main" id="{2D0216B7-07AE-4FE6-86A0-3F7610A9E6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3200400"/>
            <a:ext cx="2590800" cy="21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46864" name="Picture 14">
            <a:extLst>
              <a:ext uri="{FF2B5EF4-FFF2-40B4-BE49-F238E27FC236}">
                <a16:creationId xmlns:a16="http://schemas.microsoft.com/office/drawing/2014/main" id="{605467F9-F76C-4030-8A00-C57DCD56F2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3200400"/>
            <a:ext cx="3429000" cy="212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6865" name="Text Box 15">
            <a:extLst>
              <a:ext uri="{FF2B5EF4-FFF2-40B4-BE49-F238E27FC236}">
                <a16:creationId xmlns:a16="http://schemas.microsoft.com/office/drawing/2014/main" id="{54365C33-0C9A-4ED2-A1C2-A6EC7FCBCC27}"/>
              </a:ext>
            </a:extLst>
          </p:cNvPr>
          <p:cNvSpPr txBox="1">
            <a:spLocks noChangeArrowheads="1"/>
          </p:cNvSpPr>
          <p:nvPr/>
        </p:nvSpPr>
        <p:spPr bwMode="auto">
          <a:xfrm>
            <a:off x="7848600" y="3429000"/>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VxMenu</a:t>
            </a:r>
          </a:p>
        </p:txBody>
      </p:sp>
      <p:sp>
        <p:nvSpPr>
          <p:cNvPr id="846866" name="Text Box 16">
            <a:extLst>
              <a:ext uri="{FF2B5EF4-FFF2-40B4-BE49-F238E27FC236}">
                <a16:creationId xmlns:a16="http://schemas.microsoft.com/office/drawing/2014/main" id="{C7E0DB5F-E685-4BF1-87EC-A853FA625D20}"/>
              </a:ext>
            </a:extLst>
          </p:cNvPr>
          <p:cNvSpPr txBox="1">
            <a:spLocks noChangeArrowheads="1"/>
          </p:cNvSpPr>
          <p:nvPr/>
        </p:nvSpPr>
        <p:spPr bwMode="auto">
          <a:xfrm>
            <a:off x="152400" y="3352800"/>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latin typeface="Arial" panose="020B0604020202020204" pitchFamily="34" charset="0"/>
              </a:rPr>
              <a:t>IOS CLI</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6" name="Rectangle 2">
            <a:extLst>
              <a:ext uri="{FF2B5EF4-FFF2-40B4-BE49-F238E27FC236}">
                <a16:creationId xmlns:a16="http://schemas.microsoft.com/office/drawing/2014/main" id="{E196B846-CC7B-45F9-888E-226669E6AF90}"/>
              </a:ext>
            </a:extLst>
          </p:cNvPr>
          <p:cNvSpPr>
            <a:spLocks noGrp="1" noChangeArrowheads="1"/>
          </p:cNvSpPr>
          <p:nvPr>
            <p:ph type="title"/>
          </p:nvPr>
        </p:nvSpPr>
        <p:spPr>
          <a:xfrm>
            <a:off x="533400" y="-285750"/>
            <a:ext cx="7772400" cy="1143000"/>
          </a:xfrm>
        </p:spPr>
        <p:txBody>
          <a:bodyPr/>
          <a:lstStyle/>
          <a:p>
            <a:r>
              <a:rPr lang="en-US" altLang="en-US"/>
              <a:t>Kết nối vào AP qua Telnet</a:t>
            </a:r>
          </a:p>
        </p:txBody>
      </p:sp>
      <p:pic>
        <p:nvPicPr>
          <p:cNvPr id="847877" name="Picture 3">
            <a:extLst>
              <a:ext uri="{FF2B5EF4-FFF2-40B4-BE49-F238E27FC236}">
                <a16:creationId xmlns:a16="http://schemas.microsoft.com/office/drawing/2014/main" id="{3D6F0649-83BA-4481-AA04-AE4E0F8776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057400"/>
            <a:ext cx="6962775"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47878" name="Picture 4">
            <a:extLst>
              <a:ext uri="{FF2B5EF4-FFF2-40B4-BE49-F238E27FC236}">
                <a16:creationId xmlns:a16="http://schemas.microsoft.com/office/drawing/2014/main" id="{2010A5A0-C619-42B6-8741-E0E2CBAE8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962400"/>
            <a:ext cx="3962400"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7879" name="Text Box 5">
            <a:extLst>
              <a:ext uri="{FF2B5EF4-FFF2-40B4-BE49-F238E27FC236}">
                <a16:creationId xmlns:a16="http://schemas.microsoft.com/office/drawing/2014/main" id="{0EB7B557-130B-47F0-8F5C-B5941F8FD69B}"/>
              </a:ext>
            </a:extLst>
          </p:cNvPr>
          <p:cNvSpPr txBox="1">
            <a:spLocks noChangeArrowheads="1"/>
          </p:cNvSpPr>
          <p:nvPr/>
        </p:nvSpPr>
        <p:spPr bwMode="auto">
          <a:xfrm>
            <a:off x="990600" y="6022975"/>
            <a:ext cx="7467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a:latin typeface="Arial" panose="020B0604020202020204" pitchFamily="34" charset="0"/>
              </a:rPr>
              <a:t>Yêu cầu một kết nối mạng bằng </a:t>
            </a:r>
            <a:r>
              <a:rPr lang="en-US" altLang="en-US" sz="2000" b="1">
                <a:latin typeface="Arial" panose="020B0604020202020204" pitchFamily="34" charset="0"/>
              </a:rPr>
              <a:t>Ethernet</a:t>
            </a:r>
            <a:r>
              <a:rPr lang="en-US" altLang="en-US" sz="2000">
                <a:latin typeface="Arial" panose="020B0604020202020204" pitchFamily="34" charset="0"/>
              </a:rPr>
              <a:t> hay </a:t>
            </a:r>
            <a:r>
              <a:rPr lang="en-US" altLang="en-US" sz="2000" b="1">
                <a:solidFill>
                  <a:srgbClr val="FF0000"/>
                </a:solidFill>
                <a:latin typeface="Arial" panose="020B0604020202020204" pitchFamily="34" charset="0"/>
              </a:rPr>
              <a:t>Wireless</a:t>
            </a:r>
          </a:p>
        </p:txBody>
      </p:sp>
      <p:sp>
        <p:nvSpPr>
          <p:cNvPr id="847880" name="Rectangle 6">
            <a:extLst>
              <a:ext uri="{FF2B5EF4-FFF2-40B4-BE49-F238E27FC236}">
                <a16:creationId xmlns:a16="http://schemas.microsoft.com/office/drawing/2014/main" id="{83E97B94-AD87-4764-BF58-56336F08C684}"/>
              </a:ext>
            </a:extLst>
          </p:cNvPr>
          <p:cNvSpPr>
            <a:spLocks noGrp="1" noChangeArrowheads="1"/>
          </p:cNvSpPr>
          <p:nvPr>
            <p:ph type="body" idx="1"/>
          </p:nvPr>
        </p:nvSpPr>
        <p:spPr>
          <a:xfrm>
            <a:off x="5257800" y="3881375"/>
            <a:ext cx="3886200" cy="1981200"/>
          </a:xfrm>
          <a:noFill/>
        </p:spPr>
        <p:txBody>
          <a:bodyPr/>
          <a:lstStyle/>
          <a:p>
            <a:pPr>
              <a:lnSpc>
                <a:spcPct val="90000"/>
              </a:lnSpc>
            </a:pPr>
            <a:r>
              <a:rPr lang="en-US" altLang="en-US" sz="2000"/>
              <a:t>Các tham số mặc định của AP</a:t>
            </a:r>
          </a:p>
          <a:p>
            <a:pPr lvl="1">
              <a:lnSpc>
                <a:spcPct val="90000"/>
              </a:lnSpc>
            </a:pPr>
            <a:r>
              <a:rPr lang="en-US" altLang="en-US" sz="1800"/>
              <a:t>IP Address = 10.0.0.1/24</a:t>
            </a:r>
          </a:p>
          <a:p>
            <a:pPr lvl="1">
              <a:lnSpc>
                <a:spcPct val="90000"/>
              </a:lnSpc>
            </a:pPr>
            <a:r>
              <a:rPr lang="en-US" altLang="en-US" sz="1800"/>
              <a:t>Username and Password = Cisco (“C” not “c”)</a:t>
            </a:r>
          </a:p>
          <a:p>
            <a:pPr lvl="1">
              <a:lnSpc>
                <a:spcPct val="90000"/>
              </a:lnSpc>
            </a:pPr>
            <a:r>
              <a:rPr lang="en-US" altLang="en-US" sz="1800"/>
              <a:t>password này là privilege password, không phải là WEP password.</a:t>
            </a:r>
          </a:p>
        </p:txBody>
      </p:sp>
      <p:sp>
        <p:nvSpPr>
          <p:cNvPr id="847881" name="Text Box 7">
            <a:extLst>
              <a:ext uri="{FF2B5EF4-FFF2-40B4-BE49-F238E27FC236}">
                <a16:creationId xmlns:a16="http://schemas.microsoft.com/office/drawing/2014/main" id="{9BDAD124-8E7E-4905-949D-2D60F1E55720}"/>
              </a:ext>
            </a:extLst>
          </p:cNvPr>
          <p:cNvSpPr txBox="1">
            <a:spLocks noChangeArrowheads="1"/>
          </p:cNvSpPr>
          <p:nvPr/>
        </p:nvSpPr>
        <p:spPr bwMode="auto">
          <a:xfrm>
            <a:off x="2133600" y="3048000"/>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b="1">
                <a:solidFill>
                  <a:schemeClr val="bg1"/>
                </a:solidFill>
                <a:latin typeface="Arial" panose="020B0604020202020204" pitchFamily="34" charset="0"/>
              </a:rPr>
              <a:t>Cisco</a:t>
            </a:r>
          </a:p>
        </p:txBody>
      </p:sp>
      <p:pic>
        <p:nvPicPr>
          <p:cNvPr id="847882" name="Picture 8">
            <a:extLst>
              <a:ext uri="{FF2B5EF4-FFF2-40B4-BE49-F238E27FC236}">
                <a16:creationId xmlns:a16="http://schemas.microsoft.com/office/drawing/2014/main" id="{E1A24C80-9861-4EE3-8882-845F30155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762000"/>
            <a:ext cx="630555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47883" name="Picture 9">
            <a:extLst>
              <a:ext uri="{FF2B5EF4-FFF2-40B4-BE49-F238E27FC236}">
                <a16:creationId xmlns:a16="http://schemas.microsoft.com/office/drawing/2014/main" id="{05E27F35-1BB1-4500-B411-9FA5CD19ED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1219200"/>
            <a:ext cx="631507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900" name="Rectangle 2">
            <a:extLst>
              <a:ext uri="{FF2B5EF4-FFF2-40B4-BE49-F238E27FC236}">
                <a16:creationId xmlns:a16="http://schemas.microsoft.com/office/drawing/2014/main" id="{C90605BD-6047-4BC7-A0D2-B8FDD918C4CF}"/>
              </a:ext>
            </a:extLst>
          </p:cNvPr>
          <p:cNvSpPr>
            <a:spLocks noGrp="1" noChangeArrowheads="1"/>
          </p:cNvSpPr>
          <p:nvPr>
            <p:ph type="title"/>
          </p:nvPr>
        </p:nvSpPr>
        <p:spPr>
          <a:xfrm>
            <a:off x="457200" y="-76200"/>
            <a:ext cx="7772400" cy="1143000"/>
          </a:xfrm>
        </p:spPr>
        <p:txBody>
          <a:bodyPr/>
          <a:lstStyle/>
          <a:p>
            <a:r>
              <a:rPr lang="en-US" altLang="en-US" sz="3600"/>
              <a:t>Kết nối vào AP qua trình duyệt Web</a:t>
            </a:r>
          </a:p>
        </p:txBody>
      </p:sp>
      <p:pic>
        <p:nvPicPr>
          <p:cNvPr id="848901" name="Picture 3">
            <a:extLst>
              <a:ext uri="{FF2B5EF4-FFF2-40B4-BE49-F238E27FC236}">
                <a16:creationId xmlns:a16="http://schemas.microsoft.com/office/drawing/2014/main" id="{1699172B-C9ED-4914-8E0C-76535B1774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0000" y="881600"/>
            <a:ext cx="5867400"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8902" name="Rectangle 4">
            <a:extLst>
              <a:ext uri="{FF2B5EF4-FFF2-40B4-BE49-F238E27FC236}">
                <a16:creationId xmlns:a16="http://schemas.microsoft.com/office/drawing/2014/main" id="{B3C846CE-FA19-4914-AF09-7C5DAD7F6ABB}"/>
              </a:ext>
            </a:extLst>
          </p:cNvPr>
          <p:cNvSpPr>
            <a:spLocks noChangeArrowheads="1"/>
          </p:cNvSpPr>
          <p:nvPr/>
        </p:nvSpPr>
        <p:spPr bwMode="auto">
          <a:xfrm>
            <a:off x="3946000" y="2024600"/>
            <a:ext cx="1143000" cy="4572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48903" name="Text Box 5">
            <a:extLst>
              <a:ext uri="{FF2B5EF4-FFF2-40B4-BE49-F238E27FC236}">
                <a16:creationId xmlns:a16="http://schemas.microsoft.com/office/drawing/2014/main" id="{763647B4-C9D7-40AA-BF58-6E339AD8A352}"/>
              </a:ext>
            </a:extLst>
          </p:cNvPr>
          <p:cNvSpPr txBox="1">
            <a:spLocks noChangeArrowheads="1"/>
          </p:cNvSpPr>
          <p:nvPr/>
        </p:nvSpPr>
        <p:spPr bwMode="auto">
          <a:xfrm>
            <a:off x="3031600" y="26342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Wired</a:t>
            </a:r>
          </a:p>
        </p:txBody>
      </p:sp>
      <p:sp>
        <p:nvSpPr>
          <p:cNvPr id="848904" name="Text Box 6">
            <a:extLst>
              <a:ext uri="{FF2B5EF4-FFF2-40B4-BE49-F238E27FC236}">
                <a16:creationId xmlns:a16="http://schemas.microsoft.com/office/drawing/2014/main" id="{3B2BDE29-85EA-427F-85BD-316BD86F9EDD}"/>
              </a:ext>
            </a:extLst>
          </p:cNvPr>
          <p:cNvSpPr txBox="1">
            <a:spLocks noChangeArrowheads="1"/>
          </p:cNvSpPr>
          <p:nvPr/>
        </p:nvSpPr>
        <p:spPr bwMode="auto">
          <a:xfrm>
            <a:off x="4631800" y="2634200"/>
            <a:ext cx="419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Wireless: yêu cầu sự kết hợp</a:t>
            </a:r>
          </a:p>
        </p:txBody>
      </p:sp>
      <p:sp>
        <p:nvSpPr>
          <p:cNvPr id="848905" name="Line 7">
            <a:extLst>
              <a:ext uri="{FF2B5EF4-FFF2-40B4-BE49-F238E27FC236}">
                <a16:creationId xmlns:a16="http://schemas.microsoft.com/office/drawing/2014/main" id="{966F425A-CE91-4E0B-84EA-B0B1152DE910}"/>
              </a:ext>
            </a:extLst>
          </p:cNvPr>
          <p:cNvSpPr>
            <a:spLocks noChangeShapeType="1"/>
          </p:cNvSpPr>
          <p:nvPr/>
        </p:nvSpPr>
        <p:spPr bwMode="auto">
          <a:xfrm flipH="1">
            <a:off x="3869800" y="2481800"/>
            <a:ext cx="381000" cy="2286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8906" name="Line 8">
            <a:extLst>
              <a:ext uri="{FF2B5EF4-FFF2-40B4-BE49-F238E27FC236}">
                <a16:creationId xmlns:a16="http://schemas.microsoft.com/office/drawing/2014/main" id="{F0A1AB26-70EE-4EC6-9EB9-3AA83CC4B91B}"/>
              </a:ext>
            </a:extLst>
          </p:cNvPr>
          <p:cNvSpPr>
            <a:spLocks noChangeShapeType="1"/>
          </p:cNvSpPr>
          <p:nvPr/>
        </p:nvSpPr>
        <p:spPr bwMode="auto">
          <a:xfrm>
            <a:off x="4250800" y="2481800"/>
            <a:ext cx="381000" cy="2286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848907" name="Picture 9">
            <a:extLst>
              <a:ext uri="{FF2B5EF4-FFF2-40B4-BE49-F238E27FC236}">
                <a16:creationId xmlns:a16="http://schemas.microsoft.com/office/drawing/2014/main" id="{AED28394-1C04-491A-84D0-C863E18CC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600" y="3015200"/>
            <a:ext cx="6324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48908" name="Picture 10">
            <a:extLst>
              <a:ext uri="{FF2B5EF4-FFF2-40B4-BE49-F238E27FC236}">
                <a16:creationId xmlns:a16="http://schemas.microsoft.com/office/drawing/2014/main" id="{67F1B088-8163-4944-93D0-05BB412915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800" y="3958175"/>
            <a:ext cx="381000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48909" name="Picture 11">
            <a:extLst>
              <a:ext uri="{FF2B5EF4-FFF2-40B4-BE49-F238E27FC236}">
                <a16:creationId xmlns:a16="http://schemas.microsoft.com/office/drawing/2014/main" id="{918D9110-E3E6-4552-BE78-53FD555A04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9400" y="3958175"/>
            <a:ext cx="3733800" cy="266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8910" name="Line 12">
            <a:extLst>
              <a:ext uri="{FF2B5EF4-FFF2-40B4-BE49-F238E27FC236}">
                <a16:creationId xmlns:a16="http://schemas.microsoft.com/office/drawing/2014/main" id="{1B87436B-5B93-4D55-B9A3-F7A517AA6C2F}"/>
              </a:ext>
            </a:extLst>
          </p:cNvPr>
          <p:cNvSpPr>
            <a:spLocks noChangeShapeType="1"/>
          </p:cNvSpPr>
          <p:nvPr/>
        </p:nvSpPr>
        <p:spPr bwMode="auto">
          <a:xfrm flipH="1">
            <a:off x="1126600" y="3548600"/>
            <a:ext cx="457200" cy="4572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8911" name="Line 13">
            <a:extLst>
              <a:ext uri="{FF2B5EF4-FFF2-40B4-BE49-F238E27FC236}">
                <a16:creationId xmlns:a16="http://schemas.microsoft.com/office/drawing/2014/main" id="{03AF5EDF-7D91-4133-817C-C06D245E207A}"/>
              </a:ext>
            </a:extLst>
          </p:cNvPr>
          <p:cNvSpPr>
            <a:spLocks noChangeShapeType="1"/>
          </p:cNvSpPr>
          <p:nvPr/>
        </p:nvSpPr>
        <p:spPr bwMode="auto">
          <a:xfrm>
            <a:off x="2269600" y="3777200"/>
            <a:ext cx="2667000" cy="533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8912" name="Text Box 14">
            <a:extLst>
              <a:ext uri="{FF2B5EF4-FFF2-40B4-BE49-F238E27FC236}">
                <a16:creationId xmlns:a16="http://schemas.microsoft.com/office/drawing/2014/main" id="{222FCAD0-E946-411C-B611-8A0ECBC8F49F}"/>
              </a:ext>
            </a:extLst>
          </p:cNvPr>
          <p:cNvSpPr txBox="1">
            <a:spLocks noChangeArrowheads="1"/>
          </p:cNvSpPr>
          <p:nvPr/>
        </p:nvSpPr>
        <p:spPr bwMode="auto">
          <a:xfrm>
            <a:off x="-92600" y="2405600"/>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Cách được ưa thích!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4" name="Rectangle 2">
            <a:extLst>
              <a:ext uri="{FF2B5EF4-FFF2-40B4-BE49-F238E27FC236}">
                <a16:creationId xmlns:a16="http://schemas.microsoft.com/office/drawing/2014/main" id="{E96C5F86-93ED-43E7-A91E-E2DD230BE15D}"/>
              </a:ext>
            </a:extLst>
          </p:cNvPr>
          <p:cNvSpPr>
            <a:spLocks noGrp="1" noChangeArrowheads="1"/>
          </p:cNvSpPr>
          <p:nvPr>
            <p:ph type="title"/>
          </p:nvPr>
        </p:nvSpPr>
        <p:spPr>
          <a:xfrm>
            <a:off x="533400" y="-28575"/>
            <a:ext cx="8610600" cy="1143000"/>
          </a:xfrm>
        </p:spPr>
        <p:txBody>
          <a:bodyPr/>
          <a:lstStyle/>
          <a:p>
            <a:r>
              <a:rPr lang="en-US" altLang="en-US"/>
              <a:t>Kết nối vào AP qua Wireless card</a:t>
            </a:r>
          </a:p>
        </p:txBody>
      </p:sp>
      <p:sp>
        <p:nvSpPr>
          <p:cNvPr id="849925" name="Rectangle 3">
            <a:extLst>
              <a:ext uri="{FF2B5EF4-FFF2-40B4-BE49-F238E27FC236}">
                <a16:creationId xmlns:a16="http://schemas.microsoft.com/office/drawing/2014/main" id="{775C07C4-FB08-4A78-BD37-2FFFB69EC74F}"/>
              </a:ext>
            </a:extLst>
          </p:cNvPr>
          <p:cNvSpPr>
            <a:spLocks noGrp="1" noChangeArrowheads="1"/>
          </p:cNvSpPr>
          <p:nvPr>
            <p:ph type="body" idx="1"/>
          </p:nvPr>
        </p:nvSpPr>
        <p:spPr>
          <a:xfrm>
            <a:off x="381000" y="3962400"/>
            <a:ext cx="8534400" cy="2743200"/>
          </a:xfrm>
        </p:spPr>
        <p:txBody>
          <a:bodyPr/>
          <a:lstStyle/>
          <a:p>
            <a:pPr>
              <a:lnSpc>
                <a:spcPct val="90000"/>
              </a:lnSpc>
            </a:pPr>
            <a:r>
              <a:rPr lang="en-US" altLang="en-US" sz="2400" b="1">
                <a:solidFill>
                  <a:srgbClr val="FF0000"/>
                </a:solidFill>
              </a:rPr>
              <a:t>Wireless adapter</a:t>
            </a:r>
            <a:r>
              <a:rPr lang="en-US" altLang="en-US" sz="2400"/>
              <a:t>: </a:t>
            </a:r>
          </a:p>
          <a:p>
            <a:pPr lvl="1">
              <a:lnSpc>
                <a:spcPct val="90000"/>
              </a:lnSpc>
            </a:pPr>
            <a:r>
              <a:rPr lang="en-US" altLang="en-US" sz="2000"/>
              <a:t>Nếu cấu hình bằng cách sử dụng wireless adapter, đầu tiên ta phải kết hợp nó với AP muốn cấu hình.</a:t>
            </a:r>
          </a:p>
          <a:p>
            <a:pPr lvl="1">
              <a:lnSpc>
                <a:spcPct val="90000"/>
              </a:lnSpc>
            </a:pPr>
            <a:r>
              <a:rPr lang="en-US" altLang="en-US" sz="2000"/>
              <a:t>Thiết lập các tham số cấu hình phù hợp với AP đó.</a:t>
            </a:r>
          </a:p>
          <a:p>
            <a:pPr lvl="1">
              <a:lnSpc>
                <a:spcPct val="90000"/>
              </a:lnSpc>
            </a:pPr>
            <a:r>
              <a:rPr lang="en-US" altLang="en-US" sz="2000"/>
              <a:t>Cisco 1100 và 1200 APs có các tham số mặc định:</a:t>
            </a:r>
          </a:p>
          <a:p>
            <a:pPr lvl="2">
              <a:lnSpc>
                <a:spcPct val="90000"/>
              </a:lnSpc>
            </a:pPr>
            <a:r>
              <a:rPr lang="en-US" altLang="en-US" sz="1800"/>
              <a:t>IP Address = 10.0.0.1/24</a:t>
            </a:r>
          </a:p>
          <a:p>
            <a:pPr lvl="2">
              <a:lnSpc>
                <a:spcPct val="90000"/>
              </a:lnSpc>
            </a:pPr>
            <a:r>
              <a:rPr lang="en-US" altLang="en-US" sz="1800"/>
              <a:t>SSID = tsunami</a:t>
            </a:r>
          </a:p>
          <a:p>
            <a:pPr lvl="2">
              <a:lnSpc>
                <a:spcPct val="90000"/>
              </a:lnSpc>
            </a:pPr>
            <a:r>
              <a:rPr lang="en-US" altLang="en-US" sz="1800"/>
              <a:t>Password = Cisco (“C” not “c”)</a:t>
            </a:r>
          </a:p>
        </p:txBody>
      </p:sp>
      <p:pic>
        <p:nvPicPr>
          <p:cNvPr id="849926" name="Picture 4">
            <a:extLst>
              <a:ext uri="{FF2B5EF4-FFF2-40B4-BE49-F238E27FC236}">
                <a16:creationId xmlns:a16="http://schemas.microsoft.com/office/drawing/2014/main" id="{8BB8B346-9A54-43C5-B1C3-2DCFCB7FFA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371600"/>
            <a:ext cx="5029200" cy="25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49927" name="Text Box 5">
            <a:extLst>
              <a:ext uri="{FF2B5EF4-FFF2-40B4-BE49-F238E27FC236}">
                <a16:creationId xmlns:a16="http://schemas.microsoft.com/office/drawing/2014/main" id="{AE5F4299-8D90-4D3F-9B2B-1FF5E6E84909}"/>
              </a:ext>
            </a:extLst>
          </p:cNvPr>
          <p:cNvSpPr txBox="1">
            <a:spLocks noChangeArrowheads="1"/>
          </p:cNvSpPr>
          <p:nvPr/>
        </p:nvSpPr>
        <p:spPr bwMode="auto">
          <a:xfrm>
            <a:off x="1219200" y="1219200"/>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solidFill>
                  <a:srgbClr val="FF0000"/>
                </a:solidFill>
                <a:latin typeface="Arial" panose="020B0604020202020204" pitchFamily="34" charset="0"/>
              </a:rPr>
              <a:t>SSID = tsunami</a:t>
            </a:r>
          </a:p>
        </p:txBody>
      </p:sp>
      <p:sp>
        <p:nvSpPr>
          <p:cNvPr id="849928" name="Text Box 6">
            <a:extLst>
              <a:ext uri="{FF2B5EF4-FFF2-40B4-BE49-F238E27FC236}">
                <a16:creationId xmlns:a16="http://schemas.microsoft.com/office/drawing/2014/main" id="{9C02DF62-ECFA-4BE6-9C9C-3C8BD1EBED5D}"/>
              </a:ext>
            </a:extLst>
          </p:cNvPr>
          <p:cNvSpPr txBox="1">
            <a:spLocks noChangeArrowheads="1"/>
          </p:cNvSpPr>
          <p:nvPr/>
        </p:nvSpPr>
        <p:spPr bwMode="auto">
          <a:xfrm>
            <a:off x="6934200" y="1371600"/>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solidFill>
                  <a:srgbClr val="FF0000"/>
                </a:solidFill>
                <a:latin typeface="Arial" panose="020B0604020202020204" pitchFamily="34" charset="0"/>
              </a:rPr>
              <a:t>SSID = tsunami</a:t>
            </a:r>
          </a:p>
        </p:txBody>
      </p:sp>
      <p:sp>
        <p:nvSpPr>
          <p:cNvPr id="849929" name="Line 7">
            <a:extLst>
              <a:ext uri="{FF2B5EF4-FFF2-40B4-BE49-F238E27FC236}">
                <a16:creationId xmlns:a16="http://schemas.microsoft.com/office/drawing/2014/main" id="{0A0E8BB4-1C38-474B-8537-F2A405FD70F4}"/>
              </a:ext>
            </a:extLst>
          </p:cNvPr>
          <p:cNvSpPr>
            <a:spLocks noChangeShapeType="1"/>
          </p:cNvSpPr>
          <p:nvPr/>
        </p:nvSpPr>
        <p:spPr bwMode="auto">
          <a:xfrm flipV="1">
            <a:off x="2819400" y="2133600"/>
            <a:ext cx="304800" cy="19050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849930" name="Picture 8">
            <a:extLst>
              <a:ext uri="{FF2B5EF4-FFF2-40B4-BE49-F238E27FC236}">
                <a16:creationId xmlns:a16="http://schemas.microsoft.com/office/drawing/2014/main" id="{F0B49566-0D07-4CEF-9925-A19244358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219200"/>
            <a:ext cx="685800" cy="42068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8" name="Rectangle 2">
            <a:extLst>
              <a:ext uri="{FF2B5EF4-FFF2-40B4-BE49-F238E27FC236}">
                <a16:creationId xmlns:a16="http://schemas.microsoft.com/office/drawing/2014/main" id="{F1D19336-C8F3-4063-A621-67D04597BF30}"/>
              </a:ext>
            </a:extLst>
          </p:cNvPr>
          <p:cNvSpPr>
            <a:spLocks noGrp="1" noChangeArrowheads="1"/>
          </p:cNvSpPr>
          <p:nvPr>
            <p:ph type="title"/>
          </p:nvPr>
        </p:nvSpPr>
        <p:spPr>
          <a:xfrm>
            <a:off x="533400" y="-271463"/>
            <a:ext cx="7772400" cy="1143001"/>
          </a:xfrm>
        </p:spPr>
        <p:txBody>
          <a:bodyPr/>
          <a:lstStyle/>
          <a:p>
            <a:r>
              <a:rPr lang="en-US" altLang="en-US" sz="3600"/>
              <a:t>Kết nối vào AP qua Ethernet card</a:t>
            </a:r>
          </a:p>
        </p:txBody>
      </p:sp>
      <p:sp>
        <p:nvSpPr>
          <p:cNvPr id="850949" name="Rectangle 3">
            <a:extLst>
              <a:ext uri="{FF2B5EF4-FFF2-40B4-BE49-F238E27FC236}">
                <a16:creationId xmlns:a16="http://schemas.microsoft.com/office/drawing/2014/main" id="{0E331B41-6115-4F16-B6FF-D19282828730}"/>
              </a:ext>
            </a:extLst>
          </p:cNvPr>
          <p:cNvSpPr>
            <a:spLocks noGrp="1" noChangeArrowheads="1"/>
          </p:cNvSpPr>
          <p:nvPr>
            <p:ph type="body" idx="1"/>
          </p:nvPr>
        </p:nvSpPr>
        <p:spPr>
          <a:xfrm>
            <a:off x="381000" y="3962400"/>
            <a:ext cx="8534400" cy="2743200"/>
          </a:xfrm>
        </p:spPr>
        <p:txBody>
          <a:bodyPr/>
          <a:lstStyle/>
          <a:p>
            <a:r>
              <a:rPr lang="en-US" altLang="en-US" sz="2400" b="1"/>
              <a:t>Dây Ethernet</a:t>
            </a:r>
            <a:r>
              <a:rPr lang="en-US" altLang="en-US" sz="2400"/>
              <a:t>: </a:t>
            </a:r>
          </a:p>
          <a:p>
            <a:pPr lvl="1"/>
            <a:r>
              <a:rPr lang="en-US" altLang="en-US" sz="2000"/>
              <a:t>Sự kết hợp trước là không cần thiết</a:t>
            </a:r>
          </a:p>
          <a:p>
            <a:pPr lvl="1"/>
            <a:r>
              <a:rPr lang="en-US" altLang="en-US" sz="2000"/>
              <a:t>Phải đặt địa chỉ IP của Ethernet interface cùng mạng (con) với AP đó.</a:t>
            </a:r>
          </a:p>
          <a:p>
            <a:pPr lvl="1"/>
            <a:r>
              <a:rPr lang="en-US" altLang="en-US" sz="2000"/>
              <a:t>Các tham số mặc định của AP:</a:t>
            </a:r>
          </a:p>
          <a:p>
            <a:pPr lvl="2"/>
            <a:r>
              <a:rPr lang="en-US" altLang="en-US" sz="1800"/>
              <a:t>IP Address = 10.0.0.1/24</a:t>
            </a:r>
          </a:p>
          <a:p>
            <a:pPr lvl="2"/>
            <a:r>
              <a:rPr lang="en-US" altLang="en-US" sz="1800"/>
              <a:t>Password = Cisco (“C” not “c”)</a:t>
            </a:r>
          </a:p>
        </p:txBody>
      </p:sp>
      <p:pic>
        <p:nvPicPr>
          <p:cNvPr id="850950" name="Picture 4">
            <a:extLst>
              <a:ext uri="{FF2B5EF4-FFF2-40B4-BE49-F238E27FC236}">
                <a16:creationId xmlns:a16="http://schemas.microsoft.com/office/drawing/2014/main" id="{014998EB-FE4A-4D0D-8FF6-CFBA023DA8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371600"/>
            <a:ext cx="5029200" cy="25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50951" name="Text Box 5">
            <a:extLst>
              <a:ext uri="{FF2B5EF4-FFF2-40B4-BE49-F238E27FC236}">
                <a16:creationId xmlns:a16="http://schemas.microsoft.com/office/drawing/2014/main" id="{EA9059F2-3051-41BA-9357-988F91741607}"/>
              </a:ext>
            </a:extLst>
          </p:cNvPr>
          <p:cNvSpPr txBox="1">
            <a:spLocks noChangeArrowheads="1"/>
          </p:cNvSpPr>
          <p:nvPr/>
        </p:nvSpPr>
        <p:spPr bwMode="auto">
          <a:xfrm>
            <a:off x="381000" y="3124200"/>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Cách được ưa thích!</a:t>
            </a:r>
          </a:p>
        </p:txBody>
      </p:sp>
      <p:sp>
        <p:nvSpPr>
          <p:cNvPr id="850952" name="Line 6">
            <a:extLst>
              <a:ext uri="{FF2B5EF4-FFF2-40B4-BE49-F238E27FC236}">
                <a16:creationId xmlns:a16="http://schemas.microsoft.com/office/drawing/2014/main" id="{1E4DA214-BE72-4051-A327-7E82D37B5703}"/>
              </a:ext>
            </a:extLst>
          </p:cNvPr>
          <p:cNvSpPr>
            <a:spLocks noChangeShapeType="1"/>
          </p:cNvSpPr>
          <p:nvPr/>
        </p:nvSpPr>
        <p:spPr bwMode="auto">
          <a:xfrm flipV="1">
            <a:off x="2667000" y="2743200"/>
            <a:ext cx="1066800" cy="1295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850953" name="Picture 7">
            <a:extLst>
              <a:ext uri="{FF2B5EF4-FFF2-40B4-BE49-F238E27FC236}">
                <a16:creationId xmlns:a16="http://schemas.microsoft.com/office/drawing/2014/main" id="{439BECB0-CF08-43D2-85D1-863CAFA973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219200"/>
            <a:ext cx="685800" cy="42068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850954" name="Text Box 8">
            <a:extLst>
              <a:ext uri="{FF2B5EF4-FFF2-40B4-BE49-F238E27FC236}">
                <a16:creationId xmlns:a16="http://schemas.microsoft.com/office/drawing/2014/main" id="{40B4E893-DFBB-42D7-9E4B-443C22E5A551}"/>
              </a:ext>
            </a:extLst>
          </p:cNvPr>
          <p:cNvSpPr txBox="1">
            <a:spLocks noChangeArrowheads="1"/>
          </p:cNvSpPr>
          <p:nvPr/>
        </p:nvSpPr>
        <p:spPr bwMode="auto">
          <a:xfrm>
            <a:off x="1219200" y="1219200"/>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solidFill>
                  <a:srgbClr val="FF0000"/>
                </a:solidFill>
                <a:latin typeface="Arial" panose="020B0604020202020204" pitchFamily="34" charset="0"/>
              </a:rPr>
              <a:t>SSID = tsunami</a:t>
            </a:r>
          </a:p>
        </p:txBody>
      </p:sp>
      <p:sp>
        <p:nvSpPr>
          <p:cNvPr id="850955" name="Text Box 9">
            <a:extLst>
              <a:ext uri="{FF2B5EF4-FFF2-40B4-BE49-F238E27FC236}">
                <a16:creationId xmlns:a16="http://schemas.microsoft.com/office/drawing/2014/main" id="{BD5A9B8B-F808-46D7-A3C0-863A2E7FBBD3}"/>
              </a:ext>
            </a:extLst>
          </p:cNvPr>
          <p:cNvSpPr txBox="1">
            <a:spLocks noChangeArrowheads="1"/>
          </p:cNvSpPr>
          <p:nvPr/>
        </p:nvSpPr>
        <p:spPr bwMode="auto">
          <a:xfrm>
            <a:off x="6934200" y="1371600"/>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solidFill>
                  <a:srgbClr val="FF0000"/>
                </a:solidFill>
                <a:latin typeface="Arial" panose="020B0604020202020204" pitchFamily="34" charset="0"/>
              </a:rPr>
              <a:t>SSID = tsunami</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2" name="Rectangle 2">
            <a:extLst>
              <a:ext uri="{FF2B5EF4-FFF2-40B4-BE49-F238E27FC236}">
                <a16:creationId xmlns:a16="http://schemas.microsoft.com/office/drawing/2014/main" id="{EE6E57DB-5EDA-4363-8331-ADEA381C97A7}"/>
              </a:ext>
            </a:extLst>
          </p:cNvPr>
          <p:cNvSpPr>
            <a:spLocks noGrp="1" noChangeArrowheads="1"/>
          </p:cNvSpPr>
          <p:nvPr>
            <p:ph type="title"/>
          </p:nvPr>
        </p:nvSpPr>
        <p:spPr>
          <a:xfrm>
            <a:off x="533400" y="0"/>
            <a:ext cx="7772400" cy="1143000"/>
          </a:xfrm>
        </p:spPr>
        <p:txBody>
          <a:bodyPr/>
          <a:lstStyle/>
          <a:p>
            <a:r>
              <a:rPr lang="en-US" altLang="en-US" sz="3600"/>
              <a:t>Kết nối vào AP qua Ethernet card</a:t>
            </a:r>
          </a:p>
        </p:txBody>
      </p:sp>
      <p:sp>
        <p:nvSpPr>
          <p:cNvPr id="851973" name="Rectangle 3">
            <a:extLst>
              <a:ext uri="{FF2B5EF4-FFF2-40B4-BE49-F238E27FC236}">
                <a16:creationId xmlns:a16="http://schemas.microsoft.com/office/drawing/2014/main" id="{6D58841B-440C-43B2-8516-4DF349BC3D21}"/>
              </a:ext>
            </a:extLst>
          </p:cNvPr>
          <p:cNvSpPr>
            <a:spLocks noGrp="1" noChangeArrowheads="1"/>
          </p:cNvSpPr>
          <p:nvPr>
            <p:ph type="body" idx="1"/>
          </p:nvPr>
        </p:nvSpPr>
        <p:spPr>
          <a:xfrm>
            <a:off x="381000" y="4033838"/>
            <a:ext cx="8534400" cy="2382837"/>
          </a:xfrm>
        </p:spPr>
        <p:txBody>
          <a:bodyPr/>
          <a:lstStyle/>
          <a:p>
            <a:r>
              <a:rPr lang="en-US" altLang="en-US" sz="2400" b="1"/>
              <a:t>Dây Ethernet</a:t>
            </a:r>
            <a:r>
              <a:rPr lang="en-US" altLang="en-US" sz="2400"/>
              <a:t>: </a:t>
            </a:r>
          </a:p>
          <a:p>
            <a:pPr lvl="1"/>
            <a:r>
              <a:rPr lang="en-US" altLang="en-US" sz="2000"/>
              <a:t>Ta sẽ dùng </a:t>
            </a:r>
            <a:r>
              <a:rPr lang="en-US" altLang="en-US" sz="2000" b="1"/>
              <a:t>trình duyệt Web qua cách dùng dây</a:t>
            </a:r>
            <a:r>
              <a:rPr lang="en-US" altLang="en-US" sz="2000"/>
              <a:t> để cấu hình cho các APs trong các bài lab để tránh cấu hình nhầm AP khi cấu hình qua wireless.</a:t>
            </a:r>
          </a:p>
        </p:txBody>
      </p:sp>
      <p:pic>
        <p:nvPicPr>
          <p:cNvPr id="851974" name="Picture 4">
            <a:extLst>
              <a:ext uri="{FF2B5EF4-FFF2-40B4-BE49-F238E27FC236}">
                <a16:creationId xmlns:a16="http://schemas.microsoft.com/office/drawing/2014/main" id="{B06BC99B-F488-497A-92CB-F4A8555CF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371600"/>
            <a:ext cx="5029200" cy="25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51975" name="Text Box 5">
            <a:extLst>
              <a:ext uri="{FF2B5EF4-FFF2-40B4-BE49-F238E27FC236}">
                <a16:creationId xmlns:a16="http://schemas.microsoft.com/office/drawing/2014/main" id="{D1F577D6-C599-4521-81E6-A823860FD47F}"/>
              </a:ext>
            </a:extLst>
          </p:cNvPr>
          <p:cNvSpPr txBox="1">
            <a:spLocks noChangeArrowheads="1"/>
          </p:cNvSpPr>
          <p:nvPr/>
        </p:nvSpPr>
        <p:spPr bwMode="auto">
          <a:xfrm>
            <a:off x="381000" y="3124200"/>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Cách được ưa thích!</a:t>
            </a:r>
          </a:p>
        </p:txBody>
      </p:sp>
      <p:sp>
        <p:nvSpPr>
          <p:cNvPr id="851976" name="Line 6">
            <a:extLst>
              <a:ext uri="{FF2B5EF4-FFF2-40B4-BE49-F238E27FC236}">
                <a16:creationId xmlns:a16="http://schemas.microsoft.com/office/drawing/2014/main" id="{B96A881B-F9B2-4671-9EF3-EFDB1C426C62}"/>
              </a:ext>
            </a:extLst>
          </p:cNvPr>
          <p:cNvSpPr>
            <a:spLocks noChangeShapeType="1"/>
          </p:cNvSpPr>
          <p:nvPr/>
        </p:nvSpPr>
        <p:spPr bwMode="auto">
          <a:xfrm flipV="1">
            <a:off x="2667000" y="2743200"/>
            <a:ext cx="1066800" cy="1295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851977" name="Picture 7">
            <a:extLst>
              <a:ext uri="{FF2B5EF4-FFF2-40B4-BE49-F238E27FC236}">
                <a16:creationId xmlns:a16="http://schemas.microsoft.com/office/drawing/2014/main" id="{DD056DD6-866E-4E08-91C1-6618625412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219200"/>
            <a:ext cx="685800" cy="42068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851978" name="Text Box 8">
            <a:extLst>
              <a:ext uri="{FF2B5EF4-FFF2-40B4-BE49-F238E27FC236}">
                <a16:creationId xmlns:a16="http://schemas.microsoft.com/office/drawing/2014/main" id="{CA9A3101-A7B0-4621-8C46-79FA2A8C7141}"/>
              </a:ext>
            </a:extLst>
          </p:cNvPr>
          <p:cNvSpPr txBox="1">
            <a:spLocks noChangeArrowheads="1"/>
          </p:cNvSpPr>
          <p:nvPr/>
        </p:nvSpPr>
        <p:spPr bwMode="auto">
          <a:xfrm>
            <a:off x="6934200" y="1371600"/>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solidFill>
                  <a:srgbClr val="FF0000"/>
                </a:solidFill>
                <a:latin typeface="Arial" panose="020B0604020202020204" pitchFamily="34" charset="0"/>
              </a:rPr>
              <a:t>SSID = tsunami</a:t>
            </a:r>
          </a:p>
        </p:txBody>
      </p:sp>
      <p:sp>
        <p:nvSpPr>
          <p:cNvPr id="851979" name="Text Box 9">
            <a:extLst>
              <a:ext uri="{FF2B5EF4-FFF2-40B4-BE49-F238E27FC236}">
                <a16:creationId xmlns:a16="http://schemas.microsoft.com/office/drawing/2014/main" id="{1B14156A-2F42-4610-BC1B-8C009D12D9D4}"/>
              </a:ext>
            </a:extLst>
          </p:cNvPr>
          <p:cNvSpPr txBox="1">
            <a:spLocks noChangeArrowheads="1"/>
          </p:cNvSpPr>
          <p:nvPr/>
        </p:nvSpPr>
        <p:spPr bwMode="auto">
          <a:xfrm>
            <a:off x="1219200" y="1219200"/>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solidFill>
                  <a:srgbClr val="FF0000"/>
                </a:solidFill>
                <a:latin typeface="Arial" panose="020B0604020202020204" pitchFamily="34" charset="0"/>
              </a:rPr>
              <a:t>SSID = tsunami</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6" name="Rectangle 2">
            <a:extLst>
              <a:ext uri="{FF2B5EF4-FFF2-40B4-BE49-F238E27FC236}">
                <a16:creationId xmlns:a16="http://schemas.microsoft.com/office/drawing/2014/main" id="{A2947614-D3F3-4F2B-A38C-A61B56B150CC}"/>
              </a:ext>
            </a:extLst>
          </p:cNvPr>
          <p:cNvSpPr>
            <a:spLocks noGrp="1" noChangeArrowheads="1"/>
          </p:cNvSpPr>
          <p:nvPr>
            <p:ph type="title"/>
          </p:nvPr>
        </p:nvSpPr>
        <p:spPr>
          <a:xfrm>
            <a:off x="533400" y="-180975"/>
            <a:ext cx="8610600" cy="1143000"/>
          </a:xfrm>
        </p:spPr>
        <p:txBody>
          <a:bodyPr/>
          <a:lstStyle/>
          <a:p>
            <a:r>
              <a:rPr lang="en-US" altLang="en-US" sz="3600"/>
              <a:t>Các bài Lab và kết nối vào AP</a:t>
            </a:r>
          </a:p>
        </p:txBody>
      </p:sp>
      <p:sp>
        <p:nvSpPr>
          <p:cNvPr id="852997" name="Rectangle 3">
            <a:extLst>
              <a:ext uri="{FF2B5EF4-FFF2-40B4-BE49-F238E27FC236}">
                <a16:creationId xmlns:a16="http://schemas.microsoft.com/office/drawing/2014/main" id="{2D693791-6FF4-4435-8865-CE38E851683A}"/>
              </a:ext>
            </a:extLst>
          </p:cNvPr>
          <p:cNvSpPr>
            <a:spLocks noGrp="1" noChangeArrowheads="1"/>
          </p:cNvSpPr>
          <p:nvPr>
            <p:ph type="body" idx="1"/>
          </p:nvPr>
        </p:nvSpPr>
        <p:spPr>
          <a:xfrm>
            <a:off x="173038" y="5135563"/>
            <a:ext cx="8970962" cy="1112837"/>
          </a:xfrm>
        </p:spPr>
        <p:txBody>
          <a:bodyPr/>
          <a:lstStyle/>
          <a:p>
            <a:pPr>
              <a:lnSpc>
                <a:spcPct val="90000"/>
              </a:lnSpc>
            </a:pPr>
            <a:r>
              <a:rPr lang="en-US" altLang="en-US" sz="2000"/>
              <a:t>Trong các bài lab phải chắc chắn rằng ta đang cấu hình và kết nối vào đúng AP muốn làm việc!</a:t>
            </a:r>
          </a:p>
          <a:p>
            <a:pPr>
              <a:lnSpc>
                <a:spcPct val="90000"/>
              </a:lnSpc>
            </a:pPr>
            <a:r>
              <a:rPr lang="en-US" altLang="en-US" sz="2000"/>
              <a:t>Đầu tiên ta kết nối vào AP qua card dùng dây, thay đổi SSID và địa chỉ IP trên AP.</a:t>
            </a:r>
          </a:p>
        </p:txBody>
      </p:sp>
      <p:sp>
        <p:nvSpPr>
          <p:cNvPr id="852998" name="Line 4">
            <a:extLst>
              <a:ext uri="{FF2B5EF4-FFF2-40B4-BE49-F238E27FC236}">
                <a16:creationId xmlns:a16="http://schemas.microsoft.com/office/drawing/2014/main" id="{03E943ED-27FC-42F4-85CB-918E23166F27}"/>
              </a:ext>
            </a:extLst>
          </p:cNvPr>
          <p:cNvSpPr>
            <a:spLocks noChangeShapeType="1"/>
          </p:cNvSpPr>
          <p:nvPr/>
        </p:nvSpPr>
        <p:spPr bwMode="auto">
          <a:xfrm flipV="1">
            <a:off x="457200" y="2895600"/>
            <a:ext cx="8458200" cy="76200"/>
          </a:xfrm>
          <a:prstGeom prst="line">
            <a:avLst/>
          </a:prstGeom>
          <a:noFill/>
          <a:ln w="25400">
            <a:solidFill>
              <a:schemeClr val="tx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pic>
        <p:nvPicPr>
          <p:cNvPr id="852999" name="Picture 5" descr="airap_d0">
            <a:extLst>
              <a:ext uri="{FF2B5EF4-FFF2-40B4-BE49-F238E27FC236}">
                <a16:creationId xmlns:a16="http://schemas.microsoft.com/office/drawing/2014/main" id="{C7781378-B25F-4D3E-BE85-E1B661DDA4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219200"/>
            <a:ext cx="1081088"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3000" name="Picture 6" descr="airap_d0">
            <a:extLst>
              <a:ext uri="{FF2B5EF4-FFF2-40B4-BE49-F238E27FC236}">
                <a16:creationId xmlns:a16="http://schemas.microsoft.com/office/drawing/2014/main" id="{D3D6208C-D560-4656-98A6-41839E6221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276600"/>
            <a:ext cx="1081088"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3001" name="Text Box 7">
            <a:extLst>
              <a:ext uri="{FF2B5EF4-FFF2-40B4-BE49-F238E27FC236}">
                <a16:creationId xmlns:a16="http://schemas.microsoft.com/office/drawing/2014/main" id="{F6E5B8C8-B64B-49AB-8EBC-E32D1D847A24}"/>
              </a:ext>
            </a:extLst>
          </p:cNvPr>
          <p:cNvSpPr txBox="1">
            <a:spLocks noChangeArrowheads="1"/>
          </p:cNvSpPr>
          <p:nvPr/>
        </p:nvSpPr>
        <p:spPr bwMode="auto">
          <a:xfrm>
            <a:off x="5334000" y="137160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AP1</a:t>
            </a:r>
          </a:p>
        </p:txBody>
      </p:sp>
      <p:sp>
        <p:nvSpPr>
          <p:cNvPr id="853002" name="Text Box 8">
            <a:extLst>
              <a:ext uri="{FF2B5EF4-FFF2-40B4-BE49-F238E27FC236}">
                <a16:creationId xmlns:a16="http://schemas.microsoft.com/office/drawing/2014/main" id="{F35801FA-D1AA-4063-B1FB-A532AA247A37}"/>
              </a:ext>
            </a:extLst>
          </p:cNvPr>
          <p:cNvSpPr txBox="1">
            <a:spLocks noChangeArrowheads="1"/>
          </p:cNvSpPr>
          <p:nvPr/>
        </p:nvSpPr>
        <p:spPr bwMode="auto">
          <a:xfrm>
            <a:off x="5334000" y="426720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AP2</a:t>
            </a:r>
          </a:p>
        </p:txBody>
      </p:sp>
      <p:pic>
        <p:nvPicPr>
          <p:cNvPr id="853003" name="Picture 9" descr="laptop">
            <a:extLst>
              <a:ext uri="{FF2B5EF4-FFF2-40B4-BE49-F238E27FC236}">
                <a16:creationId xmlns:a16="http://schemas.microsoft.com/office/drawing/2014/main" id="{ACD66AB8-19FA-42A7-9AD9-36352E7970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124200"/>
            <a:ext cx="1981200"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3004" name="Line 10">
            <a:extLst>
              <a:ext uri="{FF2B5EF4-FFF2-40B4-BE49-F238E27FC236}">
                <a16:creationId xmlns:a16="http://schemas.microsoft.com/office/drawing/2014/main" id="{9597D471-72D2-402A-81FF-F640C91AD1A9}"/>
              </a:ext>
            </a:extLst>
          </p:cNvPr>
          <p:cNvSpPr>
            <a:spLocks noChangeShapeType="1"/>
          </p:cNvSpPr>
          <p:nvPr/>
        </p:nvSpPr>
        <p:spPr bwMode="auto">
          <a:xfrm>
            <a:off x="2667000" y="4191000"/>
            <a:ext cx="1905000" cy="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853005" name="AutoShape 11">
            <a:extLst>
              <a:ext uri="{FF2B5EF4-FFF2-40B4-BE49-F238E27FC236}">
                <a16:creationId xmlns:a16="http://schemas.microsoft.com/office/drawing/2014/main" id="{C0541C57-D352-42DA-8112-1CD540705E60}"/>
              </a:ext>
            </a:extLst>
          </p:cNvPr>
          <p:cNvSpPr>
            <a:spLocks noChangeArrowheads="1"/>
          </p:cNvSpPr>
          <p:nvPr/>
        </p:nvSpPr>
        <p:spPr bwMode="auto">
          <a:xfrm>
            <a:off x="1676400" y="1447800"/>
            <a:ext cx="2209800" cy="1066800"/>
          </a:xfrm>
          <a:prstGeom prst="wedgeRoundRectCallout">
            <a:avLst>
              <a:gd name="adj1" fmla="val -34269"/>
              <a:gd name="adj2" fmla="val 136606"/>
              <a:gd name="adj3" fmla="val 16667"/>
            </a:avLst>
          </a:prstGeom>
          <a:solidFill>
            <a:schemeClr val="bg1"/>
          </a:solidFill>
          <a:ln w="25400">
            <a:solidFill>
              <a:srgbClr val="FF0000"/>
            </a:solidFill>
            <a:miter lim="800000"/>
            <a:headEnd/>
            <a:tailEnd/>
          </a:ln>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b="1">
                <a:latin typeface="Arial" panose="020B0604020202020204" pitchFamily="34" charset="0"/>
              </a:rPr>
              <a:t>Hey, what happened to my settings on AP2!</a:t>
            </a:r>
          </a:p>
        </p:txBody>
      </p:sp>
      <p:pic>
        <p:nvPicPr>
          <p:cNvPr id="853006" name="Picture 12">
            <a:extLst>
              <a:ext uri="{FF2B5EF4-FFF2-40B4-BE49-F238E27FC236}">
                <a16:creationId xmlns:a16="http://schemas.microsoft.com/office/drawing/2014/main" id="{3B035A9C-8D62-4161-B2A2-E1B81741B5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1447800"/>
            <a:ext cx="16764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53007" name="AutoShape 13">
            <a:extLst>
              <a:ext uri="{FF2B5EF4-FFF2-40B4-BE49-F238E27FC236}">
                <a16:creationId xmlns:a16="http://schemas.microsoft.com/office/drawing/2014/main" id="{F16A484A-4CA7-4C6F-AF76-BD24A292AEED}"/>
              </a:ext>
            </a:extLst>
          </p:cNvPr>
          <p:cNvSpPr>
            <a:spLocks noChangeArrowheads="1"/>
          </p:cNvSpPr>
          <p:nvPr/>
        </p:nvSpPr>
        <p:spPr bwMode="auto">
          <a:xfrm>
            <a:off x="7162800" y="685800"/>
            <a:ext cx="1981200" cy="685800"/>
          </a:xfrm>
          <a:prstGeom prst="wedgeRoundRectCallout">
            <a:avLst>
              <a:gd name="adj1" fmla="val -5046"/>
              <a:gd name="adj2" fmla="val 108333"/>
              <a:gd name="adj3" fmla="val 16667"/>
            </a:avLst>
          </a:prstGeom>
          <a:solidFill>
            <a:schemeClr val="bg1"/>
          </a:solidFill>
          <a:ln w="25400">
            <a:solidFill>
              <a:srgbClr val="FF0000"/>
            </a:solidFill>
            <a:miter lim="800000"/>
            <a:headEnd/>
            <a:tailEnd/>
          </a:ln>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b="1">
                <a:latin typeface="Arial" panose="020B0604020202020204" pitchFamily="34" charset="0"/>
              </a:rPr>
              <a:t>Configuring AP1 is easy!</a:t>
            </a:r>
          </a:p>
        </p:txBody>
      </p:sp>
      <p:sp>
        <p:nvSpPr>
          <p:cNvPr id="853008" name="Line 14">
            <a:extLst>
              <a:ext uri="{FF2B5EF4-FFF2-40B4-BE49-F238E27FC236}">
                <a16:creationId xmlns:a16="http://schemas.microsoft.com/office/drawing/2014/main" id="{AB8C2D28-5098-47A6-BC25-BB83B602ECE3}"/>
              </a:ext>
            </a:extLst>
          </p:cNvPr>
          <p:cNvSpPr>
            <a:spLocks noChangeShapeType="1"/>
          </p:cNvSpPr>
          <p:nvPr/>
        </p:nvSpPr>
        <p:spPr bwMode="auto">
          <a:xfrm flipV="1">
            <a:off x="5257800" y="2438400"/>
            <a:ext cx="2057400" cy="175260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853009" name="Text Box 15">
            <a:extLst>
              <a:ext uri="{FF2B5EF4-FFF2-40B4-BE49-F238E27FC236}">
                <a16:creationId xmlns:a16="http://schemas.microsoft.com/office/drawing/2014/main" id="{2D7E13BF-BC8B-4D97-9518-66D222A1153B}"/>
              </a:ext>
            </a:extLst>
          </p:cNvPr>
          <p:cNvSpPr txBox="1">
            <a:spLocks noChangeArrowheads="1"/>
          </p:cNvSpPr>
          <p:nvPr/>
        </p:nvSpPr>
        <p:spPr bwMode="auto">
          <a:xfrm>
            <a:off x="5257800" y="2438400"/>
            <a:ext cx="1371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10.0.0.1</a:t>
            </a:r>
          </a:p>
        </p:txBody>
      </p:sp>
      <p:sp>
        <p:nvSpPr>
          <p:cNvPr id="853010" name="Text Box 16">
            <a:extLst>
              <a:ext uri="{FF2B5EF4-FFF2-40B4-BE49-F238E27FC236}">
                <a16:creationId xmlns:a16="http://schemas.microsoft.com/office/drawing/2014/main" id="{237D2278-A63A-4BD7-B01A-64B522D6540F}"/>
              </a:ext>
            </a:extLst>
          </p:cNvPr>
          <p:cNvSpPr txBox="1">
            <a:spLocks noChangeArrowheads="1"/>
          </p:cNvSpPr>
          <p:nvPr/>
        </p:nvSpPr>
        <p:spPr bwMode="auto">
          <a:xfrm>
            <a:off x="4343400" y="4724400"/>
            <a:ext cx="1371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10.0.0.1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4020" name="Picture 2">
            <a:extLst>
              <a:ext uri="{FF2B5EF4-FFF2-40B4-BE49-F238E27FC236}">
                <a16:creationId xmlns:a16="http://schemas.microsoft.com/office/drawing/2014/main" id="{9227F851-EFED-490F-A681-DC4115CE72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95400"/>
            <a:ext cx="6791325"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54021" name="Picture 3">
            <a:extLst>
              <a:ext uri="{FF2B5EF4-FFF2-40B4-BE49-F238E27FC236}">
                <a16:creationId xmlns:a16="http://schemas.microsoft.com/office/drawing/2014/main" id="{40A241C7-CD66-4C8F-8819-29BF42157F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575" y="4714875"/>
            <a:ext cx="2600325"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54022" name="Picture 4">
            <a:extLst>
              <a:ext uri="{FF2B5EF4-FFF2-40B4-BE49-F238E27FC236}">
                <a16:creationId xmlns:a16="http://schemas.microsoft.com/office/drawing/2014/main" id="{1895F712-5439-49BC-AF9C-80FD75586E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7625" y="4532312"/>
            <a:ext cx="26384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54023" name="Text Box 5">
            <a:extLst>
              <a:ext uri="{FF2B5EF4-FFF2-40B4-BE49-F238E27FC236}">
                <a16:creationId xmlns:a16="http://schemas.microsoft.com/office/drawing/2014/main" id="{016F3685-A76E-4C4A-B5DD-395D13C6D274}"/>
              </a:ext>
            </a:extLst>
          </p:cNvPr>
          <p:cNvSpPr txBox="1">
            <a:spLocks noChangeArrowheads="1"/>
          </p:cNvSpPr>
          <p:nvPr/>
        </p:nvSpPr>
        <p:spPr bwMode="auto">
          <a:xfrm>
            <a:off x="914400" y="43434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Wired</a:t>
            </a:r>
          </a:p>
        </p:txBody>
      </p:sp>
      <p:sp>
        <p:nvSpPr>
          <p:cNvPr id="854024" name="Text Box 6">
            <a:extLst>
              <a:ext uri="{FF2B5EF4-FFF2-40B4-BE49-F238E27FC236}">
                <a16:creationId xmlns:a16="http://schemas.microsoft.com/office/drawing/2014/main" id="{F5F6E380-4B82-48EF-814C-86F59652492C}"/>
              </a:ext>
            </a:extLst>
          </p:cNvPr>
          <p:cNvSpPr txBox="1">
            <a:spLocks noChangeArrowheads="1"/>
          </p:cNvSpPr>
          <p:nvPr/>
        </p:nvSpPr>
        <p:spPr bwMode="auto">
          <a:xfrm>
            <a:off x="4142410" y="4177687"/>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Wireless</a:t>
            </a:r>
          </a:p>
        </p:txBody>
      </p:sp>
      <p:sp>
        <p:nvSpPr>
          <p:cNvPr id="854025" name="Rectangle 7">
            <a:extLst>
              <a:ext uri="{FF2B5EF4-FFF2-40B4-BE49-F238E27FC236}">
                <a16:creationId xmlns:a16="http://schemas.microsoft.com/office/drawing/2014/main" id="{EBF664CE-D793-476E-AF6D-F71723856DEC}"/>
              </a:ext>
            </a:extLst>
          </p:cNvPr>
          <p:cNvSpPr>
            <a:spLocks noGrp="1" noChangeArrowheads="1"/>
          </p:cNvSpPr>
          <p:nvPr>
            <p:ph type="title"/>
          </p:nvPr>
        </p:nvSpPr>
        <p:spPr>
          <a:xfrm>
            <a:off x="533400" y="0"/>
            <a:ext cx="7772400" cy="1143000"/>
          </a:xfrm>
          <a:noFill/>
        </p:spPr>
        <p:txBody>
          <a:bodyPr/>
          <a:lstStyle/>
          <a:p>
            <a:r>
              <a:rPr lang="en-US" altLang="en-US" sz="3600"/>
              <a:t>Cấu hình địa chỉ IP</a:t>
            </a:r>
          </a:p>
        </p:txBody>
      </p:sp>
      <p:sp>
        <p:nvSpPr>
          <p:cNvPr id="854026" name="Rectangle 8">
            <a:extLst>
              <a:ext uri="{FF2B5EF4-FFF2-40B4-BE49-F238E27FC236}">
                <a16:creationId xmlns:a16="http://schemas.microsoft.com/office/drawing/2014/main" id="{21AEB76B-5F50-42A4-B8E0-D6A91A51C50A}"/>
              </a:ext>
            </a:extLst>
          </p:cNvPr>
          <p:cNvSpPr>
            <a:spLocks noChangeArrowheads="1"/>
          </p:cNvSpPr>
          <p:nvPr/>
        </p:nvSpPr>
        <p:spPr bwMode="auto">
          <a:xfrm>
            <a:off x="381000" y="4343400"/>
            <a:ext cx="3352800" cy="23622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4" name="Rectangle 2">
            <a:extLst>
              <a:ext uri="{FF2B5EF4-FFF2-40B4-BE49-F238E27FC236}">
                <a16:creationId xmlns:a16="http://schemas.microsoft.com/office/drawing/2014/main" id="{900EF568-2FCC-442E-AE46-245BE83AF7B3}"/>
              </a:ext>
            </a:extLst>
          </p:cNvPr>
          <p:cNvSpPr>
            <a:spLocks noGrp="1" noChangeArrowheads="1"/>
          </p:cNvSpPr>
          <p:nvPr>
            <p:ph type="title"/>
          </p:nvPr>
        </p:nvSpPr>
        <p:spPr>
          <a:xfrm>
            <a:off x="533400" y="57150"/>
            <a:ext cx="7772400" cy="1143000"/>
          </a:xfrm>
        </p:spPr>
        <p:txBody>
          <a:bodyPr/>
          <a:lstStyle/>
          <a:p>
            <a:r>
              <a:rPr lang="en-US" altLang="en-US" sz="3600"/>
              <a:t>Cấu hình địa chỉ IP</a:t>
            </a:r>
          </a:p>
        </p:txBody>
      </p:sp>
      <p:pic>
        <p:nvPicPr>
          <p:cNvPr id="855045" name="Picture 3">
            <a:extLst>
              <a:ext uri="{FF2B5EF4-FFF2-40B4-BE49-F238E27FC236}">
                <a16:creationId xmlns:a16="http://schemas.microsoft.com/office/drawing/2014/main" id="{ED8589AC-6948-47ED-813F-5ED826FCA4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19200"/>
            <a:ext cx="346710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55046" name="Picture 4">
            <a:extLst>
              <a:ext uri="{FF2B5EF4-FFF2-40B4-BE49-F238E27FC236}">
                <a16:creationId xmlns:a16="http://schemas.microsoft.com/office/drawing/2014/main" id="{75AF811F-EC12-4BC1-8674-CAD2C6AA9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219200"/>
            <a:ext cx="3819525"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55047" name="Text Box 5">
            <a:extLst>
              <a:ext uri="{FF2B5EF4-FFF2-40B4-BE49-F238E27FC236}">
                <a16:creationId xmlns:a16="http://schemas.microsoft.com/office/drawing/2014/main" id="{B8F66683-58FE-4E5F-B4DA-C332870D2663}"/>
              </a:ext>
            </a:extLst>
          </p:cNvPr>
          <p:cNvSpPr txBox="1">
            <a:spLocks noChangeArrowheads="1"/>
          </p:cNvSpPr>
          <p:nvPr/>
        </p:nvSpPr>
        <p:spPr bwMode="auto">
          <a:xfrm>
            <a:off x="838200" y="5715000"/>
            <a:ext cx="70104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Cấu hình địa chỉ IP trên card Ethernet của Host</a:t>
            </a:r>
          </a:p>
          <a:p>
            <a:pPr eaLnBrk="1" hangingPunct="1">
              <a:spcBef>
                <a:spcPct val="50000"/>
              </a:spcBef>
              <a:buClrTx/>
              <a:buSzTx/>
              <a:buFontTx/>
              <a:buNone/>
            </a:pPr>
            <a:r>
              <a:rPr lang="en-US" altLang="en-US" sz="2000" b="1">
                <a:latin typeface="Arial" panose="020B0604020202020204" pitchFamily="34" charset="0"/>
              </a:rPr>
              <a:t>Configuring the IP address on Host’s Ethernet interface</a:t>
            </a:r>
          </a:p>
        </p:txBody>
      </p:sp>
      <p:sp>
        <p:nvSpPr>
          <p:cNvPr id="855048" name="Text Box 6">
            <a:extLst>
              <a:ext uri="{FF2B5EF4-FFF2-40B4-BE49-F238E27FC236}">
                <a16:creationId xmlns:a16="http://schemas.microsoft.com/office/drawing/2014/main" id="{3CF170CA-D953-42B5-A95C-FC08E679F474}"/>
              </a:ext>
            </a:extLst>
          </p:cNvPr>
          <p:cNvSpPr txBox="1">
            <a:spLocks noChangeArrowheads="1"/>
          </p:cNvSpPr>
          <p:nvPr/>
        </p:nvSpPr>
        <p:spPr bwMode="auto">
          <a:xfrm>
            <a:off x="7315200" y="2971800"/>
            <a:ext cx="533400" cy="244475"/>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000">
                <a:latin typeface="Arial" panose="020B0604020202020204" pitchFamily="34" charset="0"/>
              </a:rPr>
              <a:t>224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068" name="Rectangle 2">
            <a:extLst>
              <a:ext uri="{FF2B5EF4-FFF2-40B4-BE49-F238E27FC236}">
                <a16:creationId xmlns:a16="http://schemas.microsoft.com/office/drawing/2014/main" id="{2BD19B39-0E13-4C82-A78A-922C57DC673F}"/>
              </a:ext>
            </a:extLst>
          </p:cNvPr>
          <p:cNvSpPr>
            <a:spLocks noGrp="1" noChangeArrowheads="1"/>
          </p:cNvSpPr>
          <p:nvPr>
            <p:ph type="title"/>
          </p:nvPr>
        </p:nvSpPr>
        <p:spPr>
          <a:xfrm>
            <a:off x="533400" y="-28575"/>
            <a:ext cx="7772400" cy="1143000"/>
          </a:xfrm>
        </p:spPr>
        <p:txBody>
          <a:bodyPr/>
          <a:lstStyle/>
          <a:p>
            <a:r>
              <a:rPr lang="en-US" altLang="en-US" sz="3600"/>
              <a:t>Truy cập AP qua trình duyệt</a:t>
            </a:r>
            <a:br>
              <a:rPr lang="en-US" altLang="en-US" sz="3600"/>
            </a:br>
            <a:endParaRPr lang="en-US" altLang="en-US" sz="3600"/>
          </a:p>
        </p:txBody>
      </p:sp>
      <p:pic>
        <p:nvPicPr>
          <p:cNvPr id="856069" name="Picture 3">
            <a:extLst>
              <a:ext uri="{FF2B5EF4-FFF2-40B4-BE49-F238E27FC236}">
                <a16:creationId xmlns:a16="http://schemas.microsoft.com/office/drawing/2014/main" id="{22772C3A-50BA-4AE8-91D8-FAD126AB2F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219200"/>
            <a:ext cx="41910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56070" name="Picture 4">
            <a:extLst>
              <a:ext uri="{FF2B5EF4-FFF2-40B4-BE49-F238E27FC236}">
                <a16:creationId xmlns:a16="http://schemas.microsoft.com/office/drawing/2014/main" id="{87FFFF09-E9ED-40A8-B997-0986915661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143000"/>
            <a:ext cx="432435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56071" name="Picture 5">
            <a:extLst>
              <a:ext uri="{FF2B5EF4-FFF2-40B4-BE49-F238E27FC236}">
                <a16:creationId xmlns:a16="http://schemas.microsoft.com/office/drawing/2014/main" id="{B03280B2-6013-4EE4-865E-67B1378EC8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952750"/>
            <a:ext cx="3095625"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56072" name="Text Box 6">
            <a:extLst>
              <a:ext uri="{FF2B5EF4-FFF2-40B4-BE49-F238E27FC236}">
                <a16:creationId xmlns:a16="http://schemas.microsoft.com/office/drawing/2014/main" id="{FA436B90-9423-4E23-80A0-7F878B75EB99}"/>
              </a:ext>
            </a:extLst>
          </p:cNvPr>
          <p:cNvSpPr txBox="1">
            <a:spLocks noChangeArrowheads="1"/>
          </p:cNvSpPr>
          <p:nvPr/>
        </p:nvSpPr>
        <p:spPr bwMode="auto">
          <a:xfrm>
            <a:off x="2209800" y="508635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latin typeface="Arial" panose="020B0604020202020204" pitchFamily="34" charset="0"/>
              </a:rPr>
              <a:t>Cisco</a:t>
            </a:r>
          </a:p>
        </p:txBody>
      </p:sp>
      <p:sp>
        <p:nvSpPr>
          <p:cNvPr id="856073" name="Line 7">
            <a:extLst>
              <a:ext uri="{FF2B5EF4-FFF2-40B4-BE49-F238E27FC236}">
                <a16:creationId xmlns:a16="http://schemas.microsoft.com/office/drawing/2014/main" id="{4C71BE7D-68BF-4D94-B568-254E036C6674}"/>
              </a:ext>
            </a:extLst>
          </p:cNvPr>
          <p:cNvSpPr>
            <a:spLocks noChangeShapeType="1"/>
          </p:cNvSpPr>
          <p:nvPr/>
        </p:nvSpPr>
        <p:spPr bwMode="auto">
          <a:xfrm flipV="1">
            <a:off x="2667000" y="4552950"/>
            <a:ext cx="609600" cy="533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856074" name="Picture 8">
            <a:extLst>
              <a:ext uri="{FF2B5EF4-FFF2-40B4-BE49-F238E27FC236}">
                <a16:creationId xmlns:a16="http://schemas.microsoft.com/office/drawing/2014/main" id="{35283C33-FB43-4C61-8C90-06510E2BED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3701004"/>
            <a:ext cx="381000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56075" name="Text Box 9">
            <a:extLst>
              <a:ext uri="{FF2B5EF4-FFF2-40B4-BE49-F238E27FC236}">
                <a16:creationId xmlns:a16="http://schemas.microsoft.com/office/drawing/2014/main" id="{6FBB479D-FC9F-4F18-BD5C-37C5133E77C7}"/>
              </a:ext>
            </a:extLst>
          </p:cNvPr>
          <p:cNvSpPr txBox="1">
            <a:spLocks noChangeArrowheads="1"/>
          </p:cNvSpPr>
          <p:nvPr/>
        </p:nvSpPr>
        <p:spPr bwMode="auto">
          <a:xfrm>
            <a:off x="2743200" y="2971800"/>
            <a:ext cx="685800" cy="244475"/>
          </a:xfrm>
          <a:prstGeom prst="rect">
            <a:avLst/>
          </a:prstGeom>
          <a:solidFill>
            <a:srgbClr val="3366FF"/>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000" b="1">
                <a:solidFill>
                  <a:schemeClr val="bg1"/>
                </a:solidFill>
                <a:latin typeface="Arial" panose="020B0604020202020204" pitchFamily="34" charset="0"/>
              </a:rPr>
              <a:t>10.0.0.1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092" name="Rectangle 2">
            <a:extLst>
              <a:ext uri="{FF2B5EF4-FFF2-40B4-BE49-F238E27FC236}">
                <a16:creationId xmlns:a16="http://schemas.microsoft.com/office/drawing/2014/main" id="{CF6A51D5-C45A-4E86-AF98-3F1C1DE266DB}"/>
              </a:ext>
            </a:extLst>
          </p:cNvPr>
          <p:cNvSpPr>
            <a:spLocks noGrp="1" noChangeArrowheads="1"/>
          </p:cNvSpPr>
          <p:nvPr>
            <p:ph type="title"/>
          </p:nvPr>
        </p:nvSpPr>
        <p:spPr>
          <a:xfrm>
            <a:off x="457200" y="-347663"/>
            <a:ext cx="7772400" cy="1143001"/>
          </a:xfrm>
        </p:spPr>
        <p:txBody>
          <a:bodyPr/>
          <a:lstStyle/>
          <a:p>
            <a:r>
              <a:rPr lang="en-US" altLang="en-US"/>
              <a:t>Thay đổi hai tham số</a:t>
            </a:r>
          </a:p>
        </p:txBody>
      </p:sp>
      <p:sp>
        <p:nvSpPr>
          <p:cNvPr id="857093" name="Rectangle 3">
            <a:extLst>
              <a:ext uri="{FF2B5EF4-FFF2-40B4-BE49-F238E27FC236}">
                <a16:creationId xmlns:a16="http://schemas.microsoft.com/office/drawing/2014/main" id="{2E34017B-F27D-44AA-8394-E0293621CEF7}"/>
              </a:ext>
            </a:extLst>
          </p:cNvPr>
          <p:cNvSpPr>
            <a:spLocks noGrp="1" noChangeArrowheads="1"/>
          </p:cNvSpPr>
          <p:nvPr>
            <p:ph type="body" idx="1"/>
          </p:nvPr>
        </p:nvSpPr>
        <p:spPr>
          <a:xfrm>
            <a:off x="152400" y="5418138"/>
            <a:ext cx="8991600" cy="915987"/>
          </a:xfrm>
        </p:spPr>
        <p:txBody>
          <a:bodyPr/>
          <a:lstStyle/>
          <a:p>
            <a:pPr>
              <a:lnSpc>
                <a:spcPct val="90000"/>
              </a:lnSpc>
            </a:pPr>
            <a:r>
              <a:rPr lang="en-US" altLang="en-US" sz="2000"/>
              <a:t>Lúc bắt đầu mỗi bài lab, sau khi đã kết nối qua card mạng dùng dây, ta sẽ thay đổi </a:t>
            </a:r>
            <a:r>
              <a:rPr lang="en-US" altLang="en-US" sz="2000" b="1"/>
              <a:t>địa chỉ IP</a:t>
            </a:r>
            <a:r>
              <a:rPr lang="en-US" altLang="en-US" sz="2000"/>
              <a:t> và </a:t>
            </a:r>
            <a:r>
              <a:rPr lang="en-US" altLang="en-US" sz="2000" b="1"/>
              <a:t>SSID</a:t>
            </a:r>
            <a:r>
              <a:rPr lang="en-US" altLang="en-US" sz="2000"/>
              <a:t> của AP, do đó những người khác sẽ không cấu hình nhầm vào AP của mình.</a:t>
            </a:r>
          </a:p>
          <a:p>
            <a:pPr>
              <a:lnSpc>
                <a:spcPct val="90000"/>
              </a:lnSpc>
            </a:pPr>
            <a:r>
              <a:rPr lang="en-US" altLang="en-US" sz="2000"/>
              <a:t>Ta cũng cần phải thay đổi </a:t>
            </a:r>
            <a:r>
              <a:rPr lang="en-US" altLang="en-US" sz="2000" b="1"/>
              <a:t>địa chỉ IP của máy mình</a:t>
            </a:r>
            <a:r>
              <a:rPr lang="en-US" altLang="en-US" sz="2000"/>
              <a:t>.</a:t>
            </a:r>
          </a:p>
        </p:txBody>
      </p:sp>
      <p:pic>
        <p:nvPicPr>
          <p:cNvPr id="857094" name="Picture 4">
            <a:extLst>
              <a:ext uri="{FF2B5EF4-FFF2-40B4-BE49-F238E27FC236}">
                <a16:creationId xmlns:a16="http://schemas.microsoft.com/office/drawing/2014/main" id="{DECB287A-387E-4BD5-BB9C-89D2221BCF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942975"/>
            <a:ext cx="5867400" cy="417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57095" name="Rectangle 5">
            <a:extLst>
              <a:ext uri="{FF2B5EF4-FFF2-40B4-BE49-F238E27FC236}">
                <a16:creationId xmlns:a16="http://schemas.microsoft.com/office/drawing/2014/main" id="{E1BE8301-4796-4766-9107-6FA6537390AE}"/>
              </a:ext>
            </a:extLst>
          </p:cNvPr>
          <p:cNvSpPr>
            <a:spLocks noChangeArrowheads="1"/>
          </p:cNvSpPr>
          <p:nvPr/>
        </p:nvSpPr>
        <p:spPr bwMode="auto">
          <a:xfrm>
            <a:off x="1371600" y="2543175"/>
            <a:ext cx="3733800" cy="1524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pic>
        <p:nvPicPr>
          <p:cNvPr id="857096" name="Picture 6">
            <a:extLst>
              <a:ext uri="{FF2B5EF4-FFF2-40B4-BE49-F238E27FC236}">
                <a16:creationId xmlns:a16="http://schemas.microsoft.com/office/drawing/2014/main" id="{145C4FFE-9B34-44A6-AF19-08BCE3C518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4475" y="1019175"/>
            <a:ext cx="3819525"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57097" name="Line 7">
            <a:extLst>
              <a:ext uri="{FF2B5EF4-FFF2-40B4-BE49-F238E27FC236}">
                <a16:creationId xmlns:a16="http://schemas.microsoft.com/office/drawing/2014/main" id="{05C3E68D-66BE-4CC4-95D0-F2F91B5FB493}"/>
              </a:ext>
            </a:extLst>
          </p:cNvPr>
          <p:cNvSpPr>
            <a:spLocks noChangeShapeType="1"/>
          </p:cNvSpPr>
          <p:nvPr/>
        </p:nvSpPr>
        <p:spPr bwMode="auto">
          <a:xfrm>
            <a:off x="4191000" y="1095375"/>
            <a:ext cx="0" cy="14478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7098" name="Line 8">
            <a:extLst>
              <a:ext uri="{FF2B5EF4-FFF2-40B4-BE49-F238E27FC236}">
                <a16:creationId xmlns:a16="http://schemas.microsoft.com/office/drawing/2014/main" id="{15076E5B-027F-4FEA-BD8E-74D279B57F9E}"/>
              </a:ext>
            </a:extLst>
          </p:cNvPr>
          <p:cNvSpPr>
            <a:spLocks noChangeShapeType="1"/>
          </p:cNvSpPr>
          <p:nvPr/>
        </p:nvSpPr>
        <p:spPr bwMode="auto">
          <a:xfrm>
            <a:off x="7772400" y="1247775"/>
            <a:ext cx="0" cy="13716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7099" name="Text Box 9">
            <a:extLst>
              <a:ext uri="{FF2B5EF4-FFF2-40B4-BE49-F238E27FC236}">
                <a16:creationId xmlns:a16="http://schemas.microsoft.com/office/drawing/2014/main" id="{C49441F1-9311-428F-98C4-9E90B27E65E5}"/>
              </a:ext>
            </a:extLst>
          </p:cNvPr>
          <p:cNvSpPr txBox="1">
            <a:spLocks noChangeArrowheads="1"/>
          </p:cNvSpPr>
          <p:nvPr/>
        </p:nvSpPr>
        <p:spPr bwMode="auto">
          <a:xfrm>
            <a:off x="2743200" y="866775"/>
            <a:ext cx="2590800" cy="422275"/>
          </a:xfrm>
          <a:prstGeom prst="rect">
            <a:avLst/>
          </a:prstGeom>
          <a:solidFill>
            <a:schemeClr val="bg1"/>
          </a:solidFill>
          <a:ln w="25400">
            <a:solidFill>
              <a:srgbClr val="FF0000"/>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rgbClr val="FF0000"/>
                </a:solidFill>
                <a:latin typeface="Arial" panose="020B0604020202020204" pitchFamily="34" charset="0"/>
              </a:rPr>
              <a:t>Ex: 192.168.1.1/24</a:t>
            </a:r>
          </a:p>
        </p:txBody>
      </p:sp>
      <p:sp>
        <p:nvSpPr>
          <p:cNvPr id="857100" name="Text Box 10">
            <a:extLst>
              <a:ext uri="{FF2B5EF4-FFF2-40B4-BE49-F238E27FC236}">
                <a16:creationId xmlns:a16="http://schemas.microsoft.com/office/drawing/2014/main" id="{47D44C4D-AE28-405D-BEC4-C97673A9C347}"/>
              </a:ext>
            </a:extLst>
          </p:cNvPr>
          <p:cNvSpPr txBox="1">
            <a:spLocks noChangeArrowheads="1"/>
          </p:cNvSpPr>
          <p:nvPr/>
        </p:nvSpPr>
        <p:spPr bwMode="auto">
          <a:xfrm>
            <a:off x="6400800" y="866775"/>
            <a:ext cx="2590800" cy="422275"/>
          </a:xfrm>
          <a:prstGeom prst="rect">
            <a:avLst/>
          </a:prstGeom>
          <a:solidFill>
            <a:schemeClr val="bg1"/>
          </a:solidFill>
          <a:ln w="25400">
            <a:solidFill>
              <a:srgbClr val="FF0000"/>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rgbClr val="FF0000"/>
                </a:solidFill>
                <a:latin typeface="Arial" panose="020B0604020202020204" pitchFamily="34" charset="0"/>
              </a:rPr>
              <a:t>Ex: 192.168.1.2/24</a:t>
            </a:r>
          </a:p>
        </p:txBody>
      </p:sp>
      <p:sp>
        <p:nvSpPr>
          <p:cNvPr id="857101" name="Text Box 11">
            <a:extLst>
              <a:ext uri="{FF2B5EF4-FFF2-40B4-BE49-F238E27FC236}">
                <a16:creationId xmlns:a16="http://schemas.microsoft.com/office/drawing/2014/main" id="{40D249A0-A424-45A9-A4C2-274E6750656D}"/>
              </a:ext>
            </a:extLst>
          </p:cNvPr>
          <p:cNvSpPr txBox="1">
            <a:spLocks noChangeArrowheads="1"/>
          </p:cNvSpPr>
          <p:nvPr/>
        </p:nvSpPr>
        <p:spPr bwMode="auto">
          <a:xfrm>
            <a:off x="304800" y="561975"/>
            <a:ext cx="2057400" cy="422275"/>
          </a:xfrm>
          <a:prstGeom prst="rect">
            <a:avLst/>
          </a:prstGeom>
          <a:solidFill>
            <a:schemeClr val="bg1"/>
          </a:solidFill>
          <a:ln w="25400">
            <a:solidFill>
              <a:srgbClr val="FF0000"/>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2000" b="1">
                <a:solidFill>
                  <a:srgbClr val="FF0000"/>
                </a:solidFill>
                <a:latin typeface="Arial" panose="020B0604020202020204" pitchFamily="34" charset="0"/>
              </a:rPr>
              <a:t>SSID: AP-Pod1</a:t>
            </a:r>
          </a:p>
        </p:txBody>
      </p:sp>
      <p:sp>
        <p:nvSpPr>
          <p:cNvPr id="857102" name="Oval 12">
            <a:extLst>
              <a:ext uri="{FF2B5EF4-FFF2-40B4-BE49-F238E27FC236}">
                <a16:creationId xmlns:a16="http://schemas.microsoft.com/office/drawing/2014/main" id="{5F74E416-7698-4CB1-A0CF-DC01172229A1}"/>
              </a:ext>
            </a:extLst>
          </p:cNvPr>
          <p:cNvSpPr>
            <a:spLocks noChangeArrowheads="1"/>
          </p:cNvSpPr>
          <p:nvPr/>
        </p:nvSpPr>
        <p:spPr bwMode="auto">
          <a:xfrm>
            <a:off x="1295400" y="1476375"/>
            <a:ext cx="1447800" cy="381000"/>
          </a:xfrm>
          <a:prstGeom prst="ellipse">
            <a:avLst/>
          </a:prstGeom>
          <a:noFill/>
          <a:ln w="254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857103" name="Text Box 13">
            <a:extLst>
              <a:ext uri="{FF2B5EF4-FFF2-40B4-BE49-F238E27FC236}">
                <a16:creationId xmlns:a16="http://schemas.microsoft.com/office/drawing/2014/main" id="{24049335-3075-47DB-9A32-3FC083E9893B}"/>
              </a:ext>
            </a:extLst>
          </p:cNvPr>
          <p:cNvSpPr txBox="1">
            <a:spLocks noChangeArrowheads="1"/>
          </p:cNvSpPr>
          <p:nvPr/>
        </p:nvSpPr>
        <p:spPr bwMode="auto">
          <a:xfrm>
            <a:off x="2743200" y="1400175"/>
            <a:ext cx="1143000" cy="542925"/>
          </a:xfrm>
          <a:prstGeom prst="rect">
            <a:avLst/>
          </a:prstGeom>
          <a:solidFill>
            <a:schemeClr val="bg1"/>
          </a:solidFill>
          <a:ln w="25400">
            <a:solidFill>
              <a:schemeClr val="accent2"/>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400" b="1">
                <a:solidFill>
                  <a:schemeClr val="accent2"/>
                </a:solidFill>
                <a:latin typeface="Arial" panose="020B0604020202020204" pitchFamily="34" charset="0"/>
              </a:rPr>
              <a:t>Hostname Not SSID</a:t>
            </a:r>
          </a:p>
        </p:txBody>
      </p:sp>
      <p:sp>
        <p:nvSpPr>
          <p:cNvPr id="857104" name="Text Box 14">
            <a:extLst>
              <a:ext uri="{FF2B5EF4-FFF2-40B4-BE49-F238E27FC236}">
                <a16:creationId xmlns:a16="http://schemas.microsoft.com/office/drawing/2014/main" id="{140500D1-916E-476E-9677-1559E463171A}"/>
              </a:ext>
            </a:extLst>
          </p:cNvPr>
          <p:cNvSpPr txBox="1">
            <a:spLocks noChangeArrowheads="1"/>
          </p:cNvSpPr>
          <p:nvPr/>
        </p:nvSpPr>
        <p:spPr bwMode="auto">
          <a:xfrm>
            <a:off x="8229600" y="2771775"/>
            <a:ext cx="533400" cy="244475"/>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000">
                <a:latin typeface="Arial" panose="020B0604020202020204" pitchFamily="34" charset="0"/>
              </a:rPr>
              <a:t>224</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6" name="Rectangle 2">
            <a:extLst>
              <a:ext uri="{FF2B5EF4-FFF2-40B4-BE49-F238E27FC236}">
                <a16:creationId xmlns:a16="http://schemas.microsoft.com/office/drawing/2014/main" id="{3557F468-0AE8-40DC-8810-E2AD77885BCE}"/>
              </a:ext>
            </a:extLst>
          </p:cNvPr>
          <p:cNvSpPr>
            <a:spLocks noGrp="1" noChangeArrowheads="1"/>
          </p:cNvSpPr>
          <p:nvPr>
            <p:ph type="title"/>
          </p:nvPr>
        </p:nvSpPr>
        <p:spPr>
          <a:xfrm>
            <a:off x="533400" y="-200025"/>
            <a:ext cx="7772400" cy="1143000"/>
          </a:xfrm>
        </p:spPr>
        <p:txBody>
          <a:bodyPr/>
          <a:lstStyle/>
          <a:p>
            <a:r>
              <a:rPr lang="en-US" altLang="en-US"/>
              <a:t>Thiết lập nhanh</a:t>
            </a:r>
          </a:p>
        </p:txBody>
      </p:sp>
      <p:pic>
        <p:nvPicPr>
          <p:cNvPr id="858117" name="Picture 3">
            <a:extLst>
              <a:ext uri="{FF2B5EF4-FFF2-40B4-BE49-F238E27FC236}">
                <a16:creationId xmlns:a16="http://schemas.microsoft.com/office/drawing/2014/main" id="{0DA06003-90DB-4734-B059-37DBCD8746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4613" y="942975"/>
            <a:ext cx="6524625" cy="481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858118" name="Picture 4">
            <a:extLst>
              <a:ext uri="{FF2B5EF4-FFF2-40B4-BE49-F238E27FC236}">
                <a16:creationId xmlns:a16="http://schemas.microsoft.com/office/drawing/2014/main" id="{A6C17031-514F-48FA-8AC3-998AA465B5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4413" y="5743575"/>
            <a:ext cx="3276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58119" name="Rectangle 5">
            <a:extLst>
              <a:ext uri="{FF2B5EF4-FFF2-40B4-BE49-F238E27FC236}">
                <a16:creationId xmlns:a16="http://schemas.microsoft.com/office/drawing/2014/main" id="{9CA39069-F584-4293-8D55-37E257845FFE}"/>
              </a:ext>
            </a:extLst>
          </p:cNvPr>
          <p:cNvSpPr>
            <a:spLocks noGrp="1" noChangeArrowheads="1"/>
          </p:cNvSpPr>
          <p:nvPr>
            <p:ph type="body" idx="1"/>
          </p:nvPr>
        </p:nvSpPr>
        <p:spPr>
          <a:xfrm>
            <a:off x="0" y="935038"/>
            <a:ext cx="2813050" cy="5832475"/>
          </a:xfrm>
          <a:noFill/>
        </p:spPr>
        <p:txBody>
          <a:bodyPr/>
          <a:lstStyle/>
          <a:p>
            <a:pPr>
              <a:lnSpc>
                <a:spcPct val="90000"/>
              </a:lnSpc>
            </a:pPr>
            <a:r>
              <a:rPr lang="en-US" altLang="en-US"/>
              <a:t>Luôn luôn cấu hình và kiểm thử các cấu hình đơn giản trước, sau đó mới cấu hình xác thực và các lựa chọn khác.</a:t>
            </a:r>
          </a:p>
          <a:p>
            <a:pPr>
              <a:lnSpc>
                <a:spcPct val="90000"/>
              </a:lnSpc>
            </a:pPr>
            <a:r>
              <a:rPr lang="en-US" altLang="en-US"/>
              <a:t>Ta sẽ bị mất kết nối khi thay đổi địa chỉ IP hay mặt nạ mạng.</a:t>
            </a:r>
          </a:p>
        </p:txBody>
      </p:sp>
      <p:sp>
        <p:nvSpPr>
          <p:cNvPr id="858120" name="Line 6">
            <a:extLst>
              <a:ext uri="{FF2B5EF4-FFF2-40B4-BE49-F238E27FC236}">
                <a16:creationId xmlns:a16="http://schemas.microsoft.com/office/drawing/2014/main" id="{1ED503B0-25C4-4E1D-96D5-DED3907AA09E}"/>
              </a:ext>
            </a:extLst>
          </p:cNvPr>
          <p:cNvSpPr>
            <a:spLocks noChangeShapeType="1"/>
          </p:cNvSpPr>
          <p:nvPr/>
        </p:nvSpPr>
        <p:spPr bwMode="auto">
          <a:xfrm flipH="1">
            <a:off x="7872413" y="3076575"/>
            <a:ext cx="45720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8121" name="Line 7">
            <a:extLst>
              <a:ext uri="{FF2B5EF4-FFF2-40B4-BE49-F238E27FC236}">
                <a16:creationId xmlns:a16="http://schemas.microsoft.com/office/drawing/2014/main" id="{2367ABCB-98C8-4BE5-A255-F1E92F237214}"/>
              </a:ext>
            </a:extLst>
          </p:cNvPr>
          <p:cNvSpPr>
            <a:spLocks noChangeShapeType="1"/>
          </p:cNvSpPr>
          <p:nvPr/>
        </p:nvSpPr>
        <p:spPr bwMode="auto">
          <a:xfrm flipH="1">
            <a:off x="7872413" y="3381375"/>
            <a:ext cx="45720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8122" name="Line 8">
            <a:extLst>
              <a:ext uri="{FF2B5EF4-FFF2-40B4-BE49-F238E27FC236}">
                <a16:creationId xmlns:a16="http://schemas.microsoft.com/office/drawing/2014/main" id="{4A25B56D-4444-4604-973E-73CCFAD8D486}"/>
              </a:ext>
            </a:extLst>
          </p:cNvPr>
          <p:cNvSpPr>
            <a:spLocks noChangeShapeType="1"/>
          </p:cNvSpPr>
          <p:nvPr/>
        </p:nvSpPr>
        <p:spPr bwMode="auto">
          <a:xfrm flipH="1">
            <a:off x="8634413" y="4067175"/>
            <a:ext cx="45720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8123" name="Text Box 9">
            <a:extLst>
              <a:ext uri="{FF2B5EF4-FFF2-40B4-BE49-F238E27FC236}">
                <a16:creationId xmlns:a16="http://schemas.microsoft.com/office/drawing/2014/main" id="{67BF879E-1AD4-40E1-AB5E-9ED7582697FF}"/>
              </a:ext>
            </a:extLst>
          </p:cNvPr>
          <p:cNvSpPr txBox="1">
            <a:spLocks noChangeArrowheads="1"/>
          </p:cNvSpPr>
          <p:nvPr/>
        </p:nvSpPr>
        <p:spPr bwMode="auto">
          <a:xfrm>
            <a:off x="6577013" y="3000375"/>
            <a:ext cx="1295400" cy="285750"/>
          </a:xfrm>
          <a:prstGeom prst="rect">
            <a:avLst/>
          </a:prstGeom>
          <a:solidFill>
            <a:schemeClr val="bg1"/>
          </a:solidFill>
          <a:ln w="25400">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100" b="1">
                <a:latin typeface="Arial" panose="020B0604020202020204" pitchFamily="34" charset="0"/>
              </a:rPr>
              <a:t>10.0.0.1</a:t>
            </a:r>
          </a:p>
        </p:txBody>
      </p:sp>
      <p:sp>
        <p:nvSpPr>
          <p:cNvPr id="858124" name="Text Box 10">
            <a:extLst>
              <a:ext uri="{FF2B5EF4-FFF2-40B4-BE49-F238E27FC236}">
                <a16:creationId xmlns:a16="http://schemas.microsoft.com/office/drawing/2014/main" id="{E2570BF1-ADE7-44AB-A550-0AD8E11654E8}"/>
              </a:ext>
            </a:extLst>
          </p:cNvPr>
          <p:cNvSpPr txBox="1">
            <a:spLocks noChangeArrowheads="1"/>
          </p:cNvSpPr>
          <p:nvPr/>
        </p:nvSpPr>
        <p:spPr bwMode="auto">
          <a:xfrm>
            <a:off x="6577013" y="3305175"/>
            <a:ext cx="1295400" cy="285750"/>
          </a:xfrm>
          <a:prstGeom prst="rect">
            <a:avLst/>
          </a:prstGeom>
          <a:solidFill>
            <a:schemeClr val="bg1"/>
          </a:solidFill>
          <a:ln w="25400">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100" b="1">
                <a:latin typeface="Arial" panose="020B0604020202020204" pitchFamily="34" charset="0"/>
              </a:rPr>
              <a:t>255.255.255.224</a:t>
            </a:r>
          </a:p>
        </p:txBody>
      </p:sp>
      <p:sp>
        <p:nvSpPr>
          <p:cNvPr id="858125" name="Text Box 11">
            <a:extLst>
              <a:ext uri="{FF2B5EF4-FFF2-40B4-BE49-F238E27FC236}">
                <a16:creationId xmlns:a16="http://schemas.microsoft.com/office/drawing/2014/main" id="{CE85F3BC-6F97-4204-B877-3A05329AB475}"/>
              </a:ext>
            </a:extLst>
          </p:cNvPr>
          <p:cNvSpPr txBox="1">
            <a:spLocks noChangeArrowheads="1"/>
          </p:cNvSpPr>
          <p:nvPr/>
        </p:nvSpPr>
        <p:spPr bwMode="auto">
          <a:xfrm>
            <a:off x="6577013" y="3533775"/>
            <a:ext cx="1295400" cy="300038"/>
          </a:xfrm>
          <a:prstGeom prst="rect">
            <a:avLst/>
          </a:prstGeom>
          <a:solidFill>
            <a:schemeClr val="bg1"/>
          </a:solidFill>
          <a:ln w="25400">
            <a:solidFill>
              <a:schemeClr val="tx1"/>
            </a:solidFill>
            <a:miter lim="800000"/>
            <a:headEnd/>
            <a:tailEnd/>
          </a:ln>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200" b="1">
                <a:latin typeface="Arial" panose="020B0604020202020204" pitchFamily="34" charset="0"/>
              </a:rPr>
              <a:t> </a:t>
            </a:r>
          </a:p>
        </p:txBody>
      </p:sp>
      <p:sp>
        <p:nvSpPr>
          <p:cNvPr id="858126" name="Rectangle 12">
            <a:extLst>
              <a:ext uri="{FF2B5EF4-FFF2-40B4-BE49-F238E27FC236}">
                <a16:creationId xmlns:a16="http://schemas.microsoft.com/office/drawing/2014/main" id="{6B70F243-830C-46D1-BD26-AB265F53B0CE}"/>
              </a:ext>
            </a:extLst>
          </p:cNvPr>
          <p:cNvSpPr>
            <a:spLocks noChangeArrowheads="1"/>
          </p:cNvSpPr>
          <p:nvPr/>
        </p:nvSpPr>
        <p:spPr bwMode="auto">
          <a:xfrm>
            <a:off x="6729413" y="5819775"/>
            <a:ext cx="685800" cy="5334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3D CRC" val="2091e59301ea"/>
  <p:tag name="POWER3D OPTIONS" val="Medium "/>
  <p:tag name="POWER3D TRANSITION" val="DropIn.p3d 4"/>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4330</TotalTime>
  <Words>2901</Words>
  <Application>Microsoft Office PowerPoint</Application>
  <PresentationFormat>On-screen Show (4:3)</PresentationFormat>
  <Paragraphs>437</Paragraphs>
  <Slides>43</Slides>
  <Notes>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4" baseType="lpstr">
      <vt:lpstr>Gulim</vt:lpstr>
      <vt:lpstr>ZapfDingbats</vt:lpstr>
      <vt:lpstr>Arial</vt:lpstr>
      <vt:lpstr>Comic Sans MS</vt:lpstr>
      <vt:lpstr>Symbol</vt:lpstr>
      <vt:lpstr>Times</vt:lpstr>
      <vt:lpstr>Times New Roman</vt:lpstr>
      <vt:lpstr>Wingdings</vt:lpstr>
      <vt:lpstr>Wingdings 3</vt:lpstr>
      <vt:lpstr>Default Design</vt:lpstr>
      <vt:lpstr>Clip</vt:lpstr>
      <vt:lpstr>Chương 8: Mạng cục bộ không dây – Wireless LANs</vt:lpstr>
      <vt:lpstr>Mạng cục bộ không dây là gì?</vt:lpstr>
      <vt:lpstr>Mạng cục bộ không dây?</vt:lpstr>
      <vt:lpstr>Mạng cục bộ không dây là gì?</vt:lpstr>
      <vt:lpstr>Vì sao sử dụng Wireless?</vt:lpstr>
      <vt:lpstr>Sự tiến triển của WLAN</vt:lpstr>
      <vt:lpstr>Các chuẩn hiện tại – a, b, g</vt:lpstr>
      <vt:lpstr>Các công nghệ ở tầng Vật lý của 802.11</vt:lpstr>
      <vt:lpstr>Không khí: phương tiện truyền không dây</vt:lpstr>
      <vt:lpstr>Đặc trưng của một số chuẩn không dây</vt:lpstr>
      <vt:lpstr>Các thành phần của một mạng không dây</vt:lpstr>
      <vt:lpstr>Các thành phần của một mạng không dây: ad hoc mode</vt:lpstr>
      <vt:lpstr>Các thành phần của một mạng không dây: Infrastructure mode</vt:lpstr>
      <vt:lpstr>Các vấn đề về kiểm soát truy cập phương tiện truyền trong mạng không dây</vt:lpstr>
      <vt:lpstr>Các vấn đề về kiểm soát truy cập phương tiện truyền trong mạng không dây</vt:lpstr>
      <vt:lpstr>IEEE 802.11 Wireless LAN</vt:lpstr>
      <vt:lpstr>Kiến trúc 802.11 LAN</vt:lpstr>
      <vt:lpstr>802.11: các kênh, sự kết hợp</vt:lpstr>
      <vt:lpstr>IEEE 802.11: đa truy cập</vt:lpstr>
      <vt:lpstr>RTS/CTS (Request To Send/Clear To Send)</vt:lpstr>
      <vt:lpstr>Tránh xung đột/Collision Avoidance: trao đối RTS-CTS</vt:lpstr>
      <vt:lpstr>PowerPoint Presentation</vt:lpstr>
      <vt:lpstr>Các xu hướng gần đây</vt:lpstr>
      <vt:lpstr>Một số sản phẩm không dây </vt:lpstr>
      <vt:lpstr>Cấu hình Access Point cơ bản </vt:lpstr>
      <vt:lpstr>Thông tin từ đèn LED</vt:lpstr>
      <vt:lpstr>Xác lập lại AP (nguồn đang bật)</vt:lpstr>
      <vt:lpstr>Xác lập lại AP (nguồn đang bật)</vt:lpstr>
      <vt:lpstr>Các thiết lập mặc định của Cisco APs</vt:lpstr>
      <vt:lpstr>Kết nối đến AP để cấu hình</vt:lpstr>
      <vt:lpstr>Kết nối vào AP để cấu hình</vt:lpstr>
      <vt:lpstr>Kết nối vào AP qua cổng Console</vt:lpstr>
      <vt:lpstr>Kết nối vào AP qua Telnet</vt:lpstr>
      <vt:lpstr>Kết nối vào AP qua trình duyệt Web</vt:lpstr>
      <vt:lpstr>Kết nối vào AP qua Wireless card</vt:lpstr>
      <vt:lpstr>Kết nối vào AP qua Ethernet card</vt:lpstr>
      <vt:lpstr>Kết nối vào AP qua Ethernet card</vt:lpstr>
      <vt:lpstr>Các bài Lab và kết nối vào AP</vt:lpstr>
      <vt:lpstr>Cấu hình địa chỉ IP</vt:lpstr>
      <vt:lpstr>Cấu hình địa chỉ IP</vt:lpstr>
      <vt:lpstr>Truy cập AP qua trình duyệt </vt:lpstr>
      <vt:lpstr>Thay đổi hai tham số</vt:lpstr>
      <vt:lpstr>Thiết lập nhanh</vt:lpstr>
    </vt:vector>
  </TitlesOfParts>
  <Company>Nha Trang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Pham Van Nam</dc:creator>
  <cp:lastModifiedBy>PVNAMK19</cp:lastModifiedBy>
  <cp:revision>286</cp:revision>
  <cp:lastPrinted>2015-03-11T01:43:09Z</cp:lastPrinted>
  <dcterms:created xsi:type="dcterms:W3CDTF">1999-10-08T19:08:27Z</dcterms:created>
  <dcterms:modified xsi:type="dcterms:W3CDTF">2022-12-08T07:12:34Z</dcterms:modified>
</cp:coreProperties>
</file>