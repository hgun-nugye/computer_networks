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9"/>
  </p:notesMasterIdLst>
  <p:handoutMasterIdLst>
    <p:handoutMasterId r:id="rId40"/>
  </p:handoutMasterIdLst>
  <p:sldIdLst>
    <p:sldId id="497" r:id="rId2"/>
    <p:sldId id="499" r:id="rId3"/>
    <p:sldId id="501" r:id="rId4"/>
    <p:sldId id="503" r:id="rId5"/>
    <p:sldId id="505" r:id="rId6"/>
    <p:sldId id="507" r:id="rId7"/>
    <p:sldId id="509" r:id="rId8"/>
    <p:sldId id="511" r:id="rId9"/>
    <p:sldId id="513" r:id="rId10"/>
    <p:sldId id="515" r:id="rId11"/>
    <p:sldId id="517" r:id="rId12"/>
    <p:sldId id="519" r:id="rId13"/>
    <p:sldId id="520" r:id="rId14"/>
    <p:sldId id="522" r:id="rId15"/>
    <p:sldId id="524" r:id="rId16"/>
    <p:sldId id="526" r:id="rId17"/>
    <p:sldId id="528" r:id="rId18"/>
    <p:sldId id="534" r:id="rId19"/>
    <p:sldId id="536" r:id="rId20"/>
    <p:sldId id="538" r:id="rId21"/>
    <p:sldId id="540" r:id="rId22"/>
    <p:sldId id="542" r:id="rId23"/>
    <p:sldId id="544" r:id="rId24"/>
    <p:sldId id="546" r:id="rId25"/>
    <p:sldId id="548" r:id="rId26"/>
    <p:sldId id="550" r:id="rId27"/>
    <p:sldId id="551" r:id="rId28"/>
    <p:sldId id="553" r:id="rId29"/>
    <p:sldId id="555" r:id="rId30"/>
    <p:sldId id="557" r:id="rId31"/>
    <p:sldId id="559" r:id="rId32"/>
    <p:sldId id="561" r:id="rId33"/>
    <p:sldId id="563" r:id="rId34"/>
    <p:sldId id="565" r:id="rId35"/>
    <p:sldId id="567" r:id="rId36"/>
    <p:sldId id="569" r:id="rId37"/>
    <p:sldId id="571" r:id="rId38"/>
  </p:sldIdLst>
  <p:sldSz cx="9144000" cy="6858000" type="screen4x3"/>
  <p:notesSz cx="9601200" cy="73152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DDDDDD"/>
    <a:srgbClr val="FFCCFF"/>
    <a:srgbClr val="FF99CC"/>
    <a:srgbClr val="CCFFFF"/>
    <a:srgbClr val="33CCCC"/>
    <a:srgbClr val="66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81261" autoAdjust="0"/>
  </p:normalViewPr>
  <p:slideViewPr>
    <p:cSldViewPr snapToGrid="0" snapToObjects="1">
      <p:cViewPr varScale="1">
        <p:scale>
          <a:sx n="69" d="100"/>
          <a:sy n="69" d="100"/>
        </p:scale>
        <p:origin x="185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9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5" Type="http://schemas.openxmlformats.org/officeDocument/2006/relationships/image" Target="../media/image5.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0B1D03-52C3-4960-889F-D3707DB1F835}"/>
              </a:ext>
            </a:extLst>
          </p:cNvPr>
          <p:cNvSpPr>
            <a:spLocks noGrp="1"/>
          </p:cNvSpPr>
          <p:nvPr>
            <p:ph type="hdr" sz="quarter"/>
          </p:nvPr>
        </p:nvSpPr>
        <p:spPr>
          <a:xfrm>
            <a:off x="0" y="0"/>
            <a:ext cx="4160838" cy="365125"/>
          </a:xfrm>
          <a:prstGeom prst="rect">
            <a:avLst/>
          </a:prstGeom>
        </p:spPr>
        <p:txBody>
          <a:bodyPr vert="horz" lIns="96661" tIns="48331" rIns="96661" bIns="48331" rtlCol="0"/>
          <a:lstStyle>
            <a:lvl1pPr algn="l">
              <a:defRPr sz="1300"/>
            </a:lvl1pPr>
          </a:lstStyle>
          <a:p>
            <a:pPr>
              <a:defRPr/>
            </a:pPr>
            <a:endParaRPr lang="en-US"/>
          </a:p>
        </p:txBody>
      </p:sp>
      <p:sp>
        <p:nvSpPr>
          <p:cNvPr id="3" name="Date Placeholder 2">
            <a:extLst>
              <a:ext uri="{FF2B5EF4-FFF2-40B4-BE49-F238E27FC236}">
                <a16:creationId xmlns:a16="http://schemas.microsoft.com/office/drawing/2014/main" id="{F224097F-B836-4F67-B8EE-3FB152F3740F}"/>
              </a:ext>
            </a:extLst>
          </p:cNvPr>
          <p:cNvSpPr>
            <a:spLocks noGrp="1"/>
          </p:cNvSpPr>
          <p:nvPr>
            <p:ph type="dt" sz="quarter" idx="1"/>
          </p:nvPr>
        </p:nvSpPr>
        <p:spPr>
          <a:xfrm>
            <a:off x="5438775" y="0"/>
            <a:ext cx="4160838" cy="365125"/>
          </a:xfrm>
          <a:prstGeom prst="rect">
            <a:avLst/>
          </a:prstGeom>
        </p:spPr>
        <p:txBody>
          <a:bodyPr vert="horz" lIns="96661" tIns="48331" rIns="96661" bIns="48331" rtlCol="0"/>
          <a:lstStyle>
            <a:lvl1pPr algn="r">
              <a:defRPr sz="1300"/>
            </a:lvl1pPr>
          </a:lstStyle>
          <a:p>
            <a:pPr>
              <a:defRPr/>
            </a:pPr>
            <a:fld id="{DC231F07-79AB-4998-B204-80A81C2D6221}" type="datetimeFigureOut">
              <a:rPr lang="en-US"/>
              <a:pPr>
                <a:defRPr/>
              </a:pPr>
              <a:t>27-Dec-23</a:t>
            </a:fld>
            <a:endParaRPr lang="en-US"/>
          </a:p>
        </p:txBody>
      </p:sp>
      <p:sp>
        <p:nvSpPr>
          <p:cNvPr id="4" name="Footer Placeholder 3">
            <a:extLst>
              <a:ext uri="{FF2B5EF4-FFF2-40B4-BE49-F238E27FC236}">
                <a16:creationId xmlns:a16="http://schemas.microsoft.com/office/drawing/2014/main" id="{F5AD57BC-E560-4C93-945F-B1853C5BB4C7}"/>
              </a:ext>
            </a:extLst>
          </p:cNvPr>
          <p:cNvSpPr>
            <a:spLocks noGrp="1"/>
          </p:cNvSpPr>
          <p:nvPr>
            <p:ph type="ftr" sz="quarter" idx="2"/>
          </p:nvPr>
        </p:nvSpPr>
        <p:spPr>
          <a:xfrm>
            <a:off x="0" y="6948488"/>
            <a:ext cx="4160838" cy="365125"/>
          </a:xfrm>
          <a:prstGeom prst="rect">
            <a:avLst/>
          </a:prstGeom>
        </p:spPr>
        <p:txBody>
          <a:bodyPr vert="horz" lIns="96661" tIns="48331" rIns="96661" bIns="48331" rtlCol="0" anchor="b"/>
          <a:lstStyle>
            <a:lvl1pPr algn="l">
              <a:defRPr sz="1300"/>
            </a:lvl1pPr>
          </a:lstStyle>
          <a:p>
            <a:pPr>
              <a:defRPr/>
            </a:pPr>
            <a:endParaRPr lang="en-US"/>
          </a:p>
        </p:txBody>
      </p:sp>
      <p:sp>
        <p:nvSpPr>
          <p:cNvPr id="5" name="Slide Number Placeholder 4">
            <a:extLst>
              <a:ext uri="{FF2B5EF4-FFF2-40B4-BE49-F238E27FC236}">
                <a16:creationId xmlns:a16="http://schemas.microsoft.com/office/drawing/2014/main" id="{DD53D647-BF07-4A41-97C3-2934E22E3225}"/>
              </a:ext>
            </a:extLst>
          </p:cNvPr>
          <p:cNvSpPr>
            <a:spLocks noGrp="1"/>
          </p:cNvSpPr>
          <p:nvPr>
            <p:ph type="sldNum" sz="quarter" idx="3"/>
          </p:nvPr>
        </p:nvSpPr>
        <p:spPr>
          <a:xfrm>
            <a:off x="5438775" y="6948488"/>
            <a:ext cx="4160838" cy="365125"/>
          </a:xfrm>
          <a:prstGeom prst="rect">
            <a:avLst/>
          </a:prstGeom>
        </p:spPr>
        <p:txBody>
          <a:bodyPr vert="horz" wrap="square" lIns="96661" tIns="48331" rIns="96661" bIns="48331" numCol="1" anchor="b" anchorCtr="0" compatLnSpc="1">
            <a:prstTxWarp prst="textNoShape">
              <a:avLst/>
            </a:prstTxWarp>
          </a:bodyPr>
          <a:lstStyle>
            <a:lvl1pPr algn="r">
              <a:defRPr sz="1300"/>
            </a:lvl1pPr>
          </a:lstStyle>
          <a:p>
            <a:pPr>
              <a:defRPr/>
            </a:pPr>
            <a:fld id="{B6B770D2-C1C0-4055-B4A4-674A535C87C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C9AAEF34-1D20-4F6F-B808-7CC5021477CE}"/>
              </a:ext>
            </a:extLst>
          </p:cNvPr>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defRPr sz="1300"/>
            </a:lvl1pPr>
          </a:lstStyle>
          <a:p>
            <a:pPr>
              <a:defRPr/>
            </a:pPr>
            <a:endParaRPr lang="en-US"/>
          </a:p>
        </p:txBody>
      </p:sp>
      <p:sp>
        <p:nvSpPr>
          <p:cNvPr id="3075" name="Rectangle 3">
            <a:extLst>
              <a:ext uri="{FF2B5EF4-FFF2-40B4-BE49-F238E27FC236}">
                <a16:creationId xmlns:a16="http://schemas.microsoft.com/office/drawing/2014/main" id="{70CAED49-A76C-4224-A587-70C3F6D298F6}"/>
              </a:ext>
            </a:extLst>
          </p:cNvPr>
          <p:cNvSpPr>
            <a:spLocks noGrp="1" noChangeArrowheads="1"/>
          </p:cNvSpPr>
          <p:nvPr>
            <p:ph type="dt" idx="1"/>
          </p:nvPr>
        </p:nvSpPr>
        <p:spPr bwMode="auto">
          <a:xfrm>
            <a:off x="5440363" y="0"/>
            <a:ext cx="4160837" cy="3651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a:defRPr sz="1300"/>
            </a:lvl1pPr>
          </a:lstStyle>
          <a:p>
            <a:pPr>
              <a:defRPr/>
            </a:pPr>
            <a:endParaRPr lang="en-US"/>
          </a:p>
        </p:txBody>
      </p:sp>
      <p:sp>
        <p:nvSpPr>
          <p:cNvPr id="19460" name="Rectangle 4">
            <a:extLst>
              <a:ext uri="{FF2B5EF4-FFF2-40B4-BE49-F238E27FC236}">
                <a16:creationId xmlns:a16="http://schemas.microsoft.com/office/drawing/2014/main" id="{0BFA16DD-E519-4D83-B3BA-34CA0DEB85AD}"/>
              </a:ext>
            </a:extLst>
          </p:cNvPr>
          <p:cNvSpPr>
            <a:spLocks noGrp="1" noRot="1" noChangeAspect="1" noChangeArrowheads="1" noTextEdit="1"/>
          </p:cNvSpPr>
          <p:nvPr>
            <p:ph type="sldImg" idx="2"/>
          </p:nvPr>
        </p:nvSpPr>
        <p:spPr bwMode="auto">
          <a:xfrm>
            <a:off x="2971800" y="549275"/>
            <a:ext cx="3657600" cy="27432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7E19579B-80B8-4758-BD24-5589F8762F64}"/>
              </a:ext>
            </a:extLst>
          </p:cNvPr>
          <p:cNvSpPr>
            <a:spLocks noGrp="1" noChangeArrowheads="1"/>
          </p:cNvSpPr>
          <p:nvPr>
            <p:ph type="body" sz="quarter" idx="3"/>
          </p:nvPr>
        </p:nvSpPr>
        <p:spPr bwMode="auto">
          <a:xfrm>
            <a:off x="1279525" y="3475038"/>
            <a:ext cx="7042150" cy="32908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a:extLst>
              <a:ext uri="{FF2B5EF4-FFF2-40B4-BE49-F238E27FC236}">
                <a16:creationId xmlns:a16="http://schemas.microsoft.com/office/drawing/2014/main" id="{C5B55526-EF49-4C20-BA59-9DE988F9D200}"/>
              </a:ext>
            </a:extLst>
          </p:cNvPr>
          <p:cNvSpPr>
            <a:spLocks noGrp="1" noChangeArrowheads="1"/>
          </p:cNvSpPr>
          <p:nvPr>
            <p:ph type="ftr" sz="quarter" idx="4"/>
          </p:nvPr>
        </p:nvSpPr>
        <p:spPr bwMode="auto">
          <a:xfrm>
            <a:off x="0" y="6950075"/>
            <a:ext cx="4160838"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defRPr sz="1300"/>
            </a:lvl1pPr>
          </a:lstStyle>
          <a:p>
            <a:pPr>
              <a:defRPr/>
            </a:pPr>
            <a:endParaRPr lang="en-US"/>
          </a:p>
        </p:txBody>
      </p:sp>
      <p:sp>
        <p:nvSpPr>
          <p:cNvPr id="3079" name="Rectangle 7">
            <a:extLst>
              <a:ext uri="{FF2B5EF4-FFF2-40B4-BE49-F238E27FC236}">
                <a16:creationId xmlns:a16="http://schemas.microsoft.com/office/drawing/2014/main" id="{3D7CA39B-9A2D-48FB-8C79-AA146F3EC025}"/>
              </a:ext>
            </a:extLst>
          </p:cNvPr>
          <p:cNvSpPr>
            <a:spLocks noGrp="1" noChangeArrowheads="1"/>
          </p:cNvSpPr>
          <p:nvPr>
            <p:ph type="sldNum" sz="quarter" idx="5"/>
          </p:nvPr>
        </p:nvSpPr>
        <p:spPr bwMode="auto">
          <a:xfrm>
            <a:off x="5440363" y="6950075"/>
            <a:ext cx="4160837" cy="3651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a:defRPr sz="1300"/>
            </a:lvl1pPr>
          </a:lstStyle>
          <a:p>
            <a:pPr>
              <a:defRPr/>
            </a:pPr>
            <a:fld id="{CCF10835-FE36-4A5B-93E1-4EFF5306816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a:extLst>
              <a:ext uri="{FF2B5EF4-FFF2-40B4-BE49-F238E27FC236}">
                <a16:creationId xmlns:a16="http://schemas.microsoft.com/office/drawing/2014/main" id="{20D3DEEB-503E-4E4A-B2E7-AFB98922D40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3AA69DB7-4652-49AF-B033-17606BE7C40C}" type="slidenum">
              <a:rPr lang="en-US" altLang="en-US" sz="1300" smtClean="0"/>
              <a:pPr/>
              <a:t>1</a:t>
            </a:fld>
            <a:endParaRPr lang="en-US" altLang="en-US" sz="1300"/>
          </a:p>
        </p:txBody>
      </p:sp>
      <p:sp>
        <p:nvSpPr>
          <p:cNvPr id="203779" name="Rectangle 2">
            <a:extLst>
              <a:ext uri="{FF2B5EF4-FFF2-40B4-BE49-F238E27FC236}">
                <a16:creationId xmlns:a16="http://schemas.microsoft.com/office/drawing/2014/main" id="{4D095A2A-B01D-4FB9-809D-D5D5219E4BAB}"/>
              </a:ext>
            </a:extLst>
          </p:cNvPr>
          <p:cNvSpPr>
            <a:spLocks noGrp="1" noRot="1" noChangeAspect="1" noChangeArrowheads="1" noTextEdit="1"/>
          </p:cNvSpPr>
          <p:nvPr>
            <p:ph type="sldImg"/>
          </p:nvPr>
        </p:nvSpPr>
        <p:spPr>
          <a:ln/>
        </p:spPr>
      </p:sp>
      <p:sp>
        <p:nvSpPr>
          <p:cNvPr id="203780" name="Rectangle 3">
            <a:extLst>
              <a:ext uri="{FF2B5EF4-FFF2-40B4-BE49-F238E27FC236}">
                <a16:creationId xmlns:a16="http://schemas.microsoft.com/office/drawing/2014/main" id="{0E021D6D-770B-4FC2-BF7D-92A7AA1F04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a:extLst>
              <a:ext uri="{FF2B5EF4-FFF2-40B4-BE49-F238E27FC236}">
                <a16:creationId xmlns:a16="http://schemas.microsoft.com/office/drawing/2014/main" id="{852D2C30-EED4-4C6C-8C5A-DDB63CD66E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97B26EB1-462E-4D4D-831D-A8994F9475D6}" type="slidenum">
              <a:rPr lang="en-US" altLang="en-US" sz="1300" smtClean="0"/>
              <a:pPr/>
              <a:t>5</a:t>
            </a:fld>
            <a:endParaRPr lang="en-US" altLang="en-US" sz="1300"/>
          </a:p>
        </p:txBody>
      </p:sp>
      <p:sp>
        <p:nvSpPr>
          <p:cNvPr id="208899" name="Rectangle 2">
            <a:extLst>
              <a:ext uri="{FF2B5EF4-FFF2-40B4-BE49-F238E27FC236}">
                <a16:creationId xmlns:a16="http://schemas.microsoft.com/office/drawing/2014/main" id="{E08DC32C-D9E1-4416-ADB4-377E1B724C6D}"/>
              </a:ext>
            </a:extLst>
          </p:cNvPr>
          <p:cNvSpPr>
            <a:spLocks noGrp="1" noRot="1" noChangeAspect="1" noChangeArrowheads="1" noTextEdit="1"/>
          </p:cNvSpPr>
          <p:nvPr>
            <p:ph type="sldImg"/>
          </p:nvPr>
        </p:nvSpPr>
        <p:spPr>
          <a:ln/>
        </p:spPr>
      </p:sp>
      <p:sp>
        <p:nvSpPr>
          <p:cNvPr id="208900" name="Rectangle 3">
            <a:extLst>
              <a:ext uri="{FF2B5EF4-FFF2-40B4-BE49-F238E27FC236}">
                <a16:creationId xmlns:a16="http://schemas.microsoft.com/office/drawing/2014/main" id="{BD28B839-7495-496E-B03B-470EE87DE3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Thẻ Giao diện Mạng (NIC) được coi là thiết bị bán tự trị vì nó có khả năng tích hợp sẵn để xử lý một số tác vụ độc lập với CPU chính, nhưng nó vẫn dựa vào sức mạnh xử lý và bộ nhớ của máy tính để hoạt động hiệu quả.</a:t>
            </a:r>
          </a:p>
          <a:p>
            <a:endParaRPr lang="vi-VN"/>
          </a:p>
          <a:p>
            <a:r>
              <a:rPr lang="vi-VN"/>
              <a:t>Dưới đây là một số lý do chính tại sao NIC có thể được coi là thiết bị bán tự trị:</a:t>
            </a:r>
          </a:p>
          <a:p>
            <a:endParaRPr lang="vi-VN"/>
          </a:p>
          <a:p>
            <a:r>
              <a:rPr lang="vi-VN"/>
              <a:t>1. **Xử lý độc lập:** NIC thường có bộ xử lý riêng, được gọi là chip Điều khiển truy cập phương tiện (MAC), có thể xử lý độc lập một số tác vụ liên quan đến mạng. Các tác vụ này có thể bao gồm xử lý các hoạt động của giao thức lớp liên kết dữ liệu, chẳng hạn như tạo khung Ethernet và thực hiện kiểm tra lỗi.</a:t>
            </a:r>
          </a:p>
          <a:p>
            <a:endParaRPr lang="vi-VN"/>
          </a:p>
          <a:p>
            <a:r>
              <a:rPr lang="vi-VN"/>
              <a:t>2. **Bộ nhớ tích hợp:** NIC cũng có bộ nhớ tích hợp riêng mà chúng có thể sử dụng để lưu trữ tạm thời các gói dữ liệu trước khi truyền hoặc sau khi nhận chúng. Điều này có thể giúp cải thiện hiệu suất mạng tổng thể bằng cách giảm khối lượng công việc của CPU và giảm thiểu độ trễ.</a:t>
            </a:r>
          </a:p>
          <a:p>
            <a:endParaRPr lang="vi-VN"/>
          </a:p>
          <a:p>
            <a:r>
              <a:rPr lang="vi-VN"/>
              <a:t>3. **Xử lý ngắt:** NIC có thể tạo ra các ngắt để thông báo cho CPU khi một số sự kiện xảy ra, chẳng hạn như khi một gói được nhận, truyền hoặc phát hiện thấy lỗi. Điều này cho phép CPU phản hồi những sự kiện này mà không cần liên tục thăm dò NIC, điều này có thể tiết kiệm năng lượng xử lý.</a:t>
            </a:r>
          </a:p>
          <a:p>
            <a:endParaRPr lang="vi-VN"/>
          </a:p>
          <a:p>
            <a:r>
              <a:rPr lang="vi-VN"/>
              <a:t>4. **Các tính năng giảm tải:** Một số NIC nâng cao bao gồm các tính năng giảm tải phần cứng, có thể giảm tải các tác vụ xử lý mạng nhất định khỏi CPU. Ví dụ về các tác vụ này bao gồm tính toán tổng kiểm tra, phân đoạn TCP và lọc gói. Bằng cách giảm tải các tác vụ này, NIC có thể giúp cải thiện hiệu năng tổng thể của hệ thống.</a:t>
            </a:r>
          </a:p>
          <a:p>
            <a:endParaRPr lang="vi-VN"/>
          </a:p>
          <a:p>
            <a:r>
              <a:rPr lang="vi-VN"/>
              <a:t>Mặc dù có khả năng bán tự trị, NIC vẫn dựa vào CPU và bộ nhớ của máy tính cho một số hoạt động nhất định, chẳng hạn như xử lý giao thức cấp cao hơn, định tuyến và quản lý mạng. Ngoài ra, hệ điều hành của máy tính đóng một vai trò quan trọng trong việc quản lý cấu hình và hoạt động của NIC. Do đó, NIC được coi là thiết bị bán tự trị vì chúng có thể xử lý một số tác vụ một cách độc lập nhưng vẫn yêu cầu hợp tác với các tài nguyên chính của máy tính.</a:t>
            </a:r>
            <a:endParaRPr lang="en-US"/>
          </a:p>
          <a:p>
            <a:endParaRPr lang="en-US"/>
          </a:p>
          <a:p>
            <a:r>
              <a:rPr lang="en-US"/>
              <a:t>A Network Interface Card (NIC) is considered a semi-autonomous device because it has built-in capabilities for handling certain tasks independently from the main CPU, but it still relies on the computer's processing power and memory to function effectively.</a:t>
            </a:r>
          </a:p>
          <a:p>
            <a:endParaRPr lang="en-US"/>
          </a:p>
          <a:p>
            <a:r>
              <a:rPr lang="en-US"/>
              <a:t>Here are some of the key reasons why NICs can be considered semi-autonomous devices:</a:t>
            </a:r>
          </a:p>
          <a:p>
            <a:endParaRPr lang="en-US"/>
          </a:p>
          <a:p>
            <a:r>
              <a:rPr lang="en-US"/>
              <a:t>1. **Independent processing:** NICs often have their own processors, called Media Access Control (MAC) chips, which can handle some network-related tasks independently. These tasks might include handling data link layer protocol operations, such as Ethernet framing, and performing error checking.</a:t>
            </a:r>
          </a:p>
          <a:p>
            <a:endParaRPr lang="en-US"/>
          </a:p>
          <a:p>
            <a:r>
              <a:rPr lang="en-US"/>
              <a:t>2. **Onboard memory:** NICs also have their own onboard memory, which they can use to store data packets temporarily before transmitting or after receiving them. This can help improve overall network performance by reducing the CPU's workload and minimizing latency.</a:t>
            </a:r>
          </a:p>
          <a:p>
            <a:endParaRPr lang="en-US"/>
          </a:p>
          <a:p>
            <a:r>
              <a:rPr lang="en-US"/>
              <a:t>3. **Interrupt handling:** NICs can generate interrupts to notify the CPU when certain events occur, such as when a packet is received, transmitted, or an error is detected. This allows the CPU to respond to these events without constantly polling the NIC, which can save processing power.</a:t>
            </a:r>
          </a:p>
          <a:p>
            <a:endParaRPr lang="en-US"/>
          </a:p>
          <a:p>
            <a:r>
              <a:rPr lang="en-US"/>
              <a:t>4. **Offloading features:** Some advanced NICs include hardware offloading features, which can offload certain network processing tasks from the CPU. Examples of these tasks include checksum computation, TCP segmentation, and packet filtering. By offloading these tasks, the NIC can help improve overall system performance.</a:t>
            </a:r>
          </a:p>
          <a:p>
            <a:endParaRPr lang="en-US"/>
          </a:p>
          <a:p>
            <a:r>
              <a:rPr lang="en-US"/>
              <a:t>Despite their semi-autonomous capabilities, NICs still rely on the computer's CPU and memory for certain operations, such as higher-level protocol processing, routing, and network management. Additionally, the computer's operating system plays a key role in managing the NIC's configuration and operations. As a result, NICs are considered semi-autonomous devices, as they can handle some tasks independently but still require cooperation with the computer's main resources.</a:t>
            </a:r>
          </a:p>
          <a:p>
            <a:endParaRPr lang="en-US"/>
          </a:p>
        </p:txBody>
      </p:sp>
      <p:sp>
        <p:nvSpPr>
          <p:cNvPr id="4" name="Slide Number Placeholder 3"/>
          <p:cNvSpPr>
            <a:spLocks noGrp="1"/>
          </p:cNvSpPr>
          <p:nvPr>
            <p:ph type="sldNum" sz="quarter" idx="5"/>
          </p:nvPr>
        </p:nvSpPr>
        <p:spPr/>
        <p:txBody>
          <a:bodyPr/>
          <a:lstStyle/>
          <a:p>
            <a:pPr>
              <a:defRPr/>
            </a:pPr>
            <a:fld id="{CCF10835-FE36-4A5B-93E1-4EFF5306816D}" type="slidenum">
              <a:rPr lang="en-US" altLang="en-US" smtClean="0"/>
              <a:pPr>
                <a:defRPr/>
              </a:pPr>
              <a:t>7</a:t>
            </a:fld>
            <a:endParaRPr lang="en-US" altLang="en-US"/>
          </a:p>
        </p:txBody>
      </p:sp>
    </p:spTree>
    <p:extLst>
      <p:ext uri="{BB962C8B-B14F-4D97-AF65-F5344CB8AC3E}">
        <p14:creationId xmlns:p14="http://schemas.microsoft.com/office/powerpoint/2010/main" val="17666107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7">
            <a:extLst>
              <a:ext uri="{FF2B5EF4-FFF2-40B4-BE49-F238E27FC236}">
                <a16:creationId xmlns:a16="http://schemas.microsoft.com/office/drawing/2014/main" id="{087F4BA9-6617-4EEA-B48D-895F424F7E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7D2537BA-77E8-4FCE-A516-D879CE960C90}" type="slidenum">
              <a:rPr lang="en-US" altLang="en-US" sz="1300" smtClean="0"/>
              <a:pPr/>
              <a:t>9</a:t>
            </a:fld>
            <a:endParaRPr lang="en-US" altLang="en-US" sz="1300"/>
          </a:p>
        </p:txBody>
      </p:sp>
      <p:sp>
        <p:nvSpPr>
          <p:cNvPr id="214019" name="Rectangle 2">
            <a:extLst>
              <a:ext uri="{FF2B5EF4-FFF2-40B4-BE49-F238E27FC236}">
                <a16:creationId xmlns:a16="http://schemas.microsoft.com/office/drawing/2014/main" id="{12AB7363-DEE2-4369-AA38-5C1E6D6E1893}"/>
              </a:ext>
            </a:extLst>
          </p:cNvPr>
          <p:cNvSpPr>
            <a:spLocks noGrp="1" noRot="1" noChangeAspect="1" noChangeArrowheads="1" noTextEdit="1"/>
          </p:cNvSpPr>
          <p:nvPr>
            <p:ph type="sldImg"/>
          </p:nvPr>
        </p:nvSpPr>
        <p:spPr>
          <a:ln/>
        </p:spPr>
      </p:sp>
      <p:sp>
        <p:nvSpPr>
          <p:cNvPr id="214020" name="Rectangle 3">
            <a:extLst>
              <a:ext uri="{FF2B5EF4-FFF2-40B4-BE49-F238E27FC236}">
                <a16:creationId xmlns:a16="http://schemas.microsoft.com/office/drawing/2014/main" id="{C7398E26-84F9-4568-8AA3-80E5ADDCAE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a:extLst>
              <a:ext uri="{FF2B5EF4-FFF2-40B4-BE49-F238E27FC236}">
                <a16:creationId xmlns:a16="http://schemas.microsoft.com/office/drawing/2014/main" id="{0CCE1561-3A8B-4BAA-B7C7-FB529D09165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CBC3E0C6-C7FD-411E-AFD6-8A6E4A6D5F3D}" type="slidenum">
              <a:rPr lang="en-US" altLang="en-US" sz="1300" smtClean="0"/>
              <a:pPr/>
              <a:t>10</a:t>
            </a:fld>
            <a:endParaRPr lang="en-US" altLang="en-US" sz="1300"/>
          </a:p>
        </p:txBody>
      </p:sp>
      <p:sp>
        <p:nvSpPr>
          <p:cNvPr id="216067" name="Rectangle 2">
            <a:extLst>
              <a:ext uri="{FF2B5EF4-FFF2-40B4-BE49-F238E27FC236}">
                <a16:creationId xmlns:a16="http://schemas.microsoft.com/office/drawing/2014/main" id="{51935A59-F9E1-4A00-B642-724E2E1EBB74}"/>
              </a:ext>
            </a:extLst>
          </p:cNvPr>
          <p:cNvSpPr>
            <a:spLocks noGrp="1" noRot="1" noChangeAspect="1" noChangeArrowheads="1" noTextEdit="1"/>
          </p:cNvSpPr>
          <p:nvPr>
            <p:ph type="sldImg"/>
          </p:nvPr>
        </p:nvSpPr>
        <p:spPr>
          <a:ln/>
        </p:spPr>
      </p:sp>
      <p:sp>
        <p:nvSpPr>
          <p:cNvPr id="216068" name="Rectangle 3">
            <a:extLst>
              <a:ext uri="{FF2B5EF4-FFF2-40B4-BE49-F238E27FC236}">
                <a16:creationId xmlns:a16="http://schemas.microsoft.com/office/drawing/2014/main" id="{29B7944F-569F-43DB-86ED-F5C12F40F5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7">
            <a:extLst>
              <a:ext uri="{FF2B5EF4-FFF2-40B4-BE49-F238E27FC236}">
                <a16:creationId xmlns:a16="http://schemas.microsoft.com/office/drawing/2014/main" id="{1208BC1A-B5E6-459B-9D7B-AA65E4FD63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17F2BB3D-1EBF-432F-8F42-9A16018BDE46}" type="slidenum">
              <a:rPr lang="en-US" altLang="en-US" sz="1300" smtClean="0"/>
              <a:pPr/>
              <a:t>11</a:t>
            </a:fld>
            <a:endParaRPr lang="en-US" altLang="en-US" sz="1300"/>
          </a:p>
        </p:txBody>
      </p:sp>
      <p:sp>
        <p:nvSpPr>
          <p:cNvPr id="218115" name="Rectangle 2">
            <a:extLst>
              <a:ext uri="{FF2B5EF4-FFF2-40B4-BE49-F238E27FC236}">
                <a16:creationId xmlns:a16="http://schemas.microsoft.com/office/drawing/2014/main" id="{575B0499-1FD5-49BF-8605-C298A3B798CB}"/>
              </a:ext>
            </a:extLst>
          </p:cNvPr>
          <p:cNvSpPr>
            <a:spLocks noGrp="1" noRot="1" noChangeAspect="1" noChangeArrowheads="1" noTextEdit="1"/>
          </p:cNvSpPr>
          <p:nvPr>
            <p:ph type="sldImg"/>
          </p:nvPr>
        </p:nvSpPr>
        <p:spPr>
          <a:ln/>
        </p:spPr>
      </p:sp>
      <p:sp>
        <p:nvSpPr>
          <p:cNvPr id="218116" name="Rectangle 3">
            <a:extLst>
              <a:ext uri="{FF2B5EF4-FFF2-40B4-BE49-F238E27FC236}">
                <a16:creationId xmlns:a16="http://schemas.microsoft.com/office/drawing/2014/main" id="{825D0CA0-EDA4-4B0F-9EB3-8FF32E7DE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7">
            <a:extLst>
              <a:ext uri="{FF2B5EF4-FFF2-40B4-BE49-F238E27FC236}">
                <a16:creationId xmlns:a16="http://schemas.microsoft.com/office/drawing/2014/main" id="{26F8D740-1233-44F0-A3BF-39A2E8C548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2F3D2F6-A905-448C-AA8F-20145BBBA15B}" type="slidenum">
              <a:rPr lang="en-US" altLang="en-US" sz="1300" smtClean="0"/>
              <a:pPr/>
              <a:t>12</a:t>
            </a:fld>
            <a:endParaRPr lang="en-US" altLang="en-US" sz="1300"/>
          </a:p>
        </p:txBody>
      </p:sp>
      <p:sp>
        <p:nvSpPr>
          <p:cNvPr id="220163" name="Rectangle 2">
            <a:extLst>
              <a:ext uri="{FF2B5EF4-FFF2-40B4-BE49-F238E27FC236}">
                <a16:creationId xmlns:a16="http://schemas.microsoft.com/office/drawing/2014/main" id="{7351DCE1-2D49-4337-BFC0-E0023CC6FC70}"/>
              </a:ext>
            </a:extLst>
          </p:cNvPr>
          <p:cNvSpPr>
            <a:spLocks noGrp="1" noRot="1" noChangeAspect="1" noChangeArrowheads="1" noTextEdit="1"/>
          </p:cNvSpPr>
          <p:nvPr>
            <p:ph type="sldImg"/>
          </p:nvPr>
        </p:nvSpPr>
        <p:spPr>
          <a:ln/>
        </p:spPr>
      </p:sp>
      <p:sp>
        <p:nvSpPr>
          <p:cNvPr id="220164" name="Rectangle 3">
            <a:extLst>
              <a:ext uri="{FF2B5EF4-FFF2-40B4-BE49-F238E27FC236}">
                <a16:creationId xmlns:a16="http://schemas.microsoft.com/office/drawing/2014/main" id="{E4429537-C51B-484D-B959-F84386897B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prone: (a) dễ xảy ra</a:t>
            </a:r>
          </a:p>
          <a:p>
            <a:r>
              <a:rPr lang="en-US" altLang="en-US"/>
              <a:t>EDC: các bits “dư thừa” để dò và sửa lỗi</a:t>
            </a:r>
          </a:p>
          <a:p>
            <a:r>
              <a:rPr lang="en-US" altLang="en-US"/>
              <a:t>D: dữ liệu được bảo vệ bằng phương pháp kiểm tra lỗi, có thể bao gồm các trường điều khiển</a:t>
            </a:r>
          </a:p>
          <a:p>
            <a:r>
              <a:rPr lang="en-US" altLang="en-US"/>
              <a:t>Dò lỗi khó đạt được độ tin cậy 100%: các cơ chế dùng để kiểm soát lỗi có thể bị sót một số lỗi (hiếm); trường EDC càng lớn thì có thể dò và sửa lỗi tốt hơn.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7">
            <a:extLst>
              <a:ext uri="{FF2B5EF4-FFF2-40B4-BE49-F238E27FC236}">
                <a16:creationId xmlns:a16="http://schemas.microsoft.com/office/drawing/2014/main" id="{D9C41608-3C5C-4F85-A2EC-BE3DD8AF94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3988058-793F-4CA7-93C8-A8220D8467E9}" type="slidenum">
              <a:rPr lang="en-US" altLang="en-US" sz="1300" smtClean="0"/>
              <a:pPr/>
              <a:t>13</a:t>
            </a:fld>
            <a:endParaRPr lang="en-US" altLang="en-US" sz="1300"/>
          </a:p>
        </p:txBody>
      </p:sp>
      <p:sp>
        <p:nvSpPr>
          <p:cNvPr id="222211" name="Rectangle 2">
            <a:extLst>
              <a:ext uri="{FF2B5EF4-FFF2-40B4-BE49-F238E27FC236}">
                <a16:creationId xmlns:a16="http://schemas.microsoft.com/office/drawing/2014/main" id="{3BF4A9EF-4C44-4BDD-A1FB-64F2D3C8D19B}"/>
              </a:ext>
            </a:extLst>
          </p:cNvPr>
          <p:cNvSpPr>
            <a:spLocks noGrp="1" noRot="1" noChangeAspect="1" noChangeArrowheads="1" noTextEdit="1"/>
          </p:cNvSpPr>
          <p:nvPr>
            <p:ph type="sldImg"/>
          </p:nvPr>
        </p:nvSpPr>
        <p:spPr>
          <a:ln/>
        </p:spPr>
      </p:sp>
      <p:sp>
        <p:nvSpPr>
          <p:cNvPr id="222212" name="Rectangle 3">
            <a:extLst>
              <a:ext uri="{FF2B5EF4-FFF2-40B4-BE49-F238E27FC236}">
                <a16:creationId xmlns:a16="http://schemas.microsoft.com/office/drawing/2014/main" id="{8C5F5FAB-7F5B-4818-855B-831698184A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Kiểm tra tính chẵn lẻ</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7">
            <a:extLst>
              <a:ext uri="{FF2B5EF4-FFF2-40B4-BE49-F238E27FC236}">
                <a16:creationId xmlns:a16="http://schemas.microsoft.com/office/drawing/2014/main" id="{615EA4BF-0DEC-48D8-80F2-B84D34C906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6AF2E7C1-3292-4230-A44C-2C22BB844782}" type="slidenum">
              <a:rPr lang="en-US" altLang="en-US" sz="1300" smtClean="0"/>
              <a:pPr/>
              <a:t>14</a:t>
            </a:fld>
            <a:endParaRPr lang="en-US" altLang="en-US" sz="1300"/>
          </a:p>
        </p:txBody>
      </p:sp>
      <p:sp>
        <p:nvSpPr>
          <p:cNvPr id="224259" name="Rectangle 2">
            <a:extLst>
              <a:ext uri="{FF2B5EF4-FFF2-40B4-BE49-F238E27FC236}">
                <a16:creationId xmlns:a16="http://schemas.microsoft.com/office/drawing/2014/main" id="{400E96E4-2FEE-4F6F-B188-AE7D10644B88}"/>
              </a:ext>
            </a:extLst>
          </p:cNvPr>
          <p:cNvSpPr>
            <a:spLocks noGrp="1" noRot="1" noChangeAspect="1" noChangeArrowheads="1" noTextEdit="1"/>
          </p:cNvSpPr>
          <p:nvPr>
            <p:ph type="sldImg"/>
          </p:nvPr>
        </p:nvSpPr>
        <p:spPr>
          <a:ln/>
        </p:spPr>
      </p:sp>
      <p:sp>
        <p:nvSpPr>
          <p:cNvPr id="224260" name="Rectangle 3">
            <a:extLst>
              <a:ext uri="{FF2B5EF4-FFF2-40B4-BE49-F238E27FC236}">
                <a16:creationId xmlns:a16="http://schemas.microsoft.com/office/drawing/2014/main" id="{8C8F0EA1-AE98-4079-9EA6-097F45860A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Checksum: </a:t>
            </a:r>
            <a:r>
              <a:rPr lang="vi-VN" altLang="en-US"/>
              <a:t>kiểm tra tổng</a:t>
            </a:r>
          </a:p>
          <a:p>
            <a:r>
              <a:rPr lang="vi-VN" altLang="en-US"/>
              <a:t>Từ viết tắt của SUMmation CHECK. Trong truyền thông dữ liệu, đây là một phương pháp kiểm lỗi, trong đó số bit trong một đơn vị dữ liệu được cộng lại và truyền đi cùng với dữ liệu. Sau đó máy tính thu nhận sẽ kiểm tra lại tổng số này. Nếu tổng số này bị sai, thì có thể có một lỗi đã xuất hiện trong quá trình truyền. Một định ước truyền thông máy tính cá nhân phổ dụng là XMODEM ứng dụng phương pháp kiểm tra tổng này.</a:t>
            </a:r>
          </a:p>
          <a:p>
            <a:r>
              <a:rPr lang="vi-VN" altLang="en-US"/>
              <a:t>Trong phần mềm quét virus, như Central Point Anti-Virus chẳng hạn, các tổng số kiểm tra được tính cho mọi tệp tin trong một thư mục và tổng số kết quả được cất vào một tệp riêng trong thư mục đó. Khi quét virus cho một chương trình, nó tiến hành so sánh thông tin của tổng kiểm tra đã lưu trữ trong thư mục với tổng kiểm tra mới thu được đối với từng tệp được quét. Sự khác nhau giữa hai tổng số cho biết tệp đó có thể đã bị nhiễm virus và không để lại một dấu vết nhận dạng nào.</a:t>
            </a:r>
          </a:p>
          <a:p>
            <a:endParaRPr lang="en-US" altLang="en-US"/>
          </a:p>
          <a:p>
            <a:r>
              <a:rPr lang="en-US" altLang="en-US"/>
              <a:t>Cyclic Redundancy Check: </a:t>
            </a:r>
            <a:r>
              <a:rPr lang="vi-VN" altLang="en-US"/>
              <a:t>kiểm độ dư vòng</a:t>
            </a:r>
          </a:p>
          <a:p>
            <a:r>
              <a:rPr lang="vi-VN" altLang="en-US"/>
              <a:t>Một phương pháp kiểm tra lỗi tự động, được sử dụng trong DOS, khi tiến hành ghi dữ liệu vào đĩa. Về sau, khi DOS đọc dữ liệu từ đĩa ra, nó cũng thực hiện pháp kiểm lỗi giống như vậy; kết quả của hai lần kiểm tra sẽ được so sánh với nhau để bảo đảm dữ liệu không bị thay đổi. Nếu thấy có thông báo lỗi dạng CRC ERROR READING DRIVE C, thì đó là những tín hiệu báo về những trục trặc nghiêm trọng trên đĩa. Một thủ tục kiểm tra CRC tương tự cũng được dùng phổ biến cho các trình tiện ích nén tệp (như) PKZIP chẳng hạn và dùng trong trường hợp truyền tệp bằng truyền thông dữ liệu.</a:t>
            </a:r>
          </a:p>
          <a:p>
            <a:endParaRPr lang="en-US" altLang="en-US"/>
          </a:p>
          <a:p>
            <a:r>
              <a:rPr lang="en-US" altLang="en-US"/>
              <a:t>As mentioned earlier, adding a parity bit helps only in detecting single bit errors. To detect multiple bit errors we need to compute a small digest for the entire message and send it along with the message. Checksum is one way of creating such a digest where data is treated as a sequence of integers and their arithmetic sum is computed. Receiver also computes the checksum and compares with the sender’s checksum. If they differ it signals that an error occurred. Checksum detects some multiple bit errors but not all. </a:t>
            </a:r>
          </a:p>
          <a:p>
            <a:endParaRPr lang="en-US" altLang="en-US"/>
          </a:p>
          <a:p>
            <a:r>
              <a:rPr lang="en-US" altLang="en-US"/>
              <a:t>Cyclic redundancy check is another way of creating a digest. This is a very popular method because it can detect more types of errors than checksum.</a:t>
            </a:r>
          </a:p>
          <a:p>
            <a:r>
              <a:rPr lang="en-US" altLang="en-US"/>
              <a:t>Digest: systematize, as by classifying and summarizing; “The government digested the entire law into a code”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7">
            <a:extLst>
              <a:ext uri="{FF2B5EF4-FFF2-40B4-BE49-F238E27FC236}">
                <a16:creationId xmlns:a16="http://schemas.microsoft.com/office/drawing/2014/main" id="{43C077C3-BECE-48BC-96BD-C94603A23A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0B402528-9E3C-46FF-910E-7EE07F43E729}" type="slidenum">
              <a:rPr lang="en-US" altLang="en-US" sz="1300" smtClean="0"/>
              <a:pPr/>
              <a:t>15</a:t>
            </a:fld>
            <a:endParaRPr lang="en-US" altLang="en-US" sz="1300"/>
          </a:p>
        </p:txBody>
      </p:sp>
      <p:sp>
        <p:nvSpPr>
          <p:cNvPr id="226307" name="Rectangle 2">
            <a:extLst>
              <a:ext uri="{FF2B5EF4-FFF2-40B4-BE49-F238E27FC236}">
                <a16:creationId xmlns:a16="http://schemas.microsoft.com/office/drawing/2014/main" id="{A92E2307-8AE6-4758-8952-85A9E12BDF7B}"/>
              </a:ext>
            </a:extLst>
          </p:cNvPr>
          <p:cNvSpPr>
            <a:spLocks noGrp="1" noRot="1" noChangeAspect="1" noChangeArrowheads="1" noTextEdit="1"/>
          </p:cNvSpPr>
          <p:nvPr>
            <p:ph type="sldImg"/>
          </p:nvPr>
        </p:nvSpPr>
        <p:spPr>
          <a:ln/>
        </p:spPr>
      </p:sp>
      <p:sp>
        <p:nvSpPr>
          <p:cNvPr id="226308" name="Rectangle 3">
            <a:extLst>
              <a:ext uri="{FF2B5EF4-FFF2-40B4-BE49-F238E27FC236}">
                <a16:creationId xmlns:a16="http://schemas.microsoft.com/office/drawing/2014/main" id="{0366B5FF-1C70-47BB-9449-7E7A55BD89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RFC: Request For Comment</a:t>
            </a:r>
          </a:p>
          <a:p>
            <a:r>
              <a:rPr lang="en-US" altLang="en-US"/>
              <a:t> </a:t>
            </a:r>
            <a:r>
              <a:rPr lang="vi-VN" altLang="en-US"/>
              <a:t>RFCs là những công bố chính thức của mạng Internet, được sử dụng từ năm 1969 để mô tả và tiếp thu những nhận xét về các giao thức, thủ tục, chương trình và các khái niệm. Chúng thường được liệt kê dưới dạng số, chẳng hạn RFC 1771 hoặc tên, chẳng hạn Border Gateway Protocol 4 (BGP4). Nếu bạn biết số RFC bạn có thể xem nó trên Web browser của bạn bằng cách đánh địa chỉ sau đây và thay xxxx bằng số RFC:</a:t>
            </a:r>
          </a:p>
          <a:p>
            <a:r>
              <a:rPr lang="vi-VN" altLang="en-US"/>
              <a:t>http://www.internic.net/rfc/rfcxxxx.txt</a:t>
            </a:r>
          </a:p>
          <a:p>
            <a:r>
              <a:rPr lang="vi-VN" altLang="en-US"/>
              <a:t>Site “Request For Comment indexed by Glimpse” liệt kê trong phần “Thông tin trên Internet trên Internet” sẽ hiển thị một dòng văn bản từ RFC cho mỗi từ tìm được. Trang Nexor RFC Index Search Form cho một danh sách những tiêu đề với những mô tả ngắn gọn và liên kết vơí những RFC phù hợp với văn bản tìm kiếm.</a:t>
            </a:r>
          </a:p>
          <a:p>
            <a:r>
              <a:rPr lang="vi-VN" altLang="en-US"/>
              <a:t>Nói chung, nơi tốt nhất để có được thông tin về tất cả những tổ chức và những ủy ban trên Internet hoặc để có được một nơi bắt đầu cho những kết nối xa hơn, là Web site IETF (Internet Engineering Task Force) ở địa chỉ http://www.ietf.org. Những Web site khác mà ở đó bạn có thể tìm thông tin về RFC được liệt kê trong phần ”Thông tin trên Internet trên Internet”. Xem phần “Internet Organizations and Committees” trong quyển sách nầy để có thêm thông tin về những cách thức mà RFC được phát triển trong cộng đồng Internet.</a:t>
            </a:r>
          </a:p>
          <a:p>
            <a:endParaRPr lang="vi-VN" altLang="en-US"/>
          </a:p>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7">
            <a:extLst>
              <a:ext uri="{FF2B5EF4-FFF2-40B4-BE49-F238E27FC236}">
                <a16:creationId xmlns:a16="http://schemas.microsoft.com/office/drawing/2014/main" id="{D880585D-B570-4528-8FD8-584282726C8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7A6ED094-607E-4113-8DEB-F07970C7BFA6}" type="slidenum">
              <a:rPr lang="en-US" altLang="en-US" sz="1300" smtClean="0"/>
              <a:pPr/>
              <a:t>18</a:t>
            </a:fld>
            <a:endParaRPr lang="en-US" altLang="en-US" sz="1300"/>
          </a:p>
        </p:txBody>
      </p:sp>
      <p:sp>
        <p:nvSpPr>
          <p:cNvPr id="230403" name="Rectangle 2">
            <a:extLst>
              <a:ext uri="{FF2B5EF4-FFF2-40B4-BE49-F238E27FC236}">
                <a16:creationId xmlns:a16="http://schemas.microsoft.com/office/drawing/2014/main" id="{AD73EC3C-42EF-46BF-AFD2-708ED14B2182}"/>
              </a:ext>
            </a:extLst>
          </p:cNvPr>
          <p:cNvSpPr>
            <a:spLocks noGrp="1" noRot="1" noChangeAspect="1" noChangeArrowheads="1" noTextEdit="1"/>
          </p:cNvSpPr>
          <p:nvPr>
            <p:ph type="sldImg"/>
          </p:nvPr>
        </p:nvSpPr>
        <p:spPr>
          <a:ln/>
        </p:spPr>
      </p:sp>
      <p:sp>
        <p:nvSpPr>
          <p:cNvPr id="230404" name="Rectangle 3">
            <a:extLst>
              <a:ext uri="{FF2B5EF4-FFF2-40B4-BE49-F238E27FC236}">
                <a16:creationId xmlns:a16="http://schemas.microsoft.com/office/drawing/2014/main" id="{6875DF23-8601-4F98-8058-7821C3274B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Để phát hiện lỗi có thể xảy ra trong quá trình truyền tin, bên gởi thêm vào gói tin một số thông tin và bên nhận sẽ dựa vào các thông tin này để kiểm tra xem gói tin đó có bị sai lệch hay không. Các kỹ thuật dò tìm lỗi phổ biến: kiểm tra tính chẵn lẻ, kiểm tra tổng, kiểm dư vòng. Tất cả các phương pháp này chỉ đảm bảo phát hiện được lỗi ở mức thống kê nào đó mà thôi.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7">
            <a:extLst>
              <a:ext uri="{FF2B5EF4-FFF2-40B4-BE49-F238E27FC236}">
                <a16:creationId xmlns:a16="http://schemas.microsoft.com/office/drawing/2014/main" id="{3A5200D0-9775-4663-B0BC-6B21DA97F72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A37705D-ACEA-4F58-A38B-9FC363996741}" type="slidenum">
              <a:rPr lang="en-US" altLang="en-US" sz="1300" smtClean="0"/>
              <a:pPr/>
              <a:t>22</a:t>
            </a:fld>
            <a:endParaRPr lang="en-US" altLang="en-US" sz="1300"/>
          </a:p>
        </p:txBody>
      </p:sp>
      <p:sp>
        <p:nvSpPr>
          <p:cNvPr id="235523" name="Rectangle 2">
            <a:extLst>
              <a:ext uri="{FF2B5EF4-FFF2-40B4-BE49-F238E27FC236}">
                <a16:creationId xmlns:a16="http://schemas.microsoft.com/office/drawing/2014/main" id="{A6918393-1A89-434D-8C43-1A6A23BA8A0B}"/>
              </a:ext>
            </a:extLst>
          </p:cNvPr>
          <p:cNvSpPr>
            <a:spLocks noGrp="1" noRot="1" noChangeAspect="1" noChangeArrowheads="1" noTextEdit="1"/>
          </p:cNvSpPr>
          <p:nvPr>
            <p:ph type="sldImg"/>
          </p:nvPr>
        </p:nvSpPr>
        <p:spPr>
          <a:ln/>
        </p:spPr>
      </p:sp>
      <p:sp>
        <p:nvSpPr>
          <p:cNvPr id="235524" name="Rectangle 3">
            <a:extLst>
              <a:ext uri="{FF2B5EF4-FFF2-40B4-BE49-F238E27FC236}">
                <a16:creationId xmlns:a16="http://schemas.microsoft.com/office/drawing/2014/main" id="{1C7EBFB3-11F0-4CA0-8209-502CC3A7E6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7">
            <a:extLst>
              <a:ext uri="{FF2B5EF4-FFF2-40B4-BE49-F238E27FC236}">
                <a16:creationId xmlns:a16="http://schemas.microsoft.com/office/drawing/2014/main" id="{768AF11B-BA37-4911-B3E0-BE0E020693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7B09A324-439C-4919-A660-EF9A724B89DE}" type="slidenum">
              <a:rPr lang="en-US" altLang="en-US" sz="1300" smtClean="0"/>
              <a:pPr/>
              <a:t>23</a:t>
            </a:fld>
            <a:endParaRPr lang="en-US" altLang="en-US" sz="1300"/>
          </a:p>
        </p:txBody>
      </p:sp>
      <p:sp>
        <p:nvSpPr>
          <p:cNvPr id="237571" name="Rectangle 2">
            <a:extLst>
              <a:ext uri="{FF2B5EF4-FFF2-40B4-BE49-F238E27FC236}">
                <a16:creationId xmlns:a16="http://schemas.microsoft.com/office/drawing/2014/main" id="{2320ED79-1289-4A35-8810-CFBE6AC11312}"/>
              </a:ext>
            </a:extLst>
          </p:cNvPr>
          <p:cNvSpPr>
            <a:spLocks noGrp="1" noRot="1" noChangeAspect="1" noChangeArrowheads="1" noTextEdit="1"/>
          </p:cNvSpPr>
          <p:nvPr>
            <p:ph type="sldImg"/>
          </p:nvPr>
        </p:nvSpPr>
        <p:spPr>
          <a:ln/>
        </p:spPr>
      </p:sp>
      <p:sp>
        <p:nvSpPr>
          <p:cNvPr id="237572" name="Rectangle 3">
            <a:extLst>
              <a:ext uri="{FF2B5EF4-FFF2-40B4-BE49-F238E27FC236}">
                <a16:creationId xmlns:a16="http://schemas.microsoft.com/office/drawing/2014/main" id="{722EE492-1864-4DEC-AE0A-D801F93C3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vi-VN" altLang="en-US"/>
              <a:t> ALOHA là một hệ thống dùng để phối hợp và phân chia công tác truy cập tới một vài kênh thông tin dùng chung do University of Hawaii phát triển vào thập niên 1970. Lúc đầu hệ thống này được dùng để truyền sóng vô tuyến trên mặt đất nhưng sau đó nó đã được sử dụng trong các hệ thống truyền thông của vệ tinh nhân tạo.</a:t>
            </a:r>
          </a:p>
          <a:p>
            <a:pPr>
              <a:lnSpc>
                <a:spcPct val="90000"/>
              </a:lnSpc>
            </a:pPr>
            <a:r>
              <a:rPr lang="vi-VN" altLang="en-US"/>
              <a:t> Người ta cho rằng một phương pháp truy cập trung gian sẽ ngăn cản hai hay nhiều hệ thống truyền thông tin cùng một lúc trên một phương tiện truyền thông dùng chung. Vì thế phải có một phương pháp nào đó xử lý cái gọi là "xung đột" . Trong hệ thống ALOHA này, một hệ thống sẽ truyền bất kỳ khi nào dữ liệu đã sẵn sàng gởi. Nếu có một hệ thông khác truyền dữ liệu cùng lúc thì xung độ</a:t>
            </a:r>
            <a:r>
              <a:rPr lang="en-US" altLang="en-US"/>
              <a:t>t</a:t>
            </a:r>
            <a:r>
              <a:rPr lang="vi-VN" altLang="en-US"/>
              <a:t> sẽ xảy ra và cấu trúc được truyền sẽ mất. Tuy nhiên hệ thống có thể nghe được việc truyền từ phương tiện truyền thông đó, ngay cả của chính nó, và quyết định cấu trúc đó có được truyền hay không.</a:t>
            </a:r>
          </a:p>
          <a:p>
            <a:pPr>
              <a:lnSpc>
                <a:spcPct val="90000"/>
              </a:lnSpc>
            </a:pPr>
            <a:r>
              <a:rPr lang="vi-VN" altLang="en-US"/>
              <a:t> Kỹ thuật này đơn giản nhưng một phương pháp khác được gọi là ALOHA rãnh</a:t>
            </a:r>
            <a:r>
              <a:rPr lang="en-US" altLang="en-US"/>
              <a:t> (slotted ALOHA)</a:t>
            </a:r>
            <a:r>
              <a:rPr lang="vi-VN" altLang="en-US"/>
              <a:t> được phát minh vào năm 1972 có thể tăng gấp đôi khả năng của nó. Trong dãy rãnh đó, từng rãnh riêng biệt được tạo để các hệ thống có thể truyền từng cấu trúc một. Mỗi hệ thống phát ra một ký hiệu ở đầu mỗi rãnh để các hệ thống khác biết khi nào thì rãnh đó đang sẵn sàng. Bằng cách sắp hàng các cấu trúc trên những rãnh đó, các vấn đề chồng chéo khi truyền dữ liệu sẽ được giảm thiểu. Tuy nhiên các hệ thống phải đợi một phần nhỏ giây trước khi truyền. Cũng thế, dữ liệu có thể bị mất nếu các trạm đặt dữ liệu trên cùng một rãnh. Tuy nhiên các thí nghiệm cho thấy ALOHA rãnh thuận lợi khi sử dụng.</a:t>
            </a:r>
          </a:p>
          <a:p>
            <a:pPr>
              <a:lnSpc>
                <a:spcPct val="90000"/>
              </a:lnSpc>
            </a:pPr>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7">
            <a:extLst>
              <a:ext uri="{FF2B5EF4-FFF2-40B4-BE49-F238E27FC236}">
                <a16:creationId xmlns:a16="http://schemas.microsoft.com/office/drawing/2014/main" id="{272D9EA6-044A-47A0-A90F-7C835209198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BB468C4-947C-4DE2-8515-0D7004E18241}" type="slidenum">
              <a:rPr lang="en-US" altLang="en-US" sz="1300" smtClean="0"/>
              <a:pPr/>
              <a:t>28</a:t>
            </a:fld>
            <a:endParaRPr lang="en-US" altLang="en-US" sz="1300"/>
          </a:p>
        </p:txBody>
      </p:sp>
      <p:sp>
        <p:nvSpPr>
          <p:cNvPr id="243715" name="Rectangle 2">
            <a:extLst>
              <a:ext uri="{FF2B5EF4-FFF2-40B4-BE49-F238E27FC236}">
                <a16:creationId xmlns:a16="http://schemas.microsoft.com/office/drawing/2014/main" id="{4868DB56-1420-4C8F-A850-A64586A2F7AF}"/>
              </a:ext>
            </a:extLst>
          </p:cNvPr>
          <p:cNvSpPr>
            <a:spLocks noGrp="1" noRot="1" noChangeAspect="1" noChangeArrowheads="1" noTextEdit="1"/>
          </p:cNvSpPr>
          <p:nvPr>
            <p:ph type="sldImg"/>
          </p:nvPr>
        </p:nvSpPr>
        <p:spPr>
          <a:ln/>
        </p:spPr>
      </p:sp>
      <p:sp>
        <p:nvSpPr>
          <p:cNvPr id="243716" name="Rectangle 3">
            <a:extLst>
              <a:ext uri="{FF2B5EF4-FFF2-40B4-BE49-F238E27FC236}">
                <a16:creationId xmlns:a16="http://schemas.microsoft.com/office/drawing/2014/main" id="{5E2E1CC0-7CA7-4537-A721-AE931E3450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7">
            <a:extLst>
              <a:ext uri="{FF2B5EF4-FFF2-40B4-BE49-F238E27FC236}">
                <a16:creationId xmlns:a16="http://schemas.microsoft.com/office/drawing/2014/main" id="{BB775ED6-28D8-4D79-BBEB-3BEBB1EF22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2F2338FE-737A-497B-A221-884D58126F95}" type="slidenum">
              <a:rPr lang="en-US" altLang="en-US" sz="1300" smtClean="0"/>
              <a:pPr/>
              <a:t>29</a:t>
            </a:fld>
            <a:endParaRPr lang="en-US" altLang="en-US" sz="1300"/>
          </a:p>
        </p:txBody>
      </p:sp>
      <p:sp>
        <p:nvSpPr>
          <p:cNvPr id="245763" name="Rectangle 2">
            <a:extLst>
              <a:ext uri="{FF2B5EF4-FFF2-40B4-BE49-F238E27FC236}">
                <a16:creationId xmlns:a16="http://schemas.microsoft.com/office/drawing/2014/main" id="{48AF7106-4307-4559-8088-A3CA75DCCED2}"/>
              </a:ext>
            </a:extLst>
          </p:cNvPr>
          <p:cNvSpPr>
            <a:spLocks noGrp="1" noRot="1" noChangeAspect="1" noChangeArrowheads="1" noTextEdit="1"/>
          </p:cNvSpPr>
          <p:nvPr>
            <p:ph type="sldImg"/>
          </p:nvPr>
        </p:nvSpPr>
        <p:spPr>
          <a:ln/>
        </p:spPr>
      </p:sp>
      <p:sp>
        <p:nvSpPr>
          <p:cNvPr id="245764" name="Rectangle 3">
            <a:extLst>
              <a:ext uri="{FF2B5EF4-FFF2-40B4-BE49-F238E27FC236}">
                <a16:creationId xmlns:a16="http://schemas.microsoft.com/office/drawing/2014/main" id="{4E5CF9F7-185D-4BBF-98C2-DF8C9764EE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a:extLst>
              <a:ext uri="{FF2B5EF4-FFF2-40B4-BE49-F238E27FC236}">
                <a16:creationId xmlns:a16="http://schemas.microsoft.com/office/drawing/2014/main" id="{5FDA83AD-D2E6-4C8E-A9D0-3E12FCF35D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3AAAFE1F-8F14-4F55-B23F-6C9460A115A2}" type="slidenum">
              <a:rPr lang="en-US" altLang="en-US" sz="1300" smtClean="0"/>
              <a:pPr/>
              <a:t>30</a:t>
            </a:fld>
            <a:endParaRPr lang="en-US" altLang="en-US" sz="1300"/>
          </a:p>
        </p:txBody>
      </p:sp>
      <p:sp>
        <p:nvSpPr>
          <p:cNvPr id="247811" name="Rectangle 2">
            <a:extLst>
              <a:ext uri="{FF2B5EF4-FFF2-40B4-BE49-F238E27FC236}">
                <a16:creationId xmlns:a16="http://schemas.microsoft.com/office/drawing/2014/main" id="{8BD77715-83ED-4EBC-9B87-1C69AC59A93A}"/>
              </a:ext>
            </a:extLst>
          </p:cNvPr>
          <p:cNvSpPr>
            <a:spLocks noGrp="1" noRot="1" noChangeAspect="1" noChangeArrowheads="1" noTextEdit="1"/>
          </p:cNvSpPr>
          <p:nvPr>
            <p:ph type="sldImg"/>
          </p:nvPr>
        </p:nvSpPr>
        <p:spPr>
          <a:ln/>
        </p:spPr>
      </p:sp>
      <p:sp>
        <p:nvSpPr>
          <p:cNvPr id="247812" name="Rectangle 3">
            <a:extLst>
              <a:ext uri="{FF2B5EF4-FFF2-40B4-BE49-F238E27FC236}">
                <a16:creationId xmlns:a16="http://schemas.microsoft.com/office/drawing/2014/main" id="{F0B6B422-B0F8-4D48-A380-7D660C26CFB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Các giao thức điều khiển truy cập đường truyền được chia làm 3 loại: phân chia kênh truyền, truy cập ngẫu nhiên và luân phiên.</a:t>
            </a:r>
          </a:p>
          <a:p>
            <a:r>
              <a:rPr lang="en-US" altLang="en-US"/>
              <a:t>Công nghệ Ethernet được sử dụng phổ biến nhất để xây dựng mạng cục bộ hiện nay, Ethernet sử dụng giao thức đa truy cập cảm nhận sóng mang có dò xung đột để điều khiển truy cập kênh truyền. “Cảm nhận sóng mang” có thể dễ cài đặt trong các công nghệ dùng đường truyền hữu tuyến nhưng khó thực hiện với đường truyền vô tuyến (sử dụng giao thức cảm nhận sóng mang tránh xung đột CSMA/CA)</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a:extLst>
              <a:ext uri="{FF2B5EF4-FFF2-40B4-BE49-F238E27FC236}">
                <a16:creationId xmlns:a16="http://schemas.microsoft.com/office/drawing/2014/main" id="{395DD20D-1470-47C3-9008-B136F23D32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5E35D6E9-E9C0-4D3E-A637-478422F41787}" type="slidenum">
              <a:rPr lang="en-US" altLang="en-US" sz="1300" smtClean="0"/>
              <a:pPr/>
              <a:t>31</a:t>
            </a:fld>
            <a:endParaRPr lang="en-US" altLang="en-US" sz="1300"/>
          </a:p>
        </p:txBody>
      </p:sp>
      <p:sp>
        <p:nvSpPr>
          <p:cNvPr id="249859" name="Rectangle 2">
            <a:extLst>
              <a:ext uri="{FF2B5EF4-FFF2-40B4-BE49-F238E27FC236}">
                <a16:creationId xmlns:a16="http://schemas.microsoft.com/office/drawing/2014/main" id="{683ABC97-8A47-4839-B659-E94C6A693F1E}"/>
              </a:ext>
            </a:extLst>
          </p:cNvPr>
          <p:cNvSpPr>
            <a:spLocks noGrp="1" noRot="1" noChangeAspect="1" noChangeArrowheads="1" noTextEdit="1"/>
          </p:cNvSpPr>
          <p:nvPr>
            <p:ph type="sldImg"/>
          </p:nvPr>
        </p:nvSpPr>
        <p:spPr>
          <a:ln/>
        </p:spPr>
      </p:sp>
      <p:sp>
        <p:nvSpPr>
          <p:cNvPr id="249860" name="Rectangle 3">
            <a:extLst>
              <a:ext uri="{FF2B5EF4-FFF2-40B4-BE49-F238E27FC236}">
                <a16:creationId xmlns:a16="http://schemas.microsoft.com/office/drawing/2014/main" id="{0551DDCE-BA40-4835-8039-BDEA4AD834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en-US" altLang="en-US" sz="800"/>
              <a:t>ISDN: Integrated Services Digital Network</a:t>
            </a:r>
          </a:p>
          <a:p>
            <a:pPr>
              <a:lnSpc>
                <a:spcPct val="80000"/>
              </a:lnSpc>
            </a:pPr>
            <a:r>
              <a:rPr lang="en-US" altLang="en-US" sz="800"/>
              <a:t> </a:t>
            </a:r>
            <a:r>
              <a:rPr lang="vi-VN" altLang="en-US" sz="800"/>
              <a:t>Mạng số các Dịch vụ Tích hợp</a:t>
            </a:r>
          </a:p>
          <a:p>
            <a:pPr>
              <a:lnSpc>
                <a:spcPct val="80000"/>
              </a:lnSpc>
            </a:pPr>
            <a:r>
              <a:rPr lang="vi-VN" altLang="en-US" sz="800"/>
              <a:t>ISDN là một hệ thống điện thoại chuyển mạch số hoàn toàn được thiết kế đầu tiên bởi các công ty điện thoại và các nhà cung cấp dịch vụ toàn cầu như một sự thay thế cho hệ thống điện thoại tương tự. Nó được đề xuất vào năm 1984, với mục tiêu xây dựng hệ chuyển mạch hoàn toàn vào cuối thế kỷ. Một hệ thống số hoàn toàn có nhiều thuận lợi, bao gồm sự tin cậy, tính khả mở và thích hợp cho việc truyền dữ liệu. </a:t>
            </a:r>
          </a:p>
          <a:p>
            <a:pPr>
              <a:lnSpc>
                <a:spcPct val="80000"/>
              </a:lnSpc>
            </a:pPr>
            <a:r>
              <a:rPr lang="vi-VN" altLang="en-US" sz="800"/>
              <a:t>Chuyển sang dùng ISDN cho dữ liệu phù hợp một cách tự nhiên, nhưng với các cuộc thoại thì đòi hỏi phải chuyển đổi sang điện thoại ISDN. Hiện đã có các adapter dành cho thiết bị không phù hợp ISDN. Đối với thương mại, ISDN cung cấp các kết nối chuyển mạch thiết thực hơn so với kết nối modem và rẻ hơn các đường thuê bao trong trường hợp nhu cầu băng thông luôn thay đổi. ISDN hỗ trợ băng thông theo yêu cầu, như sẽ được thảo luận sau nầy. </a:t>
            </a:r>
          </a:p>
          <a:p>
            <a:pPr>
              <a:lnSpc>
                <a:spcPct val="80000"/>
              </a:lnSpc>
            </a:pPr>
            <a:r>
              <a:rPr lang="vi-VN" altLang="en-US" sz="800"/>
              <a:t>Có ba hiện thực ISDN khác nhau được mô tả ở đây, và được minh hoạ trong hình I-18:</a:t>
            </a:r>
          </a:p>
          <a:p>
            <a:pPr>
              <a:lnSpc>
                <a:spcPct val="80000"/>
              </a:lnSpc>
            </a:pPr>
            <a:r>
              <a:rPr lang="vi-VN" altLang="en-US" sz="800"/>
              <a:t> BRI (Basic Rate ISDN) Version ISDN đáng quan tâm nhất đối với người tiêu dùng vì nó vận hành trên dây đồng có sẵn, cung cấp các kênh thoại số và dữ liệu. BRI được chia thành hai kênh, một kênh 64 Kbit/sec (gọi là kênh B) và một kênh 16 Kbit/sec (gọi là kênh D) được dùng cho các tín hiệu điều khiển như xác lập cuộc gọi. Kênh B có thể được dùng cho thoại hoặc dữ liệu và được kết hợp để tạo thành kênh dữ liệu 128 Kbit/sec. </a:t>
            </a:r>
          </a:p>
          <a:p>
            <a:pPr>
              <a:lnSpc>
                <a:spcPct val="80000"/>
              </a:lnSpc>
            </a:pPr>
            <a:r>
              <a:rPr lang="vi-VN" altLang="en-US" sz="800"/>
              <a:t> PRI (Primary Rate ISDN) Các tổ chức có nhu cầu dùng ISDN ở tốc độ dữ liệu cao hơn (cho các kết nối mạng) thì cần đến PRI. Về cơ bản nó cung cấp các kênh bổ sung theo yêu cầu, lên đến tổng số là 23 kênh B và một kênh D 64 Kbit/sec cho toàn bộ băng thông, tương đương với một đường T1 (1.544 Mbit/sec)</a:t>
            </a:r>
          </a:p>
          <a:p>
            <a:pPr>
              <a:lnSpc>
                <a:spcPct val="80000"/>
              </a:lnSpc>
            </a:pPr>
            <a:r>
              <a:rPr lang="vi-VN" altLang="en-US" sz="800"/>
              <a:t> B-ISDN (Broadband ISDN) Vào năm 1988, CCITT bắt đầu phát triển các dịch vụ B-ISDN với tốc độ trên 155 Mbit/sec do dự đoán các dịch vụ video và thông tin đa phương tiện. Kiến trúc B-ISDN sử dụng ATM (Asynchronuous Transfer Network) ở tầng liên kết dữ liệu và SONET (Synchronuous Optical Network) ở tầng vật lý. SONET là mạng sợi quang được hiện thực đầu tiên bởi các nhà cung cấp truyền tải theo tốc độ quốc tế. Các nhà truyền tải dùng công nghệ B-ISDN để kết nối hệ thống của chính họ. Các người dùng cuối có thể có tận dụng thuận lợi nầy thông qua các kết nối tốc độ dữ liệu cao khác như DSL. Xem phần “B-ISDN (Broadband ISDN)” để có thêm chi tiết. </a:t>
            </a:r>
          </a:p>
          <a:p>
            <a:pPr>
              <a:lnSpc>
                <a:spcPct val="80000"/>
              </a:lnSpc>
            </a:pPr>
            <a:r>
              <a:rPr lang="vi-VN" altLang="en-US" sz="800"/>
              <a:t>Có một sự khác nhau đáng kể giữa BRI/PRI và B-ISDN. B-ISDN là một dịch vụ chuyển mạch cell dựa theo ATM. Ngược lại, BRI và PRI là các dịch vụ chuyển mạch điện. Tuy nhiên, B-ISDN có thể hiện thực mạch ảo trong các dòng cell của nó. Môi trường B-ISDN được phát triển đầy đủ sẽ hiện thực chuyển mạch cell ATM ở mọi nơi - trong máy tính và mạng ở phía khách hàng và trong mạng truyền tải. Nhiều công ty lớn vẫn có phương tiện để thực hiện điều nầy. Hầu hết chỉ cần thêm một bộ chuyển mạch ATM đường trục ngay tại chỗ của họ, nối trực tiếp vào thiết bị ATM của nhà cung cấp truyền tải. </a:t>
            </a:r>
          </a:p>
          <a:p>
            <a:pPr>
              <a:lnSpc>
                <a:spcPct val="80000"/>
              </a:lnSpc>
            </a:pPr>
            <a:r>
              <a:rPr lang="vi-VN" altLang="en-US" sz="800"/>
              <a:t>Dưới đây là các thảo luận về Basic Rate ISDN và Primary Rate ISDN, là version hướng-người dùng của ISDN. Hiện nay nó đã có sẵn sàng ở khắp nơi và nhiều người dùng nó để xây dựng WAN hay để truy cập tốc độ cao vào Internet. Có nhiều phương pháp cạnh tranh nhằm tăng cường tín hiệu trên các đường truyền tương tự có sẵn, như được mô tả trong “DSI (Digital Subscriber Line)”, và các sản phẩm modem mới dùng kỹ thuật dồn kênh, như được mô tả trong phần “Inverse Multiplexing“.</a:t>
            </a:r>
          </a:p>
          <a:p>
            <a:pPr>
              <a:lnSpc>
                <a:spcPct val="80000"/>
              </a:lnSpc>
            </a:pPr>
            <a:r>
              <a:rPr lang="vi-VN" altLang="en-US" sz="800"/>
              <a:t>Các Dịch vụ và Kết nối ISDN </a:t>
            </a:r>
          </a:p>
          <a:p>
            <a:pPr>
              <a:lnSpc>
                <a:spcPct val="80000"/>
              </a:lnSpc>
            </a:pPr>
            <a:r>
              <a:rPr lang="vi-VN" altLang="en-US" sz="800"/>
              <a:t>Các dịch vụ ISDN có thể cung cấp kết nối số dầu cuối cho người tiêu dùng. Các dịch vụ nầy có thuận lợi là vẫn dùng cáp truyền sẵn có và cho phép người tiêu dùng truy cập vào mạng số ISDN được xây dụng bởi các công ty truền tải. ISDN yêu cầu một kỹ thuật đặc biệt để biến đổi giọng nói thành dữ liệu số. Điều nầy ngược lại với hệ thống tương tự cũ trước đây mà trong hệ thống nầy modem được dùng để biến đổi dữ liệu số của người dùng cuối thành dữ liệu tương tự để truyền trên đường tương tự. </a:t>
            </a:r>
          </a:p>
          <a:p>
            <a:pPr>
              <a:lnSpc>
                <a:spcPct val="80000"/>
              </a:lnSpc>
            </a:pPr>
            <a:endParaRPr lang="vi-VN" altLang="en-US" sz="800"/>
          </a:p>
          <a:p>
            <a:pPr>
              <a:lnSpc>
                <a:spcPct val="80000"/>
              </a:lnSpc>
            </a:pPr>
            <a:r>
              <a:rPr lang="vi-VN" altLang="en-US" sz="800"/>
              <a:t>Hình I-18 Các hiện thực của ISDN</a:t>
            </a:r>
          </a:p>
          <a:p>
            <a:pPr>
              <a:lnSpc>
                <a:spcPct val="80000"/>
              </a:lnSpc>
            </a:pPr>
            <a:r>
              <a:rPr lang="vi-VN" altLang="en-US" sz="800"/>
              <a:t>Mạch ISDN hỗ trợ nhiều thiết bị ở cùng một thời điểm bằng hiện thực dồn kênh phân chia theo thời gian. Điều nầy có nghiã là dòng dữ liệu bit được chia thành các khung, với mỗi khung mang dữ liệu từ một thiết bị khác. Các bit được chuyển theo dòng đi qua mạch và được tách ra trên bộ truyền tải cuối rồi phân phối về thiết bị đích. </a:t>
            </a:r>
          </a:p>
          <a:p>
            <a:pPr>
              <a:lnSpc>
                <a:spcPct val="80000"/>
              </a:lnSpc>
            </a:pPr>
            <a:r>
              <a:rPr lang="vi-VN" altLang="en-US" sz="800"/>
              <a:t>Ở Bắc Mỹ, nhà truyền tải lắp đặt một thiết bị NT (Network termination) ở phía khách hàng. Như minh hoạ trong hình I-19, thiết bị NT1 kết nối khách hàng với đường truyền tương tự của công ty điện thoại. Đối với gia đình hay văn phòng nhỏ dùng các kết nối BRI, ISDN kết nối trực tiếp vào NT1. Đối với doanh nghiệp lớn cần nhiều đường (PRI), thì phải thêm một giao diện NT2. NT2 hỗ trợ hệ thống chuyển mạch, dồn kênh và tập trung nhiều đường ISDN từ PBX (voice calls) hay từ mạng LAN. </a:t>
            </a:r>
          </a:p>
          <a:p>
            <a:pPr>
              <a:lnSpc>
                <a:spcPct val="80000"/>
              </a:lnSpc>
            </a:pPr>
            <a:endParaRPr lang="vi-VN" altLang="en-US" sz="800"/>
          </a:p>
          <a:p>
            <a:pPr>
              <a:lnSpc>
                <a:spcPct val="80000"/>
              </a:lnSpc>
            </a:pPr>
            <a:r>
              <a:rPr lang="vi-VN" altLang="en-US" sz="800"/>
              <a:t>Hình I-19 Các kết nối ISDN</a:t>
            </a:r>
          </a:p>
          <a:p>
            <a:pPr>
              <a:lnSpc>
                <a:spcPct val="80000"/>
              </a:lnSpc>
            </a:pPr>
            <a:r>
              <a:rPr lang="vi-VN" altLang="en-US" sz="800"/>
              <a:t>Thiết bị NT cung cấp một kết nối cho thiết bị TE (terminal equipment) và TA (terminal adapter) vào mạng dữ liệu. Thiết bị TE thì tương thích với ISDN, còn các TA là các thiết bị cung cấp kết nối cho các thiết bị không-ISDN như điện thoại hiện dùng. TA giống như một modem và thường có một đầu nối với điện thoại và một đầu nối với PC.</a:t>
            </a:r>
          </a:p>
          <a:p>
            <a:pPr>
              <a:lnSpc>
                <a:spcPct val="80000"/>
              </a:lnSpc>
            </a:pPr>
            <a:r>
              <a:rPr lang="vi-VN" altLang="en-US" sz="800"/>
              <a:t>Thiết bị NT có thiết kế cho phép nối với tám thiết bị, và do NT quản lý điạ chỉ. Mạch bên trong NT làm nhiệm vụ cấp phát thời gian cho mỗi thiết bị được truy cập đường dây, dùng chiến lược điều khiển cạnh tranh. Chú ý rằng không phải tất cả thiết bị NT đều như nhau. Một số có thể chỉ có hai đầu nối, một cho dữ liệu và một cho điện thoại. </a:t>
            </a:r>
          </a:p>
          <a:p>
            <a:pPr>
              <a:lnSpc>
                <a:spcPct val="80000"/>
              </a:lnSpc>
            </a:pPr>
            <a:r>
              <a:rPr lang="vi-VN" altLang="en-US" sz="800"/>
              <a:t>Băng thông theo yêu cầu </a:t>
            </a:r>
          </a:p>
          <a:p>
            <a:pPr>
              <a:lnSpc>
                <a:spcPct val="80000"/>
              </a:lnSpc>
            </a:pPr>
            <a:r>
              <a:rPr lang="vi-VN" altLang="en-US" sz="800"/>
              <a:t>Như đã đề cập tới, ISDN hỗ trợ băng thông theo yêu cầu, gia tăng nhất thời tốc độ truyền tải. Với thiết bị và phần mềm thích hợp, thiết bị ISDN sẽ nối các đường phụ khi cần để kiểm soát sự đột biến lưu lượng truyền hay để điều hành các nhu cầu nhất thời cho hội nghị video. Như đã được bàn trong phần “Bandwidth on Demand”, các mạch bổ sung được kết hợp lại để tạo ra một đường ống dữ liệu lớn hơn. Quá trình nầy có thể tự động hay được lập trình chạy ở những khoảng thời gian xác định trong ngày. Với mạch chuyển, bạn chỉ phải trả tiền những gì mà bạn dùng, vì vậy mạch sẽ được gỡ bỏ ngay khi hết yêu cầu.</a:t>
            </a:r>
          </a:p>
          <a:p>
            <a:pPr>
              <a:lnSpc>
                <a:spcPct val="80000"/>
              </a:lnSpc>
            </a:pPr>
            <a:r>
              <a:rPr lang="vi-VN" altLang="en-US" sz="800"/>
              <a:t>Với BRI, hai kênh có thể kết hợp lại thành đuờng kết nối dữ liệu 128 Kbit/sec. Với PRI, 23 kênh có thể được kết hợp lại khi cần để cung cấp tốc độ truyền lên đến 1,536 Mbit/sec (Ở Mỹ)</a:t>
            </a:r>
          </a:p>
          <a:p>
            <a:pPr>
              <a:lnSpc>
                <a:spcPct val="80000"/>
              </a:lnSpc>
            </a:pPr>
            <a:r>
              <a:rPr lang="vi-VN" altLang="en-US" sz="800"/>
              <a:t>Các giao thức để kết hợp các đường là đa kết nối PPP (Point-to-Point Protocol Multilink) và BACP (Bandwidth Allocation Control Protocol), được thảo luận trong những chủ đề liên quan. Cả hai giao thức đều xác định cách gửi datagram trên nhiều đường đã tổ hợp lại. Tuy nhiên, BACP làm việc liên kết với đa kết nối PPP để cung cấp kết nối kênh động. Hai hệ thống ngang hàng sẽ dàn xếp với nhau để thay đổi băng thông cho đa kết nối PPP khi cần. </a:t>
            </a:r>
          </a:p>
          <a:p>
            <a:pPr>
              <a:lnSpc>
                <a:spcPct val="80000"/>
              </a:lnSpc>
            </a:pPr>
            <a:r>
              <a:rPr lang="vi-VN" altLang="en-US" sz="800"/>
              <a:t>Giao diện kênh tín hiệu </a:t>
            </a:r>
          </a:p>
          <a:p>
            <a:pPr>
              <a:lnSpc>
                <a:spcPct val="80000"/>
              </a:lnSpc>
            </a:pPr>
            <a:r>
              <a:rPr lang="vi-VN" altLang="en-US" sz="800"/>
              <a:t>Kênh D được tách riêng với kênh B và cung cấp tín hiệu thiết lập cuộc gọi. Tín hiệu nầy vận hành trong các tầng vật lý, kết nối dữ liệu và tầng mạng (trong mô hình giao thức OSI). Các giao thức xác định kiểu thông điệp được trao đổi giữa thiết bị khách hàng, và trao đổi cục bộ dùng để thiết lập và duy trì dịch vụ. Các dịch vụ được cung cấp bởi mỗi tầng giao thức được mô tả dưới đây:</a:t>
            </a:r>
          </a:p>
          <a:p>
            <a:pPr>
              <a:lnSpc>
                <a:spcPct val="80000"/>
              </a:lnSpc>
            </a:pPr>
            <a:r>
              <a:rPr lang="vi-VN" altLang="en-US" sz="800"/>
              <a:t> Physical layer (Tầng vật lý) thiết lập một kết nối chuyển mạch điện cung cấp truyền tải 64 Kbit/sec. Việc kiểm tra hồi tiếp và theo dõi cũng được quản lý trong tầng nầy. Tầng nầy cũng hỗ trợ đường multidrop cho việc kết nối điện thoại, máy tính và các thiết bị khác.</a:t>
            </a:r>
          </a:p>
          <a:p>
            <a:pPr>
              <a:lnSpc>
                <a:spcPct val="80000"/>
              </a:lnSpc>
            </a:pPr>
            <a:r>
              <a:rPr lang="vi-VN" altLang="en-US" sz="800"/>
              <a:t> Data link layer (Tầng liên kết dữ liệu) dùng LAPD (Link Access Procedure for D Channel) cũng là một HDLC (High-level Data Link Control). LAPD làm việc trên kênh D để cung cấp thông tin điều khiển và tín hiệu. Nó cung cấp các dịch vụ liên vận khung (frame relay) và chuyển mạch khung (frame-switching) trong đó các khung được định tuyến thông qua các nút trung gian. Tầng liên kết dữ liệu chuyển tiếp các khung bằng cách đọc thông tin điạ chỉ và gửi tiếp các khung theo đường dẫn ảo tương ứng đến đích của chúng. Có thể có nhiều đích. Các thiết bị hoạt động ở tầng nầy là PBX số (private branch exchanges) và các thiết bị cầu nối cho máy tính. tầng nầy có thể dùng để cài đặt mạng riêng giữa hai site.</a:t>
            </a:r>
          </a:p>
          <a:p>
            <a:pPr>
              <a:lnSpc>
                <a:spcPct val="80000"/>
              </a:lnSpc>
            </a:pPr>
            <a:r>
              <a:rPr lang="vi-VN" altLang="en-US" sz="800"/>
              <a:t> Network layer (tầng mạng) có thể cung cấp các dịch vụ chuyển mạch gói tương tự như X.25. Nó cũng có thể cung cấp chuyển mạch điện và kết nối người dùng với người dùng. Các thông điệp được phát ra trong tầng nầy được truyền đi bằng các giao thức tầng liên kết dữ liệu. </a:t>
            </a:r>
          </a:p>
          <a:p>
            <a:pPr>
              <a:lnSpc>
                <a:spcPct val="80000"/>
              </a:lnSpc>
            </a:pPr>
            <a:r>
              <a:rPr lang="vi-VN" altLang="en-US" sz="800"/>
              <a:t>TỪ MỤC LIÊN QUAN</a:t>
            </a:r>
          </a:p>
          <a:p>
            <a:pPr>
              <a:lnSpc>
                <a:spcPct val="80000"/>
              </a:lnSpc>
            </a:pPr>
            <a:r>
              <a:rPr lang="vi-VN" altLang="en-US" sz="800"/>
              <a:t>BACP (Bandwidth Allocation Control Protocol); Bandwidth on Demand; B-ISDN (Broadband ISDN); Carrier Services; Circuit; Circuit-Switching Services; Communication Services; Data Link Protocols; DSL (Digital Subscriber Line); Inverse Multiplexing; Iso-Ethernet; PSTN (Public-Switched Telephone Network); Switched-56 Services; Telecommunications and Telephone Systems; và WAN (Wide Area Network)</a:t>
            </a:r>
          </a:p>
          <a:p>
            <a:pPr>
              <a:lnSpc>
                <a:spcPct val="80000"/>
              </a:lnSpc>
            </a:pPr>
            <a:r>
              <a:rPr lang="vi-VN" altLang="en-US" sz="800"/>
              <a:t>THÔNG TIN TRÊN INTERNET</a:t>
            </a:r>
          </a:p>
          <a:p>
            <a:pPr>
              <a:lnSpc>
                <a:spcPct val="80000"/>
              </a:lnSpc>
            </a:pPr>
            <a:r>
              <a:rPr lang="vi-VN" altLang="en-US" sz="800"/>
              <a:t>NIUF (North American ISDN  http://www.niuf.nist.gov/misc/</a:t>
            </a:r>
          </a:p>
          <a:p>
            <a:pPr>
              <a:lnSpc>
                <a:spcPct val="80000"/>
              </a:lnSpc>
            </a:pPr>
            <a:r>
              <a:rPr lang="vi-VN" altLang="en-US" sz="800"/>
              <a:t>User’s Forum)    niuf.html</a:t>
            </a:r>
          </a:p>
          <a:p>
            <a:pPr>
              <a:lnSpc>
                <a:spcPct val="80000"/>
              </a:lnSpc>
            </a:pPr>
            <a:r>
              <a:rPr lang="vi-VN" altLang="en-US" sz="800"/>
              <a:t>Yahoo!’s  ISDN links page  http:// www.yahoo.com/       Computer-and-inetrnet/       Communication-and-Networking.      ISDN</a:t>
            </a:r>
          </a:p>
          <a:p>
            <a:pPr>
              <a:lnSpc>
                <a:spcPct val="80000"/>
              </a:lnSpc>
            </a:pPr>
            <a:r>
              <a:rPr lang="vi-VN" altLang="en-US" sz="800"/>
              <a:t>Dan Kegel’s ISDN Page with useful http://alumni.caltech.edu/information and links   ~dank/isdn</a:t>
            </a:r>
          </a:p>
          <a:p>
            <a:pPr>
              <a:lnSpc>
                <a:spcPct val="80000"/>
              </a:lnSpc>
            </a:pPr>
            <a:r>
              <a:rPr lang="vi-VN" altLang="en-US" sz="800"/>
              <a:t>Computer and Communication  http://www.cmpcmm.com/cc/</a:t>
            </a:r>
          </a:p>
          <a:p>
            <a:pPr>
              <a:lnSpc>
                <a:spcPct val="80000"/>
              </a:lnSpc>
            </a:pPr>
            <a:r>
              <a:rPr lang="vi-VN" altLang="en-US" sz="800"/>
              <a:t>Page (extensive links)   standards.html</a:t>
            </a:r>
          </a:p>
          <a:p>
            <a:pPr>
              <a:lnSpc>
                <a:spcPct val="80000"/>
              </a:lnSpc>
            </a:pPr>
            <a:r>
              <a:rPr lang="vi-VN" altLang="en-US" sz="800"/>
              <a:t>Prof. Jeffrey MacKie-Mason’s   http:/www.spp.umich.edu/Telecom Information Resources  telecom/technical-info.html</a:t>
            </a:r>
          </a:p>
          <a:p>
            <a:pPr>
              <a:lnSpc>
                <a:spcPct val="80000"/>
              </a:lnSpc>
            </a:pPr>
            <a:r>
              <a:rPr lang="vi-VN" altLang="en-US" sz="800"/>
              <a:t>page</a:t>
            </a:r>
          </a:p>
          <a:p>
            <a:pPr>
              <a:lnSpc>
                <a:spcPct val="80000"/>
              </a:lnSpc>
            </a:pPr>
            <a:r>
              <a:rPr lang="vi-VN" altLang="en-US" sz="800"/>
              <a:t>Doug Lawlor’s High Bandwidth http://www.specialty.com/</a:t>
            </a:r>
          </a:p>
          <a:p>
            <a:pPr>
              <a:lnSpc>
                <a:spcPct val="80000"/>
              </a:lnSpc>
            </a:pPr>
            <a:r>
              <a:rPr lang="vi-VN" altLang="en-US" sz="800"/>
              <a:t>ISDNpoage (extensive links)  hiband/isdn.html</a:t>
            </a:r>
          </a:p>
          <a:p>
            <a:pPr>
              <a:lnSpc>
                <a:spcPct val="80000"/>
              </a:lnSpc>
            </a:pPr>
            <a:endParaRPr lang="vi-VN" altLang="en-US" sz="800"/>
          </a:p>
          <a:p>
            <a:pPr>
              <a:lnSpc>
                <a:spcPct val="80000"/>
              </a:lnSpc>
            </a:pPr>
            <a:endParaRPr lang="en-US" altLang="en-US" sz="8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7">
            <a:extLst>
              <a:ext uri="{FF2B5EF4-FFF2-40B4-BE49-F238E27FC236}">
                <a16:creationId xmlns:a16="http://schemas.microsoft.com/office/drawing/2014/main" id="{D4C8AC15-5AFF-4038-A90A-2306A3C93A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8360F481-5465-4E69-928A-DB0180EAB304}" type="slidenum">
              <a:rPr lang="en-US" altLang="en-US" sz="1300" smtClean="0"/>
              <a:pPr/>
              <a:t>34</a:t>
            </a:fld>
            <a:endParaRPr lang="en-US" altLang="en-US" sz="1300"/>
          </a:p>
        </p:txBody>
      </p:sp>
      <p:sp>
        <p:nvSpPr>
          <p:cNvPr id="253955" name="Rectangle 2">
            <a:extLst>
              <a:ext uri="{FF2B5EF4-FFF2-40B4-BE49-F238E27FC236}">
                <a16:creationId xmlns:a16="http://schemas.microsoft.com/office/drawing/2014/main" id="{96CE8945-6579-483D-8F19-73E61E47E476}"/>
              </a:ext>
            </a:extLst>
          </p:cNvPr>
          <p:cNvSpPr>
            <a:spLocks noGrp="1" noRot="1" noChangeAspect="1" noChangeArrowheads="1" noTextEdit="1"/>
          </p:cNvSpPr>
          <p:nvPr>
            <p:ph type="sldImg"/>
          </p:nvPr>
        </p:nvSpPr>
        <p:spPr>
          <a:ln/>
        </p:spPr>
      </p:sp>
      <p:sp>
        <p:nvSpPr>
          <p:cNvPr id="253956" name="Rectangle 3">
            <a:extLst>
              <a:ext uri="{FF2B5EF4-FFF2-40B4-BE49-F238E27FC236}">
                <a16:creationId xmlns:a16="http://schemas.microsoft.com/office/drawing/2014/main" id="{2734095D-B5F3-42F4-9129-8E6CCBAF45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7">
            <a:extLst>
              <a:ext uri="{FF2B5EF4-FFF2-40B4-BE49-F238E27FC236}">
                <a16:creationId xmlns:a16="http://schemas.microsoft.com/office/drawing/2014/main" id="{BCDF8AB5-AB14-42A1-8DA7-C95554B3C5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84225" indent="-301625">
              <a:defRPr sz="2400">
                <a:solidFill>
                  <a:schemeClr val="tx1"/>
                </a:solidFill>
                <a:latin typeface="Times New Roman" panose="02020603050405020304" pitchFamily="18" charset="0"/>
              </a:defRPr>
            </a:lvl2pPr>
            <a:lvl3pPr marL="1208088" indent="-241300">
              <a:defRPr sz="2400">
                <a:solidFill>
                  <a:schemeClr val="tx1"/>
                </a:solidFill>
                <a:latin typeface="Times New Roman" panose="02020603050405020304" pitchFamily="18" charset="0"/>
              </a:defRPr>
            </a:lvl3pPr>
            <a:lvl4pPr marL="1690688" indent="-241300">
              <a:defRPr sz="2400">
                <a:solidFill>
                  <a:schemeClr val="tx1"/>
                </a:solidFill>
                <a:latin typeface="Times New Roman" panose="02020603050405020304" pitchFamily="18" charset="0"/>
              </a:defRPr>
            </a:lvl4pPr>
            <a:lvl5pPr marL="2174875" indent="-241300">
              <a:defRPr sz="2400">
                <a:solidFill>
                  <a:schemeClr val="tx1"/>
                </a:solidFill>
                <a:latin typeface="Times New Roman" panose="02020603050405020304" pitchFamily="18" charset="0"/>
              </a:defRPr>
            </a:lvl5pPr>
            <a:lvl6pPr marL="2632075" indent="-241300" eaLnBrk="0" fontAlgn="base" hangingPunct="0">
              <a:spcBef>
                <a:spcPct val="0"/>
              </a:spcBef>
              <a:spcAft>
                <a:spcPct val="0"/>
              </a:spcAft>
              <a:defRPr sz="2400">
                <a:solidFill>
                  <a:schemeClr val="tx1"/>
                </a:solidFill>
                <a:latin typeface="Times New Roman" panose="02020603050405020304" pitchFamily="18" charset="0"/>
              </a:defRPr>
            </a:lvl6pPr>
            <a:lvl7pPr marL="3089275" indent="-241300" eaLnBrk="0" fontAlgn="base" hangingPunct="0">
              <a:spcBef>
                <a:spcPct val="0"/>
              </a:spcBef>
              <a:spcAft>
                <a:spcPct val="0"/>
              </a:spcAft>
              <a:defRPr sz="2400">
                <a:solidFill>
                  <a:schemeClr val="tx1"/>
                </a:solidFill>
                <a:latin typeface="Times New Roman" panose="02020603050405020304" pitchFamily="18" charset="0"/>
              </a:defRPr>
            </a:lvl7pPr>
            <a:lvl8pPr marL="3546475" indent="-241300" eaLnBrk="0" fontAlgn="base" hangingPunct="0">
              <a:spcBef>
                <a:spcPct val="0"/>
              </a:spcBef>
              <a:spcAft>
                <a:spcPct val="0"/>
              </a:spcAft>
              <a:defRPr sz="2400">
                <a:solidFill>
                  <a:schemeClr val="tx1"/>
                </a:solidFill>
                <a:latin typeface="Times New Roman" panose="02020603050405020304" pitchFamily="18" charset="0"/>
              </a:defRPr>
            </a:lvl8pPr>
            <a:lvl9pPr marL="4003675" indent="-241300" eaLnBrk="0" fontAlgn="base" hangingPunct="0">
              <a:spcBef>
                <a:spcPct val="0"/>
              </a:spcBef>
              <a:spcAft>
                <a:spcPct val="0"/>
              </a:spcAft>
              <a:defRPr sz="2400">
                <a:solidFill>
                  <a:schemeClr val="tx1"/>
                </a:solidFill>
                <a:latin typeface="Times New Roman" panose="02020603050405020304" pitchFamily="18" charset="0"/>
              </a:defRPr>
            </a:lvl9pPr>
          </a:lstStyle>
          <a:p>
            <a:fld id="{99E917A6-9CFD-4385-82C7-59DAE4C6093B}" type="slidenum">
              <a:rPr lang="en-US" altLang="en-US" sz="1300" smtClean="0"/>
              <a:pPr/>
              <a:t>36</a:t>
            </a:fld>
            <a:endParaRPr lang="en-US" altLang="en-US" sz="1300"/>
          </a:p>
        </p:txBody>
      </p:sp>
      <p:sp>
        <p:nvSpPr>
          <p:cNvPr id="257027" name="Rectangle 2">
            <a:extLst>
              <a:ext uri="{FF2B5EF4-FFF2-40B4-BE49-F238E27FC236}">
                <a16:creationId xmlns:a16="http://schemas.microsoft.com/office/drawing/2014/main" id="{13B392AA-3A2D-472B-BF70-2E4AD7F0234A}"/>
              </a:ext>
            </a:extLst>
          </p:cNvPr>
          <p:cNvSpPr>
            <a:spLocks noGrp="1" noRot="1" noChangeAspect="1" noChangeArrowheads="1" noTextEdit="1"/>
          </p:cNvSpPr>
          <p:nvPr>
            <p:ph type="sldImg"/>
          </p:nvPr>
        </p:nvSpPr>
        <p:spPr>
          <a:ln/>
        </p:spPr>
      </p:sp>
      <p:sp>
        <p:nvSpPr>
          <p:cNvPr id="257028" name="Rectangle 3">
            <a:extLst>
              <a:ext uri="{FF2B5EF4-FFF2-40B4-BE49-F238E27FC236}">
                <a16:creationId xmlns:a16="http://schemas.microsoft.com/office/drawing/2014/main" id="{BE47B900-FE7A-4004-864E-67EFE03726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Minh họa kỹ thuật nhồi byte</a:t>
            </a:r>
          </a:p>
          <a:p>
            <a:r>
              <a:rPr lang="en-US" altLang="en-US"/>
              <a:t>flag byte pattern in data to send: mẫu byte cờ trong dữ liệu cần truyền</a:t>
            </a:r>
          </a:p>
          <a:p>
            <a:r>
              <a:rPr lang="en-US" altLang="en-US"/>
              <a:t>flag byte pattern plus stuffed byte in transmitted data: mẫu byte cờ và một byte được nhồi vào trong dữ liệu được truyền</a:t>
            </a:r>
          </a:p>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id="{5C89104F-3665-419E-9579-165422E06C83}"/>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FFDBBD0D-BB7C-4B53-8CD1-B5797B624568}"/>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B04094BB-AB80-402A-AB9A-893C55D7F969}"/>
              </a:ext>
            </a:extLst>
          </p:cNvPr>
          <p:cNvSpPr>
            <a:spLocks noGrp="1"/>
          </p:cNvSpPr>
          <p:nvPr>
            <p:ph type="sldNum" sz="quarter" idx="12"/>
          </p:nvPr>
        </p:nvSpPr>
        <p:spPr/>
        <p:txBody>
          <a:bodyPr/>
          <a:lstStyle>
            <a:lvl1pPr>
              <a:defRPr/>
            </a:lvl1pPr>
          </a:lstStyle>
          <a:p>
            <a:pPr>
              <a:defRPr/>
            </a:pPr>
            <a:r>
              <a:rPr lang="en-US" altLang="en-US"/>
              <a:t>1-</a:t>
            </a:r>
            <a:fld id="{A097805E-D573-463F-91F3-D37EA4B23A9C}" type="slidenum">
              <a:rPr lang="en-US" altLang="en-US" smtClean="0"/>
              <a:pPr>
                <a:defRPr/>
              </a:pPr>
              <a:t>‹#›</a:t>
            </a:fld>
            <a:endParaRPr lang="en-US" altLang="en-US"/>
          </a:p>
        </p:txBody>
      </p:sp>
    </p:spTree>
    <p:extLst>
      <p:ext uri="{BB962C8B-B14F-4D97-AF65-F5344CB8AC3E}">
        <p14:creationId xmlns:p14="http://schemas.microsoft.com/office/powerpoint/2010/main" val="4259595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C405E7-ABBA-417B-AFB6-73E5E89FE463}"/>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94FD7591-7725-4CCB-A474-0F9299FDF809}"/>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D5DD58DF-61DA-475E-8BE4-BA5A2EF42355}"/>
              </a:ext>
            </a:extLst>
          </p:cNvPr>
          <p:cNvSpPr>
            <a:spLocks noGrp="1"/>
          </p:cNvSpPr>
          <p:nvPr>
            <p:ph type="sldNum" sz="quarter" idx="12"/>
          </p:nvPr>
        </p:nvSpPr>
        <p:spPr/>
        <p:txBody>
          <a:bodyPr/>
          <a:lstStyle>
            <a:lvl1pPr>
              <a:defRPr/>
            </a:lvl1pPr>
          </a:lstStyle>
          <a:p>
            <a:pPr>
              <a:defRPr/>
            </a:pPr>
            <a:r>
              <a:rPr lang="en-US" altLang="en-US"/>
              <a:t>1-</a:t>
            </a:r>
            <a:fld id="{E20528DB-1A41-47DE-BB22-5FC2513474B4}" type="slidenum">
              <a:rPr lang="en-US" altLang="en-US" smtClean="0"/>
              <a:pPr>
                <a:defRPr/>
              </a:pPr>
              <a:t>‹#›</a:t>
            </a:fld>
            <a:endParaRPr lang="en-US" altLang="en-US"/>
          </a:p>
        </p:txBody>
      </p:sp>
    </p:spTree>
    <p:extLst>
      <p:ext uri="{BB962C8B-B14F-4D97-AF65-F5344CB8AC3E}">
        <p14:creationId xmlns:p14="http://schemas.microsoft.com/office/powerpoint/2010/main" val="83756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id="{C04F6D1E-0E5F-4E9C-BA06-4C5685F440D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FF99B40C-471B-4BF4-B819-F4BE9E2F728F}"/>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7F3274D6-0961-4437-9492-8FDD45D883E5}"/>
              </a:ext>
            </a:extLst>
          </p:cNvPr>
          <p:cNvSpPr>
            <a:spLocks noGrp="1"/>
          </p:cNvSpPr>
          <p:nvPr>
            <p:ph type="sldNum" sz="quarter" idx="12"/>
          </p:nvPr>
        </p:nvSpPr>
        <p:spPr/>
        <p:txBody>
          <a:bodyPr/>
          <a:lstStyle>
            <a:lvl1pPr>
              <a:defRPr/>
            </a:lvl1pPr>
          </a:lstStyle>
          <a:p>
            <a:pPr>
              <a:defRPr/>
            </a:pPr>
            <a:r>
              <a:rPr lang="en-US" altLang="en-US"/>
              <a:t>1-</a:t>
            </a:r>
            <a:fld id="{A3CC556E-B85B-4188-BC64-A4826C3F9DC0}" type="slidenum">
              <a:rPr lang="en-US" altLang="en-US" smtClean="0"/>
              <a:pPr>
                <a:defRPr/>
              </a:pPr>
              <a:t>‹#›</a:t>
            </a:fld>
            <a:endParaRPr lang="en-US" altLang="en-US"/>
          </a:p>
        </p:txBody>
      </p:sp>
    </p:spTree>
    <p:extLst>
      <p:ext uri="{BB962C8B-B14F-4D97-AF65-F5344CB8AC3E}">
        <p14:creationId xmlns:p14="http://schemas.microsoft.com/office/powerpoint/2010/main" val="895110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334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E9B0F5-46AD-4122-9CDA-61E404A4C329}"/>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3C09678C-2E7B-4EF9-88F6-0F2908B4E424}"/>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A0A3BB0D-1545-4BAF-8483-0238E956233A}"/>
              </a:ext>
            </a:extLst>
          </p:cNvPr>
          <p:cNvSpPr>
            <a:spLocks noGrp="1"/>
          </p:cNvSpPr>
          <p:nvPr>
            <p:ph type="sldNum" sz="quarter" idx="12"/>
          </p:nvPr>
        </p:nvSpPr>
        <p:spPr/>
        <p:txBody>
          <a:bodyPr/>
          <a:lstStyle>
            <a:lvl1pPr>
              <a:defRPr/>
            </a:lvl1pPr>
          </a:lstStyle>
          <a:p>
            <a:pPr>
              <a:defRPr/>
            </a:pPr>
            <a:r>
              <a:rPr lang="en-US" altLang="en-US"/>
              <a:t>1-</a:t>
            </a:r>
            <a:fld id="{22610882-A241-4E75-A940-76E463163A78}" type="slidenum">
              <a:rPr lang="en-US" altLang="en-US" smtClean="0"/>
              <a:pPr>
                <a:defRPr/>
              </a:pPr>
              <a:t>‹#›</a:t>
            </a:fld>
            <a:endParaRPr lang="en-US" altLang="en-US"/>
          </a:p>
        </p:txBody>
      </p:sp>
    </p:spTree>
    <p:extLst>
      <p:ext uri="{BB962C8B-B14F-4D97-AF65-F5344CB8AC3E}">
        <p14:creationId xmlns:p14="http://schemas.microsoft.com/office/powerpoint/2010/main" val="101117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0F47C8-408B-4102-BAFC-17D06C03625F}"/>
              </a:ext>
            </a:extLst>
          </p:cNvPr>
          <p:cNvSpPr>
            <a:spLocks noGrp="1"/>
          </p:cNvSpPr>
          <p:nvPr>
            <p:ph type="dt" sz="half" idx="10"/>
          </p:nvPr>
        </p:nvSpPr>
        <p:spPr/>
        <p:txBody>
          <a:bodyPr/>
          <a:lstStyle>
            <a:lvl1pPr>
              <a:defRPr/>
            </a:lvl1pPr>
          </a:lstStyle>
          <a:p>
            <a:pPr>
              <a:defRPr/>
            </a:pPr>
            <a:endParaRPr lang="en-US"/>
          </a:p>
        </p:txBody>
      </p:sp>
      <p:sp>
        <p:nvSpPr>
          <p:cNvPr id="8" name="Footer Placeholder 7">
            <a:extLst>
              <a:ext uri="{FF2B5EF4-FFF2-40B4-BE49-F238E27FC236}">
                <a16:creationId xmlns:a16="http://schemas.microsoft.com/office/drawing/2014/main" id="{0729D130-8247-4E43-AEF8-7F4FB086A347}"/>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9" name="Slide Number Placeholder 8">
            <a:extLst>
              <a:ext uri="{FF2B5EF4-FFF2-40B4-BE49-F238E27FC236}">
                <a16:creationId xmlns:a16="http://schemas.microsoft.com/office/drawing/2014/main" id="{FD6CC09C-10D9-43DD-97DB-D257952C06DD}"/>
              </a:ext>
            </a:extLst>
          </p:cNvPr>
          <p:cNvSpPr>
            <a:spLocks noGrp="1"/>
          </p:cNvSpPr>
          <p:nvPr>
            <p:ph type="sldNum" sz="quarter" idx="12"/>
          </p:nvPr>
        </p:nvSpPr>
        <p:spPr/>
        <p:txBody>
          <a:bodyPr/>
          <a:lstStyle>
            <a:lvl1pPr>
              <a:defRPr/>
            </a:lvl1pPr>
          </a:lstStyle>
          <a:p>
            <a:pPr>
              <a:defRPr/>
            </a:pPr>
            <a:r>
              <a:rPr lang="en-US" altLang="en-US"/>
              <a:t>1-</a:t>
            </a:r>
            <a:fld id="{53F930F8-DB86-4FEB-B1C8-358603162FBE}" type="slidenum">
              <a:rPr lang="en-US" altLang="en-US" smtClean="0"/>
              <a:pPr>
                <a:defRPr/>
              </a:pPr>
              <a:t>‹#›</a:t>
            </a:fld>
            <a:endParaRPr lang="en-US" altLang="en-US"/>
          </a:p>
        </p:txBody>
      </p:sp>
    </p:spTree>
    <p:extLst>
      <p:ext uri="{BB962C8B-B14F-4D97-AF65-F5344CB8AC3E}">
        <p14:creationId xmlns:p14="http://schemas.microsoft.com/office/powerpoint/2010/main" val="3967945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918F6D-31AD-4C5B-8A24-C90FC005654C}"/>
              </a:ext>
            </a:extLst>
          </p:cNvPr>
          <p:cNvSpPr>
            <a:spLocks noGrp="1"/>
          </p:cNvSpPr>
          <p:nvPr>
            <p:ph type="dt" sz="half" idx="10"/>
          </p:nvPr>
        </p:nvSpPr>
        <p:spPr/>
        <p:txBody>
          <a:bodyPr/>
          <a:lstStyle>
            <a:lvl1pPr>
              <a:defRPr/>
            </a:lvl1pPr>
          </a:lstStyle>
          <a:p>
            <a:pPr>
              <a:defRPr/>
            </a:pPr>
            <a:endParaRPr lang="en-US"/>
          </a:p>
        </p:txBody>
      </p:sp>
      <p:sp>
        <p:nvSpPr>
          <p:cNvPr id="4" name="Footer Placeholder 3">
            <a:extLst>
              <a:ext uri="{FF2B5EF4-FFF2-40B4-BE49-F238E27FC236}">
                <a16:creationId xmlns:a16="http://schemas.microsoft.com/office/drawing/2014/main" id="{B4DC0AA7-544D-4E93-9146-8154271BD01F}"/>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5" name="Slide Number Placeholder 4">
            <a:extLst>
              <a:ext uri="{FF2B5EF4-FFF2-40B4-BE49-F238E27FC236}">
                <a16:creationId xmlns:a16="http://schemas.microsoft.com/office/drawing/2014/main" id="{3A1E9BE3-7878-4327-9ED6-AD297B34A053}"/>
              </a:ext>
            </a:extLst>
          </p:cNvPr>
          <p:cNvSpPr>
            <a:spLocks noGrp="1"/>
          </p:cNvSpPr>
          <p:nvPr>
            <p:ph type="sldNum" sz="quarter" idx="12"/>
          </p:nvPr>
        </p:nvSpPr>
        <p:spPr/>
        <p:txBody>
          <a:bodyPr/>
          <a:lstStyle>
            <a:lvl1pPr>
              <a:defRPr/>
            </a:lvl1pPr>
          </a:lstStyle>
          <a:p>
            <a:pPr>
              <a:defRPr/>
            </a:pPr>
            <a:r>
              <a:rPr lang="en-US" altLang="en-US"/>
              <a:t>1-</a:t>
            </a:r>
            <a:fld id="{CCB6BDD6-4314-4F7F-908B-A49A3C420133}" type="slidenum">
              <a:rPr lang="en-US" altLang="en-US" smtClean="0"/>
              <a:pPr>
                <a:defRPr/>
              </a:pPr>
              <a:t>‹#›</a:t>
            </a:fld>
            <a:endParaRPr lang="en-US" altLang="en-US"/>
          </a:p>
        </p:txBody>
      </p:sp>
    </p:spTree>
    <p:extLst>
      <p:ext uri="{BB962C8B-B14F-4D97-AF65-F5344CB8AC3E}">
        <p14:creationId xmlns:p14="http://schemas.microsoft.com/office/powerpoint/2010/main" val="3069066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CAF812-EA01-4AEE-9EE3-0A2A58C0C6E1}"/>
              </a:ext>
            </a:extLst>
          </p:cNvPr>
          <p:cNvSpPr>
            <a:spLocks noGrp="1"/>
          </p:cNvSpPr>
          <p:nvPr>
            <p:ph type="dt" sz="half" idx="10"/>
          </p:nvPr>
        </p:nvSpPr>
        <p:spPr/>
        <p:txBody>
          <a:bodyPr/>
          <a:lstStyle>
            <a:lvl1pPr>
              <a:defRPr/>
            </a:lvl1pPr>
          </a:lstStyle>
          <a:p>
            <a:pPr>
              <a:defRPr/>
            </a:pPr>
            <a:endParaRPr lang="en-US"/>
          </a:p>
        </p:txBody>
      </p:sp>
      <p:sp>
        <p:nvSpPr>
          <p:cNvPr id="3" name="Footer Placeholder 2">
            <a:extLst>
              <a:ext uri="{FF2B5EF4-FFF2-40B4-BE49-F238E27FC236}">
                <a16:creationId xmlns:a16="http://schemas.microsoft.com/office/drawing/2014/main" id="{7EE90CB3-9E01-400D-AB9A-B2C9BD62E021}"/>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4" name="Slide Number Placeholder 3">
            <a:extLst>
              <a:ext uri="{FF2B5EF4-FFF2-40B4-BE49-F238E27FC236}">
                <a16:creationId xmlns:a16="http://schemas.microsoft.com/office/drawing/2014/main" id="{7DE9A841-660F-4A6A-A859-4AE4CAAF11F1}"/>
              </a:ext>
            </a:extLst>
          </p:cNvPr>
          <p:cNvSpPr>
            <a:spLocks noGrp="1"/>
          </p:cNvSpPr>
          <p:nvPr>
            <p:ph type="sldNum" sz="quarter" idx="12"/>
          </p:nvPr>
        </p:nvSpPr>
        <p:spPr/>
        <p:txBody>
          <a:bodyPr/>
          <a:lstStyle>
            <a:lvl1pPr>
              <a:defRPr/>
            </a:lvl1pPr>
          </a:lstStyle>
          <a:p>
            <a:pPr>
              <a:defRPr/>
            </a:pPr>
            <a:r>
              <a:rPr lang="en-US" altLang="en-US"/>
              <a:t>1-</a:t>
            </a:r>
            <a:fld id="{5C5A2051-1B2C-441B-9584-C911C4C8B4A3}" type="slidenum">
              <a:rPr lang="en-US" altLang="en-US" smtClean="0"/>
              <a:pPr>
                <a:defRPr/>
              </a:pPr>
              <a:t>‹#›</a:t>
            </a:fld>
            <a:endParaRPr lang="en-US" altLang="en-US"/>
          </a:p>
        </p:txBody>
      </p:sp>
    </p:spTree>
    <p:extLst>
      <p:ext uri="{BB962C8B-B14F-4D97-AF65-F5344CB8AC3E}">
        <p14:creationId xmlns:p14="http://schemas.microsoft.com/office/powerpoint/2010/main" val="69575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8BD39FC2-61FC-4463-A06D-70DAD6FA17B7}"/>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075FBD1F-E976-4088-B99F-8A2FF8BBE6FD}"/>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1C3D4C7C-2F94-4D07-ADE3-118A8C5407C9}"/>
              </a:ext>
            </a:extLst>
          </p:cNvPr>
          <p:cNvSpPr>
            <a:spLocks noGrp="1"/>
          </p:cNvSpPr>
          <p:nvPr>
            <p:ph type="sldNum" sz="quarter" idx="12"/>
          </p:nvPr>
        </p:nvSpPr>
        <p:spPr/>
        <p:txBody>
          <a:bodyPr/>
          <a:lstStyle>
            <a:lvl1pPr>
              <a:defRPr/>
            </a:lvl1pPr>
          </a:lstStyle>
          <a:p>
            <a:pPr>
              <a:defRPr/>
            </a:pPr>
            <a:r>
              <a:rPr lang="en-US" altLang="en-US"/>
              <a:t>1-</a:t>
            </a:r>
            <a:fld id="{104FFA91-75F6-4F5C-8835-E659F9A37A8B}" type="slidenum">
              <a:rPr lang="en-US" altLang="en-US" smtClean="0"/>
              <a:pPr>
                <a:defRPr/>
              </a:pPr>
              <a:t>‹#›</a:t>
            </a:fld>
            <a:endParaRPr lang="en-US" altLang="en-US"/>
          </a:p>
        </p:txBody>
      </p:sp>
    </p:spTree>
    <p:extLst>
      <p:ext uri="{BB962C8B-B14F-4D97-AF65-F5344CB8AC3E}">
        <p14:creationId xmlns:p14="http://schemas.microsoft.com/office/powerpoint/2010/main" val="2438752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17834FB-EBAC-4850-A810-52FFB19D7C59}"/>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C552338F-38D3-4773-A387-C624B549D600}"/>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B9ECB262-0AC5-4E8D-9CF5-7DAD5B242A2F}"/>
              </a:ext>
            </a:extLst>
          </p:cNvPr>
          <p:cNvSpPr>
            <a:spLocks noGrp="1"/>
          </p:cNvSpPr>
          <p:nvPr>
            <p:ph type="sldNum" sz="quarter" idx="12"/>
          </p:nvPr>
        </p:nvSpPr>
        <p:spPr/>
        <p:txBody>
          <a:bodyPr/>
          <a:lstStyle>
            <a:lvl1pPr>
              <a:defRPr/>
            </a:lvl1pPr>
          </a:lstStyle>
          <a:p>
            <a:pPr>
              <a:defRPr/>
            </a:pPr>
            <a:r>
              <a:rPr lang="en-US" altLang="en-US"/>
              <a:t>1-</a:t>
            </a:r>
            <a:fld id="{3312D8DF-6F8E-4B4F-A73B-49AA4D1519FE}" type="slidenum">
              <a:rPr lang="en-US" altLang="en-US" smtClean="0"/>
              <a:pPr>
                <a:defRPr/>
              </a:pPr>
              <a:t>‹#›</a:t>
            </a:fld>
            <a:endParaRPr lang="en-US" altLang="en-US"/>
          </a:p>
        </p:txBody>
      </p:sp>
    </p:spTree>
    <p:extLst>
      <p:ext uri="{BB962C8B-B14F-4D97-AF65-F5344CB8AC3E}">
        <p14:creationId xmlns:p14="http://schemas.microsoft.com/office/powerpoint/2010/main" val="1883072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F3AEE7-6DB3-4C8B-84E2-94995796D842}"/>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1A10B52-2856-4A46-A4CB-DF8F44D3F51E}"/>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ED820B13-2B9D-4B8D-B8D0-3A803E06C7BE}"/>
              </a:ext>
            </a:extLst>
          </p:cNvPr>
          <p:cNvSpPr>
            <a:spLocks noGrp="1"/>
          </p:cNvSpPr>
          <p:nvPr>
            <p:ph type="sldNum" sz="quarter" idx="12"/>
          </p:nvPr>
        </p:nvSpPr>
        <p:spPr/>
        <p:txBody>
          <a:bodyPr/>
          <a:lstStyle>
            <a:lvl1pPr>
              <a:defRPr/>
            </a:lvl1pPr>
          </a:lstStyle>
          <a:p>
            <a:pPr>
              <a:defRPr/>
            </a:pPr>
            <a:r>
              <a:rPr lang="en-US" altLang="en-US"/>
              <a:t>1-</a:t>
            </a:r>
            <a:fld id="{32E8FBF4-7E5E-4675-A24E-36676A579521}" type="slidenum">
              <a:rPr lang="en-US" altLang="en-US" smtClean="0"/>
              <a:pPr>
                <a:defRPr/>
              </a:pPr>
              <a:t>‹#›</a:t>
            </a:fld>
            <a:endParaRPr lang="en-US" altLang="en-US"/>
          </a:p>
        </p:txBody>
      </p:sp>
    </p:spTree>
    <p:extLst>
      <p:ext uri="{BB962C8B-B14F-4D97-AF65-F5344CB8AC3E}">
        <p14:creationId xmlns:p14="http://schemas.microsoft.com/office/powerpoint/2010/main" val="1488151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62700" y="228600"/>
            <a:ext cx="19431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228600"/>
            <a:ext cx="56769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4B8E12-C577-4039-BF8B-0CF96A5C3CBF}"/>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5575AA00-733B-4B1D-887A-3E670FAA92CE}"/>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F7E0793E-0216-4DED-BF46-86AB1D652712}"/>
              </a:ext>
            </a:extLst>
          </p:cNvPr>
          <p:cNvSpPr>
            <a:spLocks noGrp="1"/>
          </p:cNvSpPr>
          <p:nvPr>
            <p:ph type="sldNum" sz="quarter" idx="12"/>
          </p:nvPr>
        </p:nvSpPr>
        <p:spPr/>
        <p:txBody>
          <a:bodyPr/>
          <a:lstStyle>
            <a:lvl1pPr>
              <a:defRPr/>
            </a:lvl1pPr>
          </a:lstStyle>
          <a:p>
            <a:pPr>
              <a:defRPr/>
            </a:pPr>
            <a:r>
              <a:rPr lang="en-US" altLang="en-US"/>
              <a:t>1-</a:t>
            </a:r>
            <a:fld id="{118A6383-C75B-469E-836E-1B5A3618C145}" type="slidenum">
              <a:rPr lang="en-US" altLang="en-US" smtClean="0"/>
              <a:pPr>
                <a:defRPr/>
              </a:pPr>
              <a:t>‹#›</a:t>
            </a:fld>
            <a:endParaRPr lang="en-US" altLang="en-US"/>
          </a:p>
        </p:txBody>
      </p:sp>
    </p:spTree>
    <p:extLst>
      <p:ext uri="{BB962C8B-B14F-4D97-AF65-F5344CB8AC3E}">
        <p14:creationId xmlns:p14="http://schemas.microsoft.com/office/powerpoint/2010/main" val="2556411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3400" y="40005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0D4E23-3C8E-4C5F-918C-967CA4A514EA}"/>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F3297D54-96B2-4DCF-B62C-4B7F76A58632}"/>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B6537FCD-1D0D-4789-AACF-3BAAFDD11907}"/>
              </a:ext>
            </a:extLst>
          </p:cNvPr>
          <p:cNvSpPr>
            <a:spLocks noGrp="1"/>
          </p:cNvSpPr>
          <p:nvPr>
            <p:ph type="sldNum" sz="quarter" idx="12"/>
          </p:nvPr>
        </p:nvSpPr>
        <p:spPr/>
        <p:txBody>
          <a:bodyPr/>
          <a:lstStyle>
            <a:lvl1pPr>
              <a:defRPr/>
            </a:lvl1pPr>
          </a:lstStyle>
          <a:p>
            <a:pPr>
              <a:defRPr/>
            </a:pPr>
            <a:r>
              <a:rPr lang="en-US" altLang="en-US"/>
              <a:t>1-</a:t>
            </a:r>
            <a:fld id="{94183614-C848-49B4-811C-13D73684D885}" type="slidenum">
              <a:rPr lang="en-US" altLang="en-US" smtClean="0"/>
              <a:pPr>
                <a:defRPr/>
              </a:pPr>
              <a:t>‹#›</a:t>
            </a:fld>
            <a:endParaRPr lang="en-US" altLang="en-US"/>
          </a:p>
        </p:txBody>
      </p:sp>
    </p:spTree>
    <p:extLst>
      <p:ext uri="{BB962C8B-B14F-4D97-AF65-F5344CB8AC3E}">
        <p14:creationId xmlns:p14="http://schemas.microsoft.com/office/powerpoint/2010/main" val="220391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Content Placeholder 2"/>
          <p:cNvSpPr>
            <a:spLocks noGrp="1"/>
          </p:cNvSpPr>
          <p:nvPr>
            <p:ph sz="half" idx="1"/>
          </p:nvPr>
        </p:nvSpPr>
        <p:spPr>
          <a:xfrm>
            <a:off x="533400" y="16002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33400" y="4000500"/>
            <a:ext cx="7772400" cy="2247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08FD4D4-AD1A-4327-8B2E-97C2FEFF841B}"/>
              </a:ext>
            </a:extLst>
          </p:cNvPr>
          <p:cNvSpPr>
            <a:spLocks noGrp="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FEC09F4D-986D-4715-AB8D-8D1620FF3936}"/>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2B9C8B0C-3E01-40EB-AFCB-DDB4F7D564B8}"/>
              </a:ext>
            </a:extLst>
          </p:cNvPr>
          <p:cNvSpPr>
            <a:spLocks noGrp="1"/>
          </p:cNvSpPr>
          <p:nvPr>
            <p:ph type="sldNum" sz="quarter" idx="12"/>
          </p:nvPr>
        </p:nvSpPr>
        <p:spPr/>
        <p:txBody>
          <a:bodyPr/>
          <a:lstStyle>
            <a:lvl1pPr>
              <a:defRPr/>
            </a:lvl1pPr>
          </a:lstStyle>
          <a:p>
            <a:pPr>
              <a:defRPr/>
            </a:pPr>
            <a:r>
              <a:rPr lang="en-US" altLang="en-US"/>
              <a:t>1-</a:t>
            </a:r>
            <a:fld id="{54BE0DF8-AFC4-499D-A758-B9537C151821}" type="slidenum">
              <a:rPr lang="en-US" altLang="en-US" smtClean="0"/>
              <a:pPr>
                <a:defRPr/>
              </a:pPr>
              <a:t>‹#›</a:t>
            </a:fld>
            <a:endParaRPr lang="en-US" altLang="en-US"/>
          </a:p>
        </p:txBody>
      </p:sp>
    </p:spTree>
    <p:extLst>
      <p:ext uri="{BB962C8B-B14F-4D97-AF65-F5344CB8AC3E}">
        <p14:creationId xmlns:p14="http://schemas.microsoft.com/office/powerpoint/2010/main" val="1419161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able Placeholder 2"/>
          <p:cNvSpPr>
            <a:spLocks noGrp="1"/>
          </p:cNvSpPr>
          <p:nvPr>
            <p:ph type="tbl" idx="1"/>
          </p:nvPr>
        </p:nvSpPr>
        <p:spPr>
          <a:xfrm>
            <a:off x="533400" y="1600200"/>
            <a:ext cx="7772400" cy="4648200"/>
          </a:xfrm>
        </p:spPr>
        <p:txBody>
          <a:bodyPr/>
          <a:lstStyle/>
          <a:p>
            <a:pPr lvl="0"/>
            <a:endParaRPr lang="en-US" noProof="0"/>
          </a:p>
        </p:txBody>
      </p:sp>
      <p:sp>
        <p:nvSpPr>
          <p:cNvPr id="4" name="Date Placeholder 3">
            <a:extLst>
              <a:ext uri="{FF2B5EF4-FFF2-40B4-BE49-F238E27FC236}">
                <a16:creationId xmlns:a16="http://schemas.microsoft.com/office/drawing/2014/main" id="{BFE3DE2A-51FA-46C3-A6FA-4EBBF4F82A7E}"/>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A7EC15A3-E52F-4B19-A63A-CC621528D4EB}"/>
              </a:ext>
            </a:extLst>
          </p:cNvPr>
          <p:cNvSpPr>
            <a:spLocks noGrp="1"/>
          </p:cNvSpPr>
          <p:nvPr>
            <p:ph type="ftr" sz="quarter" idx="11"/>
          </p:nvPr>
        </p:nvSpPr>
        <p:spPr/>
        <p:txBody>
          <a:bodyPr/>
          <a:lstStyle>
            <a:lvl1pPr>
              <a:defRPr/>
            </a:lvl1pPr>
          </a:lstStyle>
          <a:p>
            <a:pPr>
              <a:defRPr/>
            </a:pPr>
            <a:r>
              <a:rPr lang="en-US"/>
              <a:t> Introduction</a:t>
            </a:r>
            <a:endParaRPr lang="en-US">
              <a:latin typeface="Times New Roman" pitchFamily="18" charset="0"/>
            </a:endParaRPr>
          </a:p>
        </p:txBody>
      </p:sp>
      <p:sp>
        <p:nvSpPr>
          <p:cNvPr id="6" name="Slide Number Placeholder 5">
            <a:extLst>
              <a:ext uri="{FF2B5EF4-FFF2-40B4-BE49-F238E27FC236}">
                <a16:creationId xmlns:a16="http://schemas.microsoft.com/office/drawing/2014/main" id="{EFF7ADF9-865C-4C0F-ABE0-089C819B8D6A}"/>
              </a:ext>
            </a:extLst>
          </p:cNvPr>
          <p:cNvSpPr>
            <a:spLocks noGrp="1"/>
          </p:cNvSpPr>
          <p:nvPr>
            <p:ph type="sldNum" sz="quarter" idx="12"/>
          </p:nvPr>
        </p:nvSpPr>
        <p:spPr/>
        <p:txBody>
          <a:bodyPr/>
          <a:lstStyle>
            <a:lvl1pPr>
              <a:defRPr/>
            </a:lvl1pPr>
          </a:lstStyle>
          <a:p>
            <a:pPr>
              <a:defRPr/>
            </a:pPr>
            <a:r>
              <a:rPr lang="en-US" altLang="en-US"/>
              <a:t>1-</a:t>
            </a:r>
            <a:fld id="{53EE1891-294E-45A0-B37E-126B8F2D5560}" type="slidenum">
              <a:rPr lang="en-US" altLang="en-US" smtClean="0"/>
              <a:pPr>
                <a:defRPr/>
              </a:pPr>
              <a:t>‹#›</a:t>
            </a:fld>
            <a:endParaRPr lang="en-US" altLang="en-US"/>
          </a:p>
        </p:txBody>
      </p:sp>
    </p:spTree>
    <p:extLst>
      <p:ext uri="{BB962C8B-B14F-4D97-AF65-F5344CB8AC3E}">
        <p14:creationId xmlns:p14="http://schemas.microsoft.com/office/powerpoint/2010/main" val="413853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7772400" cy="1143000"/>
          </a:xfrm>
        </p:spPr>
        <p:txBody>
          <a:bodyPr/>
          <a:lstStyle/>
          <a:p>
            <a:r>
              <a:rPr lang="en-US"/>
              <a:t>Click to edit Master title style</a:t>
            </a:r>
          </a:p>
        </p:txBody>
      </p:sp>
      <p:sp>
        <p:nvSpPr>
          <p:cNvPr id="3" name="Text Placeholder 2"/>
          <p:cNvSpPr>
            <a:spLocks noGrp="1"/>
          </p:cNvSpPr>
          <p:nvPr>
            <p:ph type="body" sz="half" idx="1"/>
          </p:nvPr>
        </p:nvSpPr>
        <p:spPr>
          <a:xfrm>
            <a:off x="5334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95800" y="1600200"/>
            <a:ext cx="38100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61DC16-0F68-4527-9529-8F0D30E6DC90}"/>
              </a:ext>
            </a:extLst>
          </p:cNvPr>
          <p:cNvSpPr>
            <a:spLocks noGrp="1" noChangeArrowheads="1"/>
          </p:cNvSpPr>
          <p:nvPr>
            <p:ph type="dt" sz="half" idx="10"/>
          </p:nvPr>
        </p:nvSpPr>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8544C858-0E87-4F05-B190-8A2C1A9FEF43}"/>
              </a:ext>
            </a:extLst>
          </p:cNvPr>
          <p:cNvSpPr>
            <a:spLocks noGrp="1" noChangeArrowheads="1"/>
          </p:cNvSpPr>
          <p:nvPr>
            <p:ph type="ftr" sz="quarter" idx="11"/>
          </p:nvPr>
        </p:nvSpPr>
        <p:spPr/>
        <p:txBody>
          <a:bodyPr/>
          <a:lstStyle>
            <a:lvl1pPr>
              <a:defRPr/>
            </a:lvl1pPr>
          </a:lstStyle>
          <a:p>
            <a:pPr>
              <a:defRPr/>
            </a:pPr>
            <a:r>
              <a:rPr lang="en-US"/>
              <a:t>3: The Data Link Layer</a:t>
            </a:r>
            <a:endParaRPr lang="en-US">
              <a:latin typeface="Times New Roman" pitchFamily="18" charset="0"/>
            </a:endParaRPr>
          </a:p>
        </p:txBody>
      </p:sp>
      <p:sp>
        <p:nvSpPr>
          <p:cNvPr id="7" name="Slide Number Placeholder 6">
            <a:extLst>
              <a:ext uri="{FF2B5EF4-FFF2-40B4-BE49-F238E27FC236}">
                <a16:creationId xmlns:a16="http://schemas.microsoft.com/office/drawing/2014/main" id="{34ACB909-A716-4AF2-99A4-38C3BD746252}"/>
              </a:ext>
            </a:extLst>
          </p:cNvPr>
          <p:cNvSpPr>
            <a:spLocks noGrp="1" noChangeArrowheads="1"/>
          </p:cNvSpPr>
          <p:nvPr>
            <p:ph type="sldNum" sz="quarter" idx="12"/>
          </p:nvPr>
        </p:nvSpPr>
        <p:spPr/>
        <p:txBody>
          <a:bodyPr/>
          <a:lstStyle>
            <a:lvl1pPr>
              <a:defRPr/>
            </a:lvl1pPr>
          </a:lstStyle>
          <a:p>
            <a:pPr>
              <a:defRPr/>
            </a:pPr>
            <a:fld id="{A4126913-F783-4F1C-BB0F-292AC3AC9271}" type="slidenum">
              <a:rPr lang="en-US" altLang="en-US"/>
              <a:pPr>
                <a:defRPr/>
              </a:pPr>
              <a:t>‹#›</a:t>
            </a:fld>
            <a:endParaRPr lang="en-US" altLang="en-US"/>
          </a:p>
        </p:txBody>
      </p:sp>
    </p:spTree>
    <p:extLst>
      <p:ext uri="{BB962C8B-B14F-4D97-AF65-F5344CB8AC3E}">
        <p14:creationId xmlns:p14="http://schemas.microsoft.com/office/powerpoint/2010/main" val="1308327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77813F5-8451-4460-8BBE-6B3A2EFB8FE2}"/>
              </a:ext>
            </a:extLst>
          </p:cNvPr>
          <p:cNvSpPr>
            <a:spLocks noGrp="1" noChangeArrowheads="1"/>
          </p:cNvSpPr>
          <p:nvPr>
            <p:ph type="title"/>
          </p:nvPr>
        </p:nvSpPr>
        <p:spPr bwMode="auto">
          <a:xfrm>
            <a:off x="5334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8CD43BA1-EE56-4CC3-B749-57703DFFCE80}"/>
              </a:ext>
            </a:extLst>
          </p:cNvPr>
          <p:cNvSpPr>
            <a:spLocks noGrp="1" noChangeArrowheads="1"/>
          </p:cNvSpPr>
          <p:nvPr>
            <p:ph type="body" idx="1"/>
          </p:nvPr>
        </p:nvSpPr>
        <p:spPr bwMode="auto">
          <a:xfrm>
            <a:off x="533400" y="1600200"/>
            <a:ext cx="7772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49D9FD0-70E8-4D15-B58B-7F925DC3DB05}"/>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a:extLst>
              <a:ext uri="{FF2B5EF4-FFF2-40B4-BE49-F238E27FC236}">
                <a16:creationId xmlns:a16="http://schemas.microsoft.com/office/drawing/2014/main" id="{74263B4D-4A49-4022-8284-84E4098DF214}"/>
              </a:ext>
            </a:extLst>
          </p:cNvPr>
          <p:cNvSpPr>
            <a:spLocks noGrp="1" noChangeArrowheads="1"/>
          </p:cNvSpPr>
          <p:nvPr>
            <p:ph type="ftr" sz="quarter" idx="3"/>
          </p:nvPr>
        </p:nvSpPr>
        <p:spPr bwMode="auto">
          <a:xfrm>
            <a:off x="5410200" y="64008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mn-lt"/>
              </a:defRPr>
            </a:lvl1pPr>
          </a:lstStyle>
          <a:p>
            <a:pPr>
              <a:defRPr/>
            </a:pPr>
            <a:r>
              <a:rPr lang="en-US"/>
              <a:t> Introduction</a:t>
            </a:r>
          </a:p>
        </p:txBody>
      </p:sp>
      <p:sp>
        <p:nvSpPr>
          <p:cNvPr id="1030" name="Rectangle 6">
            <a:extLst>
              <a:ext uri="{FF2B5EF4-FFF2-40B4-BE49-F238E27FC236}">
                <a16:creationId xmlns:a16="http://schemas.microsoft.com/office/drawing/2014/main" id="{771E36C9-E546-421F-B04F-D661C4690CB2}"/>
              </a:ext>
            </a:extLst>
          </p:cNvPr>
          <p:cNvSpPr>
            <a:spLocks noGrp="1" noChangeArrowheads="1"/>
          </p:cNvSpPr>
          <p:nvPr>
            <p:ph type="sldNum" sz="quarter" idx="4"/>
          </p:nvPr>
        </p:nvSpPr>
        <p:spPr bwMode="auto">
          <a:xfrm>
            <a:off x="8305800" y="6400800"/>
            <a:ext cx="6254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r>
              <a:rPr lang="en-US" altLang="en-US"/>
              <a:t>1-</a:t>
            </a:r>
            <a:fld id="{2754FDA1-3C4B-4B76-88BE-B477C165A514}"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577" r:id="rId1"/>
    <p:sldLayoutId id="2147484578" r:id="rId2"/>
    <p:sldLayoutId id="2147484579" r:id="rId3"/>
    <p:sldLayoutId id="2147484580" r:id="rId4"/>
    <p:sldLayoutId id="2147484581" r:id="rId5"/>
    <p:sldLayoutId id="2147484582" r:id="rId6"/>
    <p:sldLayoutId id="2147484583" r:id="rId7"/>
    <p:sldLayoutId id="2147484584" r:id="rId8"/>
    <p:sldLayoutId id="2147484585" r:id="rId9"/>
    <p:sldLayoutId id="2147484586" r:id="rId10"/>
    <p:sldLayoutId id="2147484587" r:id="rId11"/>
    <p:sldLayoutId id="2147484588" r:id="rId12"/>
    <p:sldLayoutId id="2147484589" r:id="rId13"/>
    <p:sldLayoutId id="2147484590" r:id="rId14"/>
    <p:sldLayoutId id="2147484591" r:id="rId15"/>
  </p:sldLayoutIdLst>
  <p:hf hdr="0" dt="0"/>
  <p:txStyles>
    <p:titleStyle>
      <a:lvl1pPr algn="l" rtl="0" eaLnBrk="0" fontAlgn="base" hangingPunct="0">
        <a:spcBef>
          <a:spcPct val="0"/>
        </a:spcBef>
        <a:spcAft>
          <a:spcPct val="0"/>
        </a:spcAft>
        <a:defRPr sz="4000" u="sng">
          <a:solidFill>
            <a:schemeClr val="accent2"/>
          </a:solidFill>
          <a:latin typeface="+mj-lt"/>
          <a:ea typeface="+mj-ea"/>
          <a:cs typeface="+mj-cs"/>
        </a:defRPr>
      </a:lvl1pPr>
      <a:lvl2pPr algn="l" rtl="0" eaLnBrk="0" fontAlgn="base" hangingPunct="0">
        <a:spcBef>
          <a:spcPct val="0"/>
        </a:spcBef>
        <a:spcAft>
          <a:spcPct val="0"/>
        </a:spcAft>
        <a:defRPr sz="4000" u="sng">
          <a:solidFill>
            <a:schemeClr val="accent2"/>
          </a:solidFill>
          <a:latin typeface="Comic Sans MS" pitchFamily="66" charset="0"/>
        </a:defRPr>
      </a:lvl2pPr>
      <a:lvl3pPr algn="l" rtl="0" eaLnBrk="0" fontAlgn="base" hangingPunct="0">
        <a:spcBef>
          <a:spcPct val="0"/>
        </a:spcBef>
        <a:spcAft>
          <a:spcPct val="0"/>
        </a:spcAft>
        <a:defRPr sz="4000" u="sng">
          <a:solidFill>
            <a:schemeClr val="accent2"/>
          </a:solidFill>
          <a:latin typeface="Comic Sans MS" pitchFamily="66" charset="0"/>
        </a:defRPr>
      </a:lvl3pPr>
      <a:lvl4pPr algn="l" rtl="0" eaLnBrk="0" fontAlgn="base" hangingPunct="0">
        <a:spcBef>
          <a:spcPct val="0"/>
        </a:spcBef>
        <a:spcAft>
          <a:spcPct val="0"/>
        </a:spcAft>
        <a:defRPr sz="4000" u="sng">
          <a:solidFill>
            <a:schemeClr val="accent2"/>
          </a:solidFill>
          <a:latin typeface="Comic Sans MS" pitchFamily="66" charset="0"/>
        </a:defRPr>
      </a:lvl4pPr>
      <a:lvl5pPr algn="l" rtl="0" eaLnBrk="0" fontAlgn="base" hangingPunct="0">
        <a:spcBef>
          <a:spcPct val="0"/>
        </a:spcBef>
        <a:spcAft>
          <a:spcPct val="0"/>
        </a:spcAft>
        <a:defRPr sz="4000" u="sng">
          <a:solidFill>
            <a:schemeClr val="accent2"/>
          </a:solidFill>
          <a:latin typeface="Comic Sans MS" pitchFamily="66" charset="0"/>
        </a:defRPr>
      </a:lvl5pPr>
      <a:lvl6pPr marL="457200" algn="l" rtl="0" eaLnBrk="0" fontAlgn="base" hangingPunct="0">
        <a:spcBef>
          <a:spcPct val="0"/>
        </a:spcBef>
        <a:spcAft>
          <a:spcPct val="0"/>
        </a:spcAft>
        <a:defRPr sz="4000" u="sng">
          <a:solidFill>
            <a:schemeClr val="accent2"/>
          </a:solidFill>
          <a:latin typeface="Comic Sans MS" pitchFamily="66" charset="0"/>
        </a:defRPr>
      </a:lvl6pPr>
      <a:lvl7pPr marL="914400" algn="l" rtl="0" eaLnBrk="0" fontAlgn="base" hangingPunct="0">
        <a:spcBef>
          <a:spcPct val="0"/>
        </a:spcBef>
        <a:spcAft>
          <a:spcPct val="0"/>
        </a:spcAft>
        <a:defRPr sz="4000" u="sng">
          <a:solidFill>
            <a:schemeClr val="accent2"/>
          </a:solidFill>
          <a:latin typeface="Comic Sans MS" pitchFamily="66" charset="0"/>
        </a:defRPr>
      </a:lvl7pPr>
      <a:lvl8pPr marL="1371600" algn="l" rtl="0" eaLnBrk="0" fontAlgn="base" hangingPunct="0">
        <a:spcBef>
          <a:spcPct val="0"/>
        </a:spcBef>
        <a:spcAft>
          <a:spcPct val="0"/>
        </a:spcAft>
        <a:defRPr sz="4000" u="sng">
          <a:solidFill>
            <a:schemeClr val="accent2"/>
          </a:solidFill>
          <a:latin typeface="Comic Sans MS" pitchFamily="66" charset="0"/>
        </a:defRPr>
      </a:lvl8pPr>
      <a:lvl9pPr marL="1828800" algn="l" rtl="0" eaLnBrk="0" fontAlgn="base" hangingPunct="0">
        <a:spcBef>
          <a:spcPct val="0"/>
        </a:spcBef>
        <a:spcAft>
          <a:spcPct val="0"/>
        </a:spcAft>
        <a:defRPr sz="4000" u="sng">
          <a:solidFill>
            <a:schemeClr val="accent2"/>
          </a:solidFill>
          <a:latin typeface="Comic Sans MS" pitchFamily="66" charset="0"/>
        </a:defRPr>
      </a:lvl9pPr>
    </p:titleStyle>
    <p:bodyStyle>
      <a:lvl1pPr marL="342900" indent="-342900" algn="l" rtl="0" eaLnBrk="0" fontAlgn="base" hangingPunct="0">
        <a:spcBef>
          <a:spcPct val="20000"/>
        </a:spcBef>
        <a:spcAft>
          <a:spcPct val="0"/>
        </a:spcAft>
        <a:buClr>
          <a:schemeClr val="accent2"/>
        </a:buClr>
        <a:buSzPct val="85000"/>
        <a:buFont typeface="Wingdings" panose="05000000000000000000" pitchFamily="2" charset="2"/>
        <a:buChar char="q"/>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5000"/>
        <a:buFont typeface="ZapfDingbats" pitchFamily="82" charset="2"/>
        <a:buChar char="m"/>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9.bin"/><Relationship Id="rId18" Type="http://schemas.openxmlformats.org/officeDocument/2006/relationships/oleObject" Target="../embeddings/oleObject12.bin"/><Relationship Id="rId3" Type="http://schemas.openxmlformats.org/officeDocument/2006/relationships/oleObject" Target="../embeddings/oleObject1.bin"/><Relationship Id="rId21" Type="http://schemas.openxmlformats.org/officeDocument/2006/relationships/oleObject" Target="../embeddings/oleObject14.bin"/><Relationship Id="rId7" Type="http://schemas.openxmlformats.org/officeDocument/2006/relationships/oleObject" Target="../embeddings/oleObject3.bin"/><Relationship Id="rId12" Type="http://schemas.openxmlformats.org/officeDocument/2006/relationships/oleObject" Target="../embeddings/oleObject8.bin"/><Relationship Id="rId17" Type="http://schemas.openxmlformats.org/officeDocument/2006/relationships/image" Target="../media/image4.wmf"/><Relationship Id="rId2" Type="http://schemas.openxmlformats.org/officeDocument/2006/relationships/slideLayout" Target="../slideLayouts/slideLayout4.xml"/><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vmlDrawing" Target="../drawings/vmlDrawing1.vml"/><Relationship Id="rId6" Type="http://schemas.openxmlformats.org/officeDocument/2006/relationships/image" Target="../media/image2.wmf"/><Relationship Id="rId11" Type="http://schemas.openxmlformats.org/officeDocument/2006/relationships/oleObject" Target="../embeddings/oleObject7.bin"/><Relationship Id="rId5" Type="http://schemas.openxmlformats.org/officeDocument/2006/relationships/oleObject" Target="../embeddings/oleObject2.bin"/><Relationship Id="rId15" Type="http://schemas.openxmlformats.org/officeDocument/2006/relationships/oleObject" Target="../embeddings/oleObject10.bin"/><Relationship Id="rId10" Type="http://schemas.openxmlformats.org/officeDocument/2006/relationships/oleObject" Target="../embeddings/oleObject6.bin"/><Relationship Id="rId19" Type="http://schemas.openxmlformats.org/officeDocument/2006/relationships/image" Target="../media/image5.wmf"/><Relationship Id="rId4" Type="http://schemas.openxmlformats.org/officeDocument/2006/relationships/image" Target="../media/image1.wmf"/><Relationship Id="rId9" Type="http://schemas.openxmlformats.org/officeDocument/2006/relationships/oleObject" Target="../embeddings/oleObject5.bin"/><Relationship Id="rId14" Type="http://schemas.openxmlformats.org/officeDocument/2006/relationships/image" Target="../media/image3.wmf"/><Relationship Id="rId22" Type="http://schemas.openxmlformats.org/officeDocument/2006/relationships/oleObject" Target="../embeddings/oleObject15.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5.xml"/><Relationship Id="rId1" Type="http://schemas.openxmlformats.org/officeDocument/2006/relationships/vmlDrawing" Target="../drawings/vmlDrawing2.v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Number Placeholder 6">
            <a:extLst>
              <a:ext uri="{FF2B5EF4-FFF2-40B4-BE49-F238E27FC236}">
                <a16:creationId xmlns:a16="http://schemas.microsoft.com/office/drawing/2014/main" id="{FD2CD745-E375-4290-9DE0-7B2CECD6D9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810C8889-9F44-4977-B29B-437564CA6FF4}" type="slidenum">
              <a:rPr lang="en-US" altLang="en-US" sz="1400" smtClean="0">
                <a:latin typeface="Times New Roman" panose="02020603050405020304" pitchFamily="18" charset="0"/>
              </a:rPr>
              <a:pPr>
                <a:spcBef>
                  <a:spcPct val="0"/>
                </a:spcBef>
                <a:buClrTx/>
                <a:buSzTx/>
                <a:buFontTx/>
                <a:buNone/>
              </a:pPr>
              <a:t>1</a:t>
            </a:fld>
            <a:endParaRPr lang="en-US" altLang="en-US" sz="1400">
              <a:latin typeface="Times New Roman" panose="02020603050405020304" pitchFamily="18" charset="0"/>
            </a:endParaRPr>
          </a:p>
        </p:txBody>
      </p:sp>
      <p:sp>
        <p:nvSpPr>
          <p:cNvPr id="202755" name="Rectangle 2">
            <a:extLst>
              <a:ext uri="{FF2B5EF4-FFF2-40B4-BE49-F238E27FC236}">
                <a16:creationId xmlns:a16="http://schemas.microsoft.com/office/drawing/2014/main" id="{29E3F176-0D56-4761-A030-59396800C483}"/>
              </a:ext>
            </a:extLst>
          </p:cNvPr>
          <p:cNvSpPr>
            <a:spLocks noGrp="1" noChangeArrowheads="1"/>
          </p:cNvSpPr>
          <p:nvPr>
            <p:ph type="title"/>
          </p:nvPr>
        </p:nvSpPr>
        <p:spPr/>
        <p:txBody>
          <a:bodyPr/>
          <a:lstStyle/>
          <a:p>
            <a:r>
              <a:rPr lang="en-US" altLang="en-US"/>
              <a:t>Chương 4: Tầng liên kết dữ liệu</a:t>
            </a:r>
          </a:p>
        </p:txBody>
      </p:sp>
      <p:sp>
        <p:nvSpPr>
          <p:cNvPr id="202756" name="Rectangle 3">
            <a:extLst>
              <a:ext uri="{FF2B5EF4-FFF2-40B4-BE49-F238E27FC236}">
                <a16:creationId xmlns:a16="http://schemas.microsoft.com/office/drawing/2014/main" id="{BCAF6592-FFAA-4B63-A46C-45C4B93277E4}"/>
              </a:ext>
            </a:extLst>
          </p:cNvPr>
          <p:cNvSpPr>
            <a:spLocks noGrp="1" noChangeArrowheads="1"/>
          </p:cNvSpPr>
          <p:nvPr>
            <p:ph type="body" sz="half" idx="1"/>
          </p:nvPr>
        </p:nvSpPr>
        <p:spPr>
          <a:xfrm>
            <a:off x="0" y="1371600"/>
            <a:ext cx="9144000" cy="5151438"/>
          </a:xfrm>
        </p:spPr>
        <p:txBody>
          <a:bodyPr/>
          <a:lstStyle/>
          <a:p>
            <a:pPr>
              <a:buFont typeface="ZapfDingbats" pitchFamily="82" charset="2"/>
              <a:buNone/>
            </a:pPr>
            <a:r>
              <a:rPr lang="en-US" altLang="en-US" sz="3200" u="sng">
                <a:solidFill>
                  <a:srgbClr val="FF0000"/>
                </a:solidFill>
              </a:rPr>
              <a:t>Mục tiêu:</a:t>
            </a:r>
            <a:r>
              <a:rPr lang="en-US" altLang="en-US"/>
              <a:t> </a:t>
            </a:r>
          </a:p>
          <a:p>
            <a:r>
              <a:rPr lang="en-US" altLang="en-US"/>
              <a:t>Nắm được các nguyên lý đằng sau các dịch vụ của tầng liên kết dữ liệu (LKDL) :</a:t>
            </a:r>
          </a:p>
          <a:p>
            <a:pPr lvl="1"/>
            <a:r>
              <a:rPr lang="en-US" altLang="en-US"/>
              <a:t>định khung và đồng bộ hóa</a:t>
            </a:r>
          </a:p>
          <a:p>
            <a:pPr lvl="1"/>
            <a:r>
              <a:rPr lang="en-US" altLang="en-US"/>
              <a:t>dò lỗi và sửa lỗi</a:t>
            </a:r>
          </a:p>
          <a:p>
            <a:pPr lvl="1"/>
            <a:r>
              <a:rPr lang="en-US" altLang="en-US"/>
              <a:t>cách thức chia sẻ một kênh truyền quảng bá: đa truy cập</a:t>
            </a:r>
          </a:p>
          <a:p>
            <a:pPr lvl="1"/>
            <a:r>
              <a:rPr lang="en-US" altLang="en-US"/>
              <a:t>đánh địa chỉ ở tầng LKDL</a:t>
            </a:r>
          </a:p>
          <a:p>
            <a:pPr lvl="1"/>
            <a:r>
              <a:rPr lang="en-US" altLang="en-US"/>
              <a:t>truyền dữ liệu tin cậy, kiểm soát luồng</a:t>
            </a:r>
          </a:p>
          <a:p>
            <a:r>
              <a:rPr lang="en-US" altLang="en-US"/>
              <a:t>Tìm hiểu một số công nghệ/kỹ thuật phổ biến ở tầng LKDL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Slide Number Placeholder 6">
            <a:extLst>
              <a:ext uri="{FF2B5EF4-FFF2-40B4-BE49-F238E27FC236}">
                <a16:creationId xmlns:a16="http://schemas.microsoft.com/office/drawing/2014/main" id="{1516F96C-59D6-4905-8BA0-BE0AB017030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850C31E5-9077-4E03-8CF3-D2D983C05E0F}" type="slidenum">
              <a:rPr lang="en-US" altLang="en-US" sz="1400" smtClean="0">
                <a:latin typeface="Times New Roman" panose="02020603050405020304" pitchFamily="18" charset="0"/>
              </a:rPr>
              <a:pPr>
                <a:spcBef>
                  <a:spcPct val="0"/>
                </a:spcBef>
                <a:buClrTx/>
                <a:buSzTx/>
                <a:buFontTx/>
                <a:buNone/>
              </a:pPr>
              <a:t>2</a:t>
            </a:fld>
            <a:endParaRPr lang="en-US" altLang="en-US" sz="1400">
              <a:latin typeface="Times New Roman" panose="02020603050405020304" pitchFamily="18" charset="0"/>
            </a:endParaRPr>
          </a:p>
        </p:txBody>
      </p:sp>
      <p:sp>
        <p:nvSpPr>
          <p:cNvPr id="204803" name="Rectangle 2">
            <a:extLst>
              <a:ext uri="{FF2B5EF4-FFF2-40B4-BE49-F238E27FC236}">
                <a16:creationId xmlns:a16="http://schemas.microsoft.com/office/drawing/2014/main" id="{4D8D16F6-E19B-4A87-985C-4C6AE06E2CD7}"/>
              </a:ext>
            </a:extLst>
          </p:cNvPr>
          <p:cNvSpPr>
            <a:spLocks noGrp="1" noChangeArrowheads="1"/>
          </p:cNvSpPr>
          <p:nvPr>
            <p:ph type="title"/>
          </p:nvPr>
        </p:nvSpPr>
        <p:spPr>
          <a:xfrm>
            <a:off x="190500" y="-171450"/>
            <a:ext cx="8382000" cy="1143000"/>
          </a:xfrm>
        </p:spPr>
        <p:txBody>
          <a:bodyPr/>
          <a:lstStyle/>
          <a:p>
            <a:r>
              <a:rPr lang="en-US" altLang="en-US"/>
              <a:t>Giới thiệu</a:t>
            </a:r>
          </a:p>
        </p:txBody>
      </p:sp>
      <p:sp>
        <p:nvSpPr>
          <p:cNvPr id="204804" name="Rectangle 3">
            <a:extLst>
              <a:ext uri="{FF2B5EF4-FFF2-40B4-BE49-F238E27FC236}">
                <a16:creationId xmlns:a16="http://schemas.microsoft.com/office/drawing/2014/main" id="{2A621F63-B691-4B35-8F70-B9BC0AE2BBCB}"/>
              </a:ext>
            </a:extLst>
          </p:cNvPr>
          <p:cNvSpPr>
            <a:spLocks noGrp="1" noChangeArrowheads="1"/>
          </p:cNvSpPr>
          <p:nvPr>
            <p:ph type="body" sz="half" idx="1"/>
          </p:nvPr>
        </p:nvSpPr>
        <p:spPr>
          <a:xfrm>
            <a:off x="0" y="906463"/>
            <a:ext cx="4589463" cy="4095750"/>
          </a:xfrm>
        </p:spPr>
        <p:txBody>
          <a:bodyPr/>
          <a:lstStyle/>
          <a:p>
            <a:pPr>
              <a:lnSpc>
                <a:spcPct val="80000"/>
              </a:lnSpc>
              <a:buFont typeface="ZapfDingbats" pitchFamily="82" charset="2"/>
              <a:buNone/>
            </a:pPr>
            <a:r>
              <a:rPr lang="en-US" altLang="en-US" sz="2400" u="sng">
                <a:solidFill>
                  <a:srgbClr val="FF0000"/>
                </a:solidFill>
              </a:rPr>
              <a:t>Một số thuật ngữ:</a:t>
            </a:r>
            <a:endParaRPr lang="en-US" altLang="en-US" sz="2400"/>
          </a:p>
          <a:p>
            <a:pPr>
              <a:lnSpc>
                <a:spcPct val="80000"/>
              </a:lnSpc>
            </a:pPr>
            <a:r>
              <a:rPr lang="en-US" altLang="en-US" sz="2000"/>
              <a:t>hosts và routers được gọi là các nút (</a:t>
            </a:r>
            <a:r>
              <a:rPr lang="en-US" altLang="en-US" sz="2000" b="1">
                <a:solidFill>
                  <a:srgbClr val="FF0000"/>
                </a:solidFill>
              </a:rPr>
              <a:t>nodes</a:t>
            </a:r>
            <a:r>
              <a:rPr lang="en-US" altLang="en-US" sz="2000"/>
              <a:t>)</a:t>
            </a:r>
          </a:p>
          <a:p>
            <a:pPr>
              <a:lnSpc>
                <a:spcPct val="80000"/>
              </a:lnSpc>
              <a:buFont typeface="ZapfDingbats" pitchFamily="82" charset="2"/>
              <a:buNone/>
            </a:pPr>
            <a:r>
              <a:rPr lang="en-US" altLang="en-US" sz="2000"/>
              <a:t>    (bridges và switches cũng vậy)</a:t>
            </a:r>
          </a:p>
          <a:p>
            <a:pPr>
              <a:lnSpc>
                <a:spcPct val="80000"/>
              </a:lnSpc>
            </a:pPr>
            <a:r>
              <a:rPr lang="en-US" altLang="en-US" sz="2000"/>
              <a:t>Các kênh truyền thông kết nối các nút gần kề dọc theo đường dẫn truyền thông được gọi là các liên kết (</a:t>
            </a:r>
            <a:r>
              <a:rPr lang="en-US" altLang="en-US" sz="2000" b="1">
                <a:solidFill>
                  <a:srgbClr val="FF0000"/>
                </a:solidFill>
              </a:rPr>
              <a:t>links</a:t>
            </a:r>
            <a:r>
              <a:rPr lang="en-US" altLang="en-US" sz="2000"/>
              <a:t>)</a:t>
            </a:r>
            <a:endParaRPr lang="en-US" altLang="en-US" sz="2000" b="1">
              <a:solidFill>
                <a:srgbClr val="FF0000"/>
              </a:solidFill>
            </a:endParaRPr>
          </a:p>
          <a:p>
            <a:pPr lvl="1">
              <a:lnSpc>
                <a:spcPct val="80000"/>
              </a:lnSpc>
            </a:pPr>
            <a:r>
              <a:rPr lang="en-US" altLang="en-US" sz="1800"/>
              <a:t>các liên kết hữu tuyến</a:t>
            </a:r>
          </a:p>
          <a:p>
            <a:pPr lvl="1">
              <a:lnSpc>
                <a:spcPct val="80000"/>
              </a:lnSpc>
            </a:pPr>
            <a:r>
              <a:rPr lang="en-US" altLang="en-US" sz="1800"/>
              <a:t>các liên kết vô tuyến</a:t>
            </a:r>
          </a:p>
          <a:p>
            <a:pPr lvl="1">
              <a:lnSpc>
                <a:spcPct val="80000"/>
              </a:lnSpc>
            </a:pPr>
            <a:r>
              <a:rPr lang="en-US" altLang="en-US" sz="1800"/>
              <a:t>các mạng cục bộ</a:t>
            </a:r>
            <a:endParaRPr lang="en-US" altLang="en-US" sz="1800" b="1">
              <a:solidFill>
                <a:srgbClr val="FF0000"/>
              </a:solidFill>
            </a:endParaRPr>
          </a:p>
          <a:p>
            <a:pPr>
              <a:lnSpc>
                <a:spcPct val="80000"/>
              </a:lnSpc>
            </a:pPr>
            <a:r>
              <a:rPr lang="en-US" altLang="en-US" sz="2000"/>
              <a:t>đơn vị dữ liệu giao thức ở tầng 2 là  </a:t>
            </a:r>
            <a:r>
              <a:rPr lang="en-US" altLang="en-US" sz="2000" b="1">
                <a:solidFill>
                  <a:srgbClr val="FF0000"/>
                </a:solidFill>
              </a:rPr>
              <a:t>frame</a:t>
            </a:r>
            <a:r>
              <a:rPr lang="en-US" altLang="en-US" sz="2000" b="1"/>
              <a:t>,</a:t>
            </a:r>
            <a:r>
              <a:rPr lang="en-US" altLang="en-US" sz="2000" b="1">
                <a:solidFill>
                  <a:srgbClr val="FF0000"/>
                </a:solidFill>
              </a:rPr>
              <a:t> </a:t>
            </a:r>
            <a:r>
              <a:rPr lang="en-US" altLang="en-US" sz="2000"/>
              <a:t>đóng gói/bao bọc gam dữ liệu</a:t>
            </a:r>
          </a:p>
          <a:p>
            <a:pPr>
              <a:lnSpc>
                <a:spcPct val="80000"/>
              </a:lnSpc>
              <a:buFont typeface="ZapfDingbats" pitchFamily="82" charset="2"/>
              <a:buNone/>
            </a:pPr>
            <a:endParaRPr lang="en-US" altLang="en-US" sz="2400"/>
          </a:p>
          <a:p>
            <a:pPr>
              <a:lnSpc>
                <a:spcPct val="80000"/>
              </a:lnSpc>
            </a:pPr>
            <a:endParaRPr lang="en-US" altLang="en-US" sz="2400"/>
          </a:p>
        </p:txBody>
      </p:sp>
      <p:grpSp>
        <p:nvGrpSpPr>
          <p:cNvPr id="204805" name="Group 4">
            <a:extLst>
              <a:ext uri="{FF2B5EF4-FFF2-40B4-BE49-F238E27FC236}">
                <a16:creationId xmlns:a16="http://schemas.microsoft.com/office/drawing/2014/main" id="{C54F91E7-2DC7-4032-8F16-D86C02FB857A}"/>
              </a:ext>
            </a:extLst>
          </p:cNvPr>
          <p:cNvGrpSpPr>
            <a:grpSpLocks/>
          </p:cNvGrpSpPr>
          <p:nvPr/>
        </p:nvGrpSpPr>
        <p:grpSpPr bwMode="auto">
          <a:xfrm>
            <a:off x="4745038" y="922338"/>
            <a:ext cx="4183062" cy="4878387"/>
            <a:chOff x="2882" y="727"/>
            <a:chExt cx="2635" cy="3073"/>
          </a:xfrm>
        </p:grpSpPr>
        <p:sp>
          <p:nvSpPr>
            <p:cNvPr id="204807" name="Freeform 5">
              <a:extLst>
                <a:ext uri="{FF2B5EF4-FFF2-40B4-BE49-F238E27FC236}">
                  <a16:creationId xmlns:a16="http://schemas.microsoft.com/office/drawing/2014/main" id="{BCAA71B8-ED75-4057-A624-27EC66C19357}"/>
                </a:ext>
              </a:extLst>
            </p:cNvPr>
            <p:cNvSpPr>
              <a:spLocks/>
            </p:cNvSpPr>
            <p:nvPr/>
          </p:nvSpPr>
          <p:spPr bwMode="auto">
            <a:xfrm>
              <a:off x="4228" y="1082"/>
              <a:ext cx="1289" cy="1291"/>
            </a:xfrm>
            <a:custGeom>
              <a:avLst/>
              <a:gdLst>
                <a:gd name="T0" fmla="*/ 215 w 1292"/>
                <a:gd name="T1" fmla="*/ 7 h 1255"/>
                <a:gd name="T2" fmla="*/ 35 w 1292"/>
                <a:gd name="T3" fmla="*/ 321 h 1255"/>
                <a:gd name="T4" fmla="*/ 29 w 1292"/>
                <a:gd name="T5" fmla="*/ 1060 h 1255"/>
                <a:gd name="T6" fmla="*/ 53 w 1292"/>
                <a:gd name="T7" fmla="*/ 1678 h 1255"/>
                <a:gd name="T8" fmla="*/ 220 w 1292"/>
                <a:gd name="T9" fmla="*/ 1764 h 1255"/>
                <a:gd name="T10" fmla="*/ 621 w 1292"/>
                <a:gd name="T11" fmla="*/ 2286 h 1255"/>
                <a:gd name="T12" fmla="*/ 945 w 1292"/>
                <a:gd name="T13" fmla="*/ 2507 h 1255"/>
                <a:gd name="T14" fmla="*/ 1124 w 1292"/>
                <a:gd name="T15" fmla="*/ 2073 h 1255"/>
                <a:gd name="T16" fmla="*/ 1196 w 1292"/>
                <a:gd name="T17" fmla="*/ 902 h 1255"/>
                <a:gd name="T18" fmla="*/ 1130 w 1292"/>
                <a:gd name="T19" fmla="*/ 427 h 1255"/>
                <a:gd name="T20" fmla="*/ 699 w 1292"/>
                <a:gd name="T21" fmla="*/ 231 h 1255"/>
                <a:gd name="T22" fmla="*/ 215 w 1292"/>
                <a:gd name="T23" fmla="*/ 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08" name="Freeform 6">
              <a:extLst>
                <a:ext uri="{FF2B5EF4-FFF2-40B4-BE49-F238E27FC236}">
                  <a16:creationId xmlns:a16="http://schemas.microsoft.com/office/drawing/2014/main" id="{9E7D2CE4-A52E-43FD-8AF2-DE98D235BCE1}"/>
                </a:ext>
              </a:extLst>
            </p:cNvPr>
            <p:cNvSpPr>
              <a:spLocks/>
            </p:cNvSpPr>
            <p:nvPr/>
          </p:nvSpPr>
          <p:spPr bwMode="auto">
            <a:xfrm>
              <a:off x="2882" y="972"/>
              <a:ext cx="1337" cy="1224"/>
            </a:xfrm>
            <a:custGeom>
              <a:avLst/>
              <a:gdLst>
                <a:gd name="T0" fmla="*/ 525 w 1340"/>
                <a:gd name="T1" fmla="*/ 79 h 1191"/>
                <a:gd name="T2" fmla="*/ 82 w 1340"/>
                <a:gd name="T3" fmla="*/ 119 h 1191"/>
                <a:gd name="T4" fmla="*/ 58 w 1340"/>
                <a:gd name="T5" fmla="*/ 794 h 1191"/>
                <a:gd name="T6" fmla="*/ 28 w 1340"/>
                <a:gd name="T7" fmla="*/ 1432 h 1191"/>
                <a:gd name="T8" fmla="*/ 112 w 1340"/>
                <a:gd name="T9" fmla="*/ 1720 h 1191"/>
                <a:gd name="T10" fmla="*/ 513 w 1340"/>
                <a:gd name="T11" fmla="*/ 1738 h 1191"/>
                <a:gd name="T12" fmla="*/ 615 w 1340"/>
                <a:gd name="T13" fmla="*/ 2234 h 1191"/>
                <a:gd name="T14" fmla="*/ 1159 w 1340"/>
                <a:gd name="T15" fmla="*/ 2174 h 1191"/>
                <a:gd name="T16" fmla="*/ 1201 w 1340"/>
                <a:gd name="T17" fmla="*/ 1130 h 1191"/>
                <a:gd name="T18" fmla="*/ 1129 w 1340"/>
                <a:gd name="T19" fmla="*/ 675 h 1191"/>
                <a:gd name="T20" fmla="*/ 710 w 1340"/>
                <a:gd name="T21" fmla="*/ 569 h 1191"/>
                <a:gd name="T22" fmla="*/ 525 w 1340"/>
                <a:gd name="T23" fmla="*/ 79 h 11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40" h="1191">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09" name="Freeform 7">
              <a:extLst>
                <a:ext uri="{FF2B5EF4-FFF2-40B4-BE49-F238E27FC236}">
                  <a16:creationId xmlns:a16="http://schemas.microsoft.com/office/drawing/2014/main" id="{64FABAD6-383F-432F-BBC4-F672060BC307}"/>
                </a:ext>
              </a:extLst>
            </p:cNvPr>
            <p:cNvSpPr>
              <a:spLocks/>
            </p:cNvSpPr>
            <p:nvPr/>
          </p:nvSpPr>
          <p:spPr bwMode="auto">
            <a:xfrm>
              <a:off x="3146" y="2090"/>
              <a:ext cx="2131" cy="1710"/>
            </a:xfrm>
            <a:custGeom>
              <a:avLst/>
              <a:gdLst>
                <a:gd name="T0" fmla="*/ 27 w 2135"/>
                <a:gd name="T1" fmla="*/ 1328 h 1662"/>
                <a:gd name="T2" fmla="*/ 105 w 2135"/>
                <a:gd name="T3" fmla="*/ 152 h 1662"/>
                <a:gd name="T4" fmla="*/ 632 w 2135"/>
                <a:gd name="T5" fmla="*/ 400 h 1662"/>
                <a:gd name="T6" fmla="*/ 1159 w 2135"/>
                <a:gd name="T7" fmla="*/ 203 h 1662"/>
                <a:gd name="T8" fmla="*/ 1901 w 2135"/>
                <a:gd name="T9" fmla="*/ 830 h 1662"/>
                <a:gd name="T10" fmla="*/ 1913 w 2135"/>
                <a:gd name="T11" fmla="*/ 2330 h 1662"/>
                <a:gd name="T12" fmla="*/ 1506 w 2135"/>
                <a:gd name="T13" fmla="*/ 3259 h 1662"/>
                <a:gd name="T14" fmla="*/ 781 w 2135"/>
                <a:gd name="T15" fmla="*/ 3088 h 1662"/>
                <a:gd name="T16" fmla="*/ 476 w 2135"/>
                <a:gd name="T17" fmla="*/ 2591 h 1662"/>
                <a:gd name="T18" fmla="*/ 183 w 2135"/>
                <a:gd name="T19" fmla="*/ 2178 h 1662"/>
                <a:gd name="T20" fmla="*/ 27 w 2135"/>
                <a:gd name="T21" fmla="*/ 1328 h 16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35" h="1662">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00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04810" name="Group 8">
              <a:extLst>
                <a:ext uri="{FF2B5EF4-FFF2-40B4-BE49-F238E27FC236}">
                  <a16:creationId xmlns:a16="http://schemas.microsoft.com/office/drawing/2014/main" id="{E1D12930-1935-434D-8226-A6D8243F2A96}"/>
                </a:ext>
              </a:extLst>
            </p:cNvPr>
            <p:cNvGrpSpPr>
              <a:grpSpLocks/>
            </p:cNvGrpSpPr>
            <p:nvPr/>
          </p:nvGrpSpPr>
          <p:grpSpPr bwMode="auto">
            <a:xfrm>
              <a:off x="2966" y="1076"/>
              <a:ext cx="526" cy="246"/>
              <a:chOff x="3552" y="246"/>
              <a:chExt cx="527" cy="248"/>
            </a:xfrm>
          </p:grpSpPr>
          <p:graphicFrame>
            <p:nvGraphicFramePr>
              <p:cNvPr id="205035" name="Object 9">
                <a:extLst>
                  <a:ext uri="{FF2B5EF4-FFF2-40B4-BE49-F238E27FC236}">
                    <a16:creationId xmlns:a16="http://schemas.microsoft.com/office/drawing/2014/main" id="{B8EA4575-31E6-46FE-9385-4472B5992751}"/>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205158" name="Clip" r:id="rId3" imgW="1307263" imgH="1084139" progId="MS_ClipArt_Gallery.2">
                      <p:embed/>
                    </p:oleObj>
                  </mc:Choice>
                  <mc:Fallback>
                    <p:oleObj name="Clip" r:id="rId3" imgW="1307263" imgH="1084139" progId="MS_ClipArt_Gallery.2">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36" name="Object 10">
                <a:extLst>
                  <a:ext uri="{FF2B5EF4-FFF2-40B4-BE49-F238E27FC236}">
                    <a16:creationId xmlns:a16="http://schemas.microsoft.com/office/drawing/2014/main" id="{6F9E6ACA-7302-404C-90DA-68DC57BEA1AB}"/>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205159" name="Clip" r:id="rId5" imgW="681706" imgH="480401" progId="MS_ClipArt_Gallery.2">
                      <p:embed/>
                    </p:oleObj>
                  </mc:Choice>
                  <mc:Fallback>
                    <p:oleObj name="Clip" r:id="rId5" imgW="681706" imgH="480401" progId="MS_ClipArt_Gallery.2">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37" name="Line 11">
                <a:extLst>
                  <a:ext uri="{FF2B5EF4-FFF2-40B4-BE49-F238E27FC236}">
                    <a16:creationId xmlns:a16="http://schemas.microsoft.com/office/drawing/2014/main" id="{FCC489EC-3662-4F56-A0DE-6FDC0327AB12}"/>
                  </a:ext>
                </a:extLst>
              </p:cNvPr>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4811" name="Group 12">
              <a:extLst>
                <a:ext uri="{FF2B5EF4-FFF2-40B4-BE49-F238E27FC236}">
                  <a16:creationId xmlns:a16="http://schemas.microsoft.com/office/drawing/2014/main" id="{29414005-F62A-482D-9A4F-267B1519CB97}"/>
                </a:ext>
              </a:extLst>
            </p:cNvPr>
            <p:cNvGrpSpPr>
              <a:grpSpLocks/>
            </p:cNvGrpSpPr>
            <p:nvPr/>
          </p:nvGrpSpPr>
          <p:grpSpPr bwMode="auto">
            <a:xfrm>
              <a:off x="2966" y="1535"/>
              <a:ext cx="526" cy="246"/>
              <a:chOff x="3552" y="246"/>
              <a:chExt cx="527" cy="248"/>
            </a:xfrm>
          </p:grpSpPr>
          <p:graphicFrame>
            <p:nvGraphicFramePr>
              <p:cNvPr id="205032" name="Object 13">
                <a:extLst>
                  <a:ext uri="{FF2B5EF4-FFF2-40B4-BE49-F238E27FC236}">
                    <a16:creationId xmlns:a16="http://schemas.microsoft.com/office/drawing/2014/main" id="{B9275BB5-36B1-43D9-89E7-6A4B49C8AF07}"/>
                  </a:ext>
                </a:extLst>
              </p:cNvPr>
              <p:cNvGraphicFramePr>
                <a:graphicFrameLocks noChangeAspect="1"/>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spid="_x0000_s205160" name="Clip" r:id="rId7" imgW="1307263" imgH="1084139" progId="MS_ClipArt_Gallery.2">
                      <p:embed/>
                    </p:oleObj>
                  </mc:Choice>
                  <mc:Fallback>
                    <p:oleObj name="Clip" r:id="rId7" imgW="1307263" imgH="1084139" progId="MS_ClipArt_Gallery.2">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46"/>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33" name="Object 14">
                <a:extLst>
                  <a:ext uri="{FF2B5EF4-FFF2-40B4-BE49-F238E27FC236}">
                    <a16:creationId xmlns:a16="http://schemas.microsoft.com/office/drawing/2014/main" id="{9629CF53-1B7F-4DAF-B208-8499810517CC}"/>
                  </a:ext>
                </a:extLst>
              </p:cNvPr>
              <p:cNvGraphicFramePr>
                <a:graphicFrameLocks noChangeAspect="1"/>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spid="_x0000_s205161" name="Clip" r:id="rId8" imgW="681706" imgH="480401" progId="MS_ClipArt_Gallery.2">
                      <p:embed/>
                    </p:oleObj>
                  </mc:Choice>
                  <mc:Fallback>
                    <p:oleObj name="Clip" r:id="rId8" imgW="681706" imgH="480401" progId="MS_ClipArt_Gallery.2">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78" y="338"/>
                            <a:ext cx="201" cy="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34" name="Line 15">
                <a:extLst>
                  <a:ext uri="{FF2B5EF4-FFF2-40B4-BE49-F238E27FC236}">
                    <a16:creationId xmlns:a16="http://schemas.microsoft.com/office/drawing/2014/main" id="{02E820CD-0120-4EF8-AB19-6DA992610F26}"/>
                  </a:ext>
                </a:extLst>
              </p:cNvPr>
              <p:cNvSpPr>
                <a:spLocks noChangeShapeType="1"/>
              </p:cNvSpPr>
              <p:nvPr/>
            </p:nvSpPr>
            <p:spPr bwMode="auto">
              <a:xfrm flipV="1">
                <a:off x="3844" y="434"/>
                <a:ext cx="8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4812" name="Group 16">
              <a:extLst>
                <a:ext uri="{FF2B5EF4-FFF2-40B4-BE49-F238E27FC236}">
                  <a16:creationId xmlns:a16="http://schemas.microsoft.com/office/drawing/2014/main" id="{6617D9FE-EE89-4ACD-8852-0E7F1EFA4540}"/>
                </a:ext>
              </a:extLst>
            </p:cNvPr>
            <p:cNvGrpSpPr>
              <a:grpSpLocks/>
            </p:cNvGrpSpPr>
            <p:nvPr/>
          </p:nvGrpSpPr>
          <p:grpSpPr bwMode="auto">
            <a:xfrm>
              <a:off x="3236" y="1371"/>
              <a:ext cx="50" cy="165"/>
              <a:chOff x="3842" y="406"/>
              <a:chExt cx="51" cy="167"/>
            </a:xfrm>
          </p:grpSpPr>
          <p:sp>
            <p:nvSpPr>
              <p:cNvPr id="205029" name="Oval 17">
                <a:extLst>
                  <a:ext uri="{FF2B5EF4-FFF2-40B4-BE49-F238E27FC236}">
                    <a16:creationId xmlns:a16="http://schemas.microsoft.com/office/drawing/2014/main" id="{E9DBAB05-D7F1-4B5B-A676-569C514515CC}"/>
                  </a:ext>
                </a:extLst>
              </p:cNvPr>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30" name="Oval 18">
                <a:extLst>
                  <a:ext uri="{FF2B5EF4-FFF2-40B4-BE49-F238E27FC236}">
                    <a16:creationId xmlns:a16="http://schemas.microsoft.com/office/drawing/2014/main" id="{BBB7D011-0E45-4FB0-BCF2-D9C102102AD2}"/>
                  </a:ext>
                </a:extLst>
              </p:cNvPr>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31" name="Oval 19">
                <a:extLst>
                  <a:ext uri="{FF2B5EF4-FFF2-40B4-BE49-F238E27FC236}">
                    <a16:creationId xmlns:a16="http://schemas.microsoft.com/office/drawing/2014/main" id="{AE83858B-96A1-4143-B7A3-63D557F929AA}"/>
                  </a:ext>
                </a:extLst>
              </p:cNvPr>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204813" name="Group 20">
              <a:extLst>
                <a:ext uri="{FF2B5EF4-FFF2-40B4-BE49-F238E27FC236}">
                  <a16:creationId xmlns:a16="http://schemas.microsoft.com/office/drawing/2014/main" id="{8C6652E6-9D42-4EE5-98C1-BA08D0614C2D}"/>
                </a:ext>
              </a:extLst>
            </p:cNvPr>
            <p:cNvGrpSpPr>
              <a:grpSpLocks/>
            </p:cNvGrpSpPr>
            <p:nvPr/>
          </p:nvGrpSpPr>
          <p:grpSpPr bwMode="auto">
            <a:xfrm>
              <a:off x="3572" y="1759"/>
              <a:ext cx="150" cy="304"/>
              <a:chOff x="4180" y="783"/>
              <a:chExt cx="150" cy="307"/>
            </a:xfrm>
          </p:grpSpPr>
          <p:sp>
            <p:nvSpPr>
              <p:cNvPr id="205021" name="AutoShape 21">
                <a:extLst>
                  <a:ext uri="{FF2B5EF4-FFF2-40B4-BE49-F238E27FC236}">
                    <a16:creationId xmlns:a16="http://schemas.microsoft.com/office/drawing/2014/main" id="{FC1AC663-5E02-4D8D-ABA8-1F4229E140DD}"/>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22" name="Rectangle 22">
                <a:extLst>
                  <a:ext uri="{FF2B5EF4-FFF2-40B4-BE49-F238E27FC236}">
                    <a16:creationId xmlns:a16="http://schemas.microsoft.com/office/drawing/2014/main" id="{3FB3ED41-724D-4419-910D-4EC8809B133D}"/>
                  </a:ext>
                </a:extLst>
              </p:cNvPr>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23" name="Rectangle 23">
                <a:extLst>
                  <a:ext uri="{FF2B5EF4-FFF2-40B4-BE49-F238E27FC236}">
                    <a16:creationId xmlns:a16="http://schemas.microsoft.com/office/drawing/2014/main" id="{921F9414-2359-4B19-A66B-86732DC02428}"/>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24" name="AutoShape 24">
                <a:extLst>
                  <a:ext uri="{FF2B5EF4-FFF2-40B4-BE49-F238E27FC236}">
                    <a16:creationId xmlns:a16="http://schemas.microsoft.com/office/drawing/2014/main" id="{D6FC85FF-D26B-4298-9395-885EE3B66F60}"/>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25" name="Line 25">
                <a:extLst>
                  <a:ext uri="{FF2B5EF4-FFF2-40B4-BE49-F238E27FC236}">
                    <a16:creationId xmlns:a16="http://schemas.microsoft.com/office/drawing/2014/main" id="{72F9CD18-D83E-4078-964A-46AAFAB2D976}"/>
                  </a:ext>
                </a:extLst>
              </p:cNvPr>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026" name="Line 26">
                <a:extLst>
                  <a:ext uri="{FF2B5EF4-FFF2-40B4-BE49-F238E27FC236}">
                    <a16:creationId xmlns:a16="http://schemas.microsoft.com/office/drawing/2014/main" id="{F572ED72-62E4-40B7-973F-61E8DF1C0856}"/>
                  </a:ext>
                </a:extLst>
              </p:cNvPr>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027" name="Rectangle 27">
                <a:extLst>
                  <a:ext uri="{FF2B5EF4-FFF2-40B4-BE49-F238E27FC236}">
                    <a16:creationId xmlns:a16="http://schemas.microsoft.com/office/drawing/2014/main" id="{17FF2C12-1C71-4C49-B495-28E9AEACFB48}"/>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28" name="Rectangle 28">
                <a:extLst>
                  <a:ext uri="{FF2B5EF4-FFF2-40B4-BE49-F238E27FC236}">
                    <a16:creationId xmlns:a16="http://schemas.microsoft.com/office/drawing/2014/main" id="{88574BBA-5D87-40BE-899E-80F0C62810D6}"/>
                  </a:ext>
                </a:extLst>
              </p:cNvPr>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204814" name="Group 29">
              <a:extLst>
                <a:ext uri="{FF2B5EF4-FFF2-40B4-BE49-F238E27FC236}">
                  <a16:creationId xmlns:a16="http://schemas.microsoft.com/office/drawing/2014/main" id="{4B390870-448A-40F9-8700-4D84502BCF1E}"/>
                </a:ext>
              </a:extLst>
            </p:cNvPr>
            <p:cNvGrpSpPr>
              <a:grpSpLocks/>
            </p:cNvGrpSpPr>
            <p:nvPr/>
          </p:nvGrpSpPr>
          <p:grpSpPr bwMode="auto">
            <a:xfrm rot="-5400000">
              <a:off x="3794" y="1825"/>
              <a:ext cx="63" cy="167"/>
              <a:chOff x="3842" y="406"/>
              <a:chExt cx="51" cy="167"/>
            </a:xfrm>
          </p:grpSpPr>
          <p:sp>
            <p:nvSpPr>
              <p:cNvPr id="205018" name="Oval 30">
                <a:extLst>
                  <a:ext uri="{FF2B5EF4-FFF2-40B4-BE49-F238E27FC236}">
                    <a16:creationId xmlns:a16="http://schemas.microsoft.com/office/drawing/2014/main" id="{AC8F3BBE-8CB9-4BF4-8F89-55B3DC03C51E}"/>
                  </a:ext>
                </a:extLst>
              </p:cNvPr>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19" name="Oval 31">
                <a:extLst>
                  <a:ext uri="{FF2B5EF4-FFF2-40B4-BE49-F238E27FC236}">
                    <a16:creationId xmlns:a16="http://schemas.microsoft.com/office/drawing/2014/main" id="{BF304CF5-ECD2-4189-8F4C-F6C748B372CC}"/>
                  </a:ext>
                </a:extLst>
              </p:cNvPr>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20" name="Oval 32">
                <a:extLst>
                  <a:ext uri="{FF2B5EF4-FFF2-40B4-BE49-F238E27FC236}">
                    <a16:creationId xmlns:a16="http://schemas.microsoft.com/office/drawing/2014/main" id="{60F9CDF0-764F-4ACF-B634-CED94E6CB265}"/>
                  </a:ext>
                </a:extLst>
              </p:cNvPr>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204815" name="Line 33">
              <a:extLst>
                <a:ext uri="{FF2B5EF4-FFF2-40B4-BE49-F238E27FC236}">
                  <a16:creationId xmlns:a16="http://schemas.microsoft.com/office/drawing/2014/main" id="{9C9A9B44-F5AD-4F5B-A047-2BD7D84D52A3}"/>
                </a:ext>
              </a:extLst>
            </p:cNvPr>
            <p:cNvSpPr>
              <a:spLocks noChangeShapeType="1"/>
            </p:cNvSpPr>
            <p:nvPr/>
          </p:nvSpPr>
          <p:spPr bwMode="auto">
            <a:xfrm>
              <a:off x="3670" y="1688"/>
              <a:ext cx="355"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16" name="Line 34">
              <a:extLst>
                <a:ext uri="{FF2B5EF4-FFF2-40B4-BE49-F238E27FC236}">
                  <a16:creationId xmlns:a16="http://schemas.microsoft.com/office/drawing/2014/main" id="{C19EC6F9-AEE0-42B2-9360-583A53938C71}"/>
                </a:ext>
              </a:extLst>
            </p:cNvPr>
            <p:cNvSpPr>
              <a:spLocks noChangeShapeType="1"/>
            </p:cNvSpPr>
            <p:nvPr/>
          </p:nvSpPr>
          <p:spPr bwMode="auto">
            <a:xfrm>
              <a:off x="3672" y="1685"/>
              <a:ext cx="2" cy="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17" name="Line 35">
              <a:extLst>
                <a:ext uri="{FF2B5EF4-FFF2-40B4-BE49-F238E27FC236}">
                  <a16:creationId xmlns:a16="http://schemas.microsoft.com/office/drawing/2014/main" id="{C38E9FE6-00CF-49CF-8F0F-A2B21A57B6B5}"/>
                </a:ext>
              </a:extLst>
            </p:cNvPr>
            <p:cNvSpPr>
              <a:spLocks noChangeShapeType="1"/>
            </p:cNvSpPr>
            <p:nvPr/>
          </p:nvSpPr>
          <p:spPr bwMode="auto">
            <a:xfrm>
              <a:off x="4027" y="1684"/>
              <a:ext cx="1" cy="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18" name="Line 36">
              <a:extLst>
                <a:ext uri="{FF2B5EF4-FFF2-40B4-BE49-F238E27FC236}">
                  <a16:creationId xmlns:a16="http://schemas.microsoft.com/office/drawing/2014/main" id="{1BC11233-55C3-4104-8634-1294259F0863}"/>
                </a:ext>
              </a:extLst>
            </p:cNvPr>
            <p:cNvSpPr>
              <a:spLocks noChangeShapeType="1"/>
            </p:cNvSpPr>
            <p:nvPr/>
          </p:nvSpPr>
          <p:spPr bwMode="auto">
            <a:xfrm>
              <a:off x="3455" y="1272"/>
              <a:ext cx="207" cy="20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19" name="Line 37">
              <a:extLst>
                <a:ext uri="{FF2B5EF4-FFF2-40B4-BE49-F238E27FC236}">
                  <a16:creationId xmlns:a16="http://schemas.microsoft.com/office/drawing/2014/main" id="{90702288-653F-4E22-908F-EE4008218518}"/>
                </a:ext>
              </a:extLst>
            </p:cNvPr>
            <p:cNvSpPr>
              <a:spLocks noChangeShapeType="1"/>
            </p:cNvSpPr>
            <p:nvPr/>
          </p:nvSpPr>
          <p:spPr bwMode="auto">
            <a:xfrm flipV="1">
              <a:off x="3464" y="1492"/>
              <a:ext cx="198" cy="25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20" name="Line 38">
              <a:extLst>
                <a:ext uri="{FF2B5EF4-FFF2-40B4-BE49-F238E27FC236}">
                  <a16:creationId xmlns:a16="http://schemas.microsoft.com/office/drawing/2014/main" id="{A7A93086-DB1E-4E2D-94EE-2131BFF8AE70}"/>
                </a:ext>
              </a:extLst>
            </p:cNvPr>
            <p:cNvSpPr>
              <a:spLocks noChangeShapeType="1"/>
            </p:cNvSpPr>
            <p:nvPr/>
          </p:nvSpPr>
          <p:spPr bwMode="auto">
            <a:xfrm flipV="1">
              <a:off x="3842" y="1558"/>
              <a:ext cx="1" cy="1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04821" name="Group 39">
              <a:extLst>
                <a:ext uri="{FF2B5EF4-FFF2-40B4-BE49-F238E27FC236}">
                  <a16:creationId xmlns:a16="http://schemas.microsoft.com/office/drawing/2014/main" id="{AD591957-7CB9-4EA2-8936-D461B13D00D4}"/>
                </a:ext>
              </a:extLst>
            </p:cNvPr>
            <p:cNvGrpSpPr>
              <a:grpSpLocks/>
            </p:cNvGrpSpPr>
            <p:nvPr/>
          </p:nvGrpSpPr>
          <p:grpSpPr bwMode="auto">
            <a:xfrm>
              <a:off x="3927" y="1741"/>
              <a:ext cx="150" cy="305"/>
              <a:chOff x="4180" y="783"/>
              <a:chExt cx="150" cy="307"/>
            </a:xfrm>
          </p:grpSpPr>
          <p:sp>
            <p:nvSpPr>
              <p:cNvPr id="205010" name="AutoShape 40">
                <a:extLst>
                  <a:ext uri="{FF2B5EF4-FFF2-40B4-BE49-F238E27FC236}">
                    <a16:creationId xmlns:a16="http://schemas.microsoft.com/office/drawing/2014/main" id="{B8184CAD-5F49-4BE1-A199-616BB132165D}"/>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11" name="Rectangle 41">
                <a:extLst>
                  <a:ext uri="{FF2B5EF4-FFF2-40B4-BE49-F238E27FC236}">
                    <a16:creationId xmlns:a16="http://schemas.microsoft.com/office/drawing/2014/main" id="{4C9CCECC-4BFE-43D3-9A7A-17608D73D246}"/>
                  </a:ext>
                </a:extLst>
              </p:cNvPr>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12" name="Rectangle 42">
                <a:extLst>
                  <a:ext uri="{FF2B5EF4-FFF2-40B4-BE49-F238E27FC236}">
                    <a16:creationId xmlns:a16="http://schemas.microsoft.com/office/drawing/2014/main" id="{0F675232-2FF9-479B-960B-73B5E871AAE0}"/>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13" name="AutoShape 43">
                <a:extLst>
                  <a:ext uri="{FF2B5EF4-FFF2-40B4-BE49-F238E27FC236}">
                    <a16:creationId xmlns:a16="http://schemas.microsoft.com/office/drawing/2014/main" id="{FC2C0ECD-A726-4D22-B3B0-25074A5200ED}"/>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14" name="Line 44">
                <a:extLst>
                  <a:ext uri="{FF2B5EF4-FFF2-40B4-BE49-F238E27FC236}">
                    <a16:creationId xmlns:a16="http://schemas.microsoft.com/office/drawing/2014/main" id="{2D56418C-29D0-4F12-89DF-F90CFF47EE50}"/>
                  </a:ext>
                </a:extLst>
              </p:cNvPr>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015" name="Line 45">
                <a:extLst>
                  <a:ext uri="{FF2B5EF4-FFF2-40B4-BE49-F238E27FC236}">
                    <a16:creationId xmlns:a16="http://schemas.microsoft.com/office/drawing/2014/main" id="{71085723-5BA0-4325-AC3F-86CCB3C18125}"/>
                  </a:ext>
                </a:extLst>
              </p:cNvPr>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016" name="Rectangle 46">
                <a:extLst>
                  <a:ext uri="{FF2B5EF4-FFF2-40B4-BE49-F238E27FC236}">
                    <a16:creationId xmlns:a16="http://schemas.microsoft.com/office/drawing/2014/main" id="{FC002247-E7DF-453B-88A8-4B1FE4CCC663}"/>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17" name="Rectangle 47">
                <a:extLst>
                  <a:ext uri="{FF2B5EF4-FFF2-40B4-BE49-F238E27FC236}">
                    <a16:creationId xmlns:a16="http://schemas.microsoft.com/office/drawing/2014/main" id="{2682D3EB-8E4F-4118-99CC-E927252574DA}"/>
                  </a:ext>
                </a:extLst>
              </p:cNvPr>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204822" name="Group 48">
              <a:extLst>
                <a:ext uri="{FF2B5EF4-FFF2-40B4-BE49-F238E27FC236}">
                  <a16:creationId xmlns:a16="http://schemas.microsoft.com/office/drawing/2014/main" id="{6A2143DE-F34A-4DAB-8A3D-1C2B8E09C43A}"/>
                </a:ext>
              </a:extLst>
            </p:cNvPr>
            <p:cNvGrpSpPr>
              <a:grpSpLocks/>
            </p:cNvGrpSpPr>
            <p:nvPr/>
          </p:nvGrpSpPr>
          <p:grpSpPr bwMode="auto">
            <a:xfrm>
              <a:off x="3241" y="2218"/>
              <a:ext cx="344" cy="714"/>
              <a:chOff x="3314" y="1248"/>
              <a:chExt cx="344" cy="694"/>
            </a:xfrm>
          </p:grpSpPr>
          <p:graphicFrame>
            <p:nvGraphicFramePr>
              <p:cNvPr id="205001" name="Object 49">
                <a:extLst>
                  <a:ext uri="{FF2B5EF4-FFF2-40B4-BE49-F238E27FC236}">
                    <a16:creationId xmlns:a16="http://schemas.microsoft.com/office/drawing/2014/main" id="{6CBC6030-106C-47BD-AA41-C66A2A0AF0CD}"/>
                  </a:ext>
                </a:extLst>
              </p:cNvPr>
              <p:cNvGraphicFramePr>
                <a:graphicFrameLocks noChangeAspect="1"/>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spid="_x0000_s205162" name="Clip" r:id="rId9" imgW="1307263" imgH="1084139" progId="MS_ClipArt_Gallery.2">
                      <p:embed/>
                    </p:oleObj>
                  </mc:Choice>
                  <mc:Fallback>
                    <p:oleObj name="Clip" r:id="rId9" imgW="1307263" imgH="1084139" progId="MS_ClipArt_Gallery.2">
                      <p:embed/>
                      <p:pic>
                        <p:nvPicPr>
                          <p:cNvPr id="0" name="Object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248"/>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02" name="Line 50">
                <a:extLst>
                  <a:ext uri="{FF2B5EF4-FFF2-40B4-BE49-F238E27FC236}">
                    <a16:creationId xmlns:a16="http://schemas.microsoft.com/office/drawing/2014/main" id="{003FE5AB-9F89-49F8-9DBC-432F0BCC239D}"/>
                  </a:ext>
                </a:extLst>
              </p:cNvPr>
              <p:cNvSpPr>
                <a:spLocks noChangeShapeType="1"/>
              </p:cNvSpPr>
              <p:nvPr/>
            </p:nvSpPr>
            <p:spPr bwMode="auto">
              <a:xfrm flipV="1">
                <a:off x="3606" y="1433"/>
                <a:ext cx="52" cy="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205003" name="Object 51">
                <a:extLst>
                  <a:ext uri="{FF2B5EF4-FFF2-40B4-BE49-F238E27FC236}">
                    <a16:creationId xmlns:a16="http://schemas.microsoft.com/office/drawing/2014/main" id="{7DDC0ABA-7396-4F2A-9C51-9235C8AF58E7}"/>
                  </a:ext>
                </a:extLst>
              </p:cNvPr>
              <p:cNvGraphicFramePr>
                <a:graphicFrameLocks noChangeAspect="1"/>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spid="_x0000_s205163" name="Clip" r:id="rId10" imgW="1307263" imgH="1084139" progId="MS_ClipArt_Gallery.2">
                      <p:embed/>
                    </p:oleObj>
                  </mc:Choice>
                  <mc:Fallback>
                    <p:oleObj name="Clip" r:id="rId10" imgW="1307263" imgH="1084139" progId="MS_ClipArt_Gallery.2">
                      <p:embed/>
                      <p:pic>
                        <p:nvPicPr>
                          <p:cNvPr id="0" name="Object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4" y="1694"/>
                            <a:ext cx="299"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04" name="Line 52">
                <a:extLst>
                  <a:ext uri="{FF2B5EF4-FFF2-40B4-BE49-F238E27FC236}">
                    <a16:creationId xmlns:a16="http://schemas.microsoft.com/office/drawing/2014/main" id="{707EDE43-D645-4F8D-B364-6C820DB24E17}"/>
                  </a:ext>
                </a:extLst>
              </p:cNvPr>
              <p:cNvSpPr>
                <a:spLocks noChangeShapeType="1"/>
              </p:cNvSpPr>
              <p:nvPr/>
            </p:nvSpPr>
            <p:spPr bwMode="auto">
              <a:xfrm flipV="1">
                <a:off x="3606" y="1882"/>
                <a:ext cx="52"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05005" name="Group 53">
                <a:extLst>
                  <a:ext uri="{FF2B5EF4-FFF2-40B4-BE49-F238E27FC236}">
                    <a16:creationId xmlns:a16="http://schemas.microsoft.com/office/drawing/2014/main" id="{F151DCA6-F061-4644-8C8D-4FACE4A90C5F}"/>
                  </a:ext>
                </a:extLst>
              </p:cNvPr>
              <p:cNvGrpSpPr>
                <a:grpSpLocks/>
              </p:cNvGrpSpPr>
              <p:nvPr/>
            </p:nvGrpSpPr>
            <p:grpSpPr bwMode="auto">
              <a:xfrm>
                <a:off x="3404" y="1504"/>
                <a:ext cx="51" cy="167"/>
                <a:chOff x="3842" y="406"/>
                <a:chExt cx="51" cy="167"/>
              </a:xfrm>
            </p:grpSpPr>
            <p:sp>
              <p:nvSpPr>
                <p:cNvPr id="205007" name="Oval 54">
                  <a:extLst>
                    <a:ext uri="{FF2B5EF4-FFF2-40B4-BE49-F238E27FC236}">
                      <a16:creationId xmlns:a16="http://schemas.microsoft.com/office/drawing/2014/main" id="{BDB398CA-089D-4405-8009-0B4538575EFF}"/>
                    </a:ext>
                  </a:extLst>
                </p:cNvPr>
                <p:cNvSpPr>
                  <a:spLocks noChangeArrowheads="1"/>
                </p:cNvSpPr>
                <p:nvPr/>
              </p:nvSpPr>
              <p:spPr bwMode="auto">
                <a:xfrm>
                  <a:off x="3842" y="40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08" name="Oval 55">
                  <a:extLst>
                    <a:ext uri="{FF2B5EF4-FFF2-40B4-BE49-F238E27FC236}">
                      <a16:creationId xmlns:a16="http://schemas.microsoft.com/office/drawing/2014/main" id="{2F692E5C-5D09-4A33-BF46-BF37C59786D0}"/>
                    </a:ext>
                  </a:extLst>
                </p:cNvPr>
                <p:cNvSpPr>
                  <a:spLocks noChangeArrowheads="1"/>
                </p:cNvSpPr>
                <p:nvPr/>
              </p:nvSpPr>
              <p:spPr bwMode="auto">
                <a:xfrm>
                  <a:off x="3844" y="46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5009" name="Oval 56">
                  <a:extLst>
                    <a:ext uri="{FF2B5EF4-FFF2-40B4-BE49-F238E27FC236}">
                      <a16:creationId xmlns:a16="http://schemas.microsoft.com/office/drawing/2014/main" id="{02311C28-DFAF-4D9B-8582-303D0721555F}"/>
                    </a:ext>
                  </a:extLst>
                </p:cNvPr>
                <p:cNvSpPr>
                  <a:spLocks noChangeArrowheads="1"/>
                </p:cNvSpPr>
                <p:nvPr/>
              </p:nvSpPr>
              <p:spPr bwMode="auto">
                <a:xfrm>
                  <a:off x="3846" y="526"/>
                  <a:ext cx="47"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205006" name="Line 57">
                <a:extLst>
                  <a:ext uri="{FF2B5EF4-FFF2-40B4-BE49-F238E27FC236}">
                    <a16:creationId xmlns:a16="http://schemas.microsoft.com/office/drawing/2014/main" id="{09C86CF4-D941-404C-B2D1-7A96497F331E}"/>
                  </a:ext>
                </a:extLst>
              </p:cNvPr>
              <p:cNvSpPr>
                <a:spLocks noChangeShapeType="1"/>
              </p:cNvSpPr>
              <p:nvPr/>
            </p:nvSpPr>
            <p:spPr bwMode="auto">
              <a:xfrm>
                <a:off x="3654" y="1431"/>
                <a:ext cx="0" cy="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aphicFrame>
          <p:nvGraphicFramePr>
            <p:cNvPr id="204823" name="Object 58">
              <a:extLst>
                <a:ext uri="{FF2B5EF4-FFF2-40B4-BE49-F238E27FC236}">
                  <a16:creationId xmlns:a16="http://schemas.microsoft.com/office/drawing/2014/main" id="{8D4B490F-5D71-4F34-BC98-F2834CBB0EBA}"/>
                </a:ext>
              </a:extLst>
            </p:cNvPr>
            <p:cNvGraphicFramePr>
              <a:graphicFrameLocks noChangeAspect="1"/>
            </p:cNvGraphicFramePr>
            <p:nvPr/>
          </p:nvGraphicFramePr>
          <p:xfrm>
            <a:off x="3863" y="2996"/>
            <a:ext cx="300" cy="256"/>
          </p:xfrm>
          <a:graphic>
            <a:graphicData uri="http://schemas.openxmlformats.org/presentationml/2006/ole">
              <mc:AlternateContent xmlns:mc="http://schemas.openxmlformats.org/markup-compatibility/2006">
                <mc:Choice xmlns:v="urn:schemas-microsoft-com:vml" Requires="v">
                  <p:oleObj spid="_x0000_s205164" name="Clip" r:id="rId11" imgW="1307263" imgH="1084139" progId="MS_ClipArt_Gallery.2">
                    <p:embed/>
                  </p:oleObj>
                </mc:Choice>
                <mc:Fallback>
                  <p:oleObj name="Clip" r:id="rId11" imgW="1307263" imgH="1084139" progId="MS_ClipArt_Gallery.2">
                    <p:embed/>
                    <p:pic>
                      <p:nvPicPr>
                        <p:cNvPr id="0" name="Object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3" y="2996"/>
                          <a:ext cx="300" cy="2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24" name="Object 59">
              <a:extLst>
                <a:ext uri="{FF2B5EF4-FFF2-40B4-BE49-F238E27FC236}">
                  <a16:creationId xmlns:a16="http://schemas.microsoft.com/office/drawing/2014/main" id="{C0D3D0BB-2E69-452D-B418-25C7C6D81293}"/>
                </a:ext>
              </a:extLst>
            </p:cNvPr>
            <p:cNvGraphicFramePr>
              <a:graphicFrameLocks noChangeAspect="1"/>
            </p:cNvGraphicFramePr>
            <p:nvPr/>
          </p:nvGraphicFramePr>
          <p:xfrm>
            <a:off x="3423" y="2988"/>
            <a:ext cx="298" cy="254"/>
          </p:xfrm>
          <a:graphic>
            <a:graphicData uri="http://schemas.openxmlformats.org/presentationml/2006/ole">
              <mc:AlternateContent xmlns:mc="http://schemas.openxmlformats.org/markup-compatibility/2006">
                <mc:Choice xmlns:v="urn:schemas-microsoft-com:vml" Requires="v">
                  <p:oleObj spid="_x0000_s205165" name="Clip" r:id="rId12" imgW="1307263" imgH="1084139" progId="MS_ClipArt_Gallery.2">
                    <p:embed/>
                  </p:oleObj>
                </mc:Choice>
                <mc:Fallback>
                  <p:oleObj name="Clip" r:id="rId12" imgW="1307263" imgH="1084139" progId="MS_ClipArt_Gallery.2">
                    <p:embed/>
                    <p:pic>
                      <p:nvPicPr>
                        <p:cNvPr id="0" name="Object 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3" y="2988"/>
                          <a:ext cx="298"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25" name="Oval 60">
              <a:extLst>
                <a:ext uri="{FF2B5EF4-FFF2-40B4-BE49-F238E27FC236}">
                  <a16:creationId xmlns:a16="http://schemas.microsoft.com/office/drawing/2014/main" id="{62B7D024-4E5E-423A-AAAC-A46E812610D9}"/>
                </a:ext>
              </a:extLst>
            </p:cNvPr>
            <p:cNvSpPr>
              <a:spLocks noChangeArrowheads="1"/>
            </p:cNvSpPr>
            <p:nvPr/>
          </p:nvSpPr>
          <p:spPr bwMode="auto">
            <a:xfrm rot="-5400000">
              <a:off x="3721" y="3069"/>
              <a:ext cx="48"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826" name="Oval 61">
              <a:extLst>
                <a:ext uri="{FF2B5EF4-FFF2-40B4-BE49-F238E27FC236}">
                  <a16:creationId xmlns:a16="http://schemas.microsoft.com/office/drawing/2014/main" id="{BB3BE262-BB6B-4FDC-AD14-BDE323FBB032}"/>
                </a:ext>
              </a:extLst>
            </p:cNvPr>
            <p:cNvSpPr>
              <a:spLocks noChangeArrowheads="1"/>
            </p:cNvSpPr>
            <p:nvPr/>
          </p:nvSpPr>
          <p:spPr bwMode="auto">
            <a:xfrm rot="-5400000">
              <a:off x="3781" y="3068"/>
              <a:ext cx="49"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827" name="Oval 62">
              <a:extLst>
                <a:ext uri="{FF2B5EF4-FFF2-40B4-BE49-F238E27FC236}">
                  <a16:creationId xmlns:a16="http://schemas.microsoft.com/office/drawing/2014/main" id="{3BE9F032-3380-4AF9-8A54-039E0C852312}"/>
                </a:ext>
              </a:extLst>
            </p:cNvPr>
            <p:cNvSpPr>
              <a:spLocks noChangeArrowheads="1"/>
            </p:cNvSpPr>
            <p:nvPr/>
          </p:nvSpPr>
          <p:spPr bwMode="auto">
            <a:xfrm rot="-5400000">
              <a:off x="3837" y="3071"/>
              <a:ext cx="48" cy="4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828" name="Line 63">
              <a:extLst>
                <a:ext uri="{FF2B5EF4-FFF2-40B4-BE49-F238E27FC236}">
                  <a16:creationId xmlns:a16="http://schemas.microsoft.com/office/drawing/2014/main" id="{A9BFD1EA-E664-4DBC-A0D9-0F98D13F346E}"/>
                </a:ext>
              </a:extLst>
            </p:cNvPr>
            <p:cNvSpPr>
              <a:spLocks noChangeShapeType="1"/>
            </p:cNvSpPr>
            <p:nvPr/>
          </p:nvSpPr>
          <p:spPr bwMode="auto">
            <a:xfrm rot="-5400000">
              <a:off x="4023" y="2977"/>
              <a:ext cx="46" cy="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29" name="Line 64">
              <a:extLst>
                <a:ext uri="{FF2B5EF4-FFF2-40B4-BE49-F238E27FC236}">
                  <a16:creationId xmlns:a16="http://schemas.microsoft.com/office/drawing/2014/main" id="{5855392A-0B37-476D-B72C-C6B97ADABC0E}"/>
                </a:ext>
              </a:extLst>
            </p:cNvPr>
            <p:cNvSpPr>
              <a:spLocks noChangeShapeType="1"/>
            </p:cNvSpPr>
            <p:nvPr/>
          </p:nvSpPr>
          <p:spPr bwMode="auto">
            <a:xfrm rot="5400000" flipH="1">
              <a:off x="3573" y="2971"/>
              <a:ext cx="4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30" name="Line 65">
              <a:extLst>
                <a:ext uri="{FF2B5EF4-FFF2-40B4-BE49-F238E27FC236}">
                  <a16:creationId xmlns:a16="http://schemas.microsoft.com/office/drawing/2014/main" id="{CDEA8D6E-1304-491D-8989-8F4188E7ADA6}"/>
                </a:ext>
              </a:extLst>
            </p:cNvPr>
            <p:cNvSpPr>
              <a:spLocks noChangeShapeType="1"/>
            </p:cNvSpPr>
            <p:nvPr/>
          </p:nvSpPr>
          <p:spPr bwMode="auto">
            <a:xfrm rot="16200000" flipV="1">
              <a:off x="3825" y="2726"/>
              <a:ext cx="0" cy="4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31" name="Line 66">
              <a:extLst>
                <a:ext uri="{FF2B5EF4-FFF2-40B4-BE49-F238E27FC236}">
                  <a16:creationId xmlns:a16="http://schemas.microsoft.com/office/drawing/2014/main" id="{1B30AE47-821A-476C-8972-C09483FDF90E}"/>
                </a:ext>
              </a:extLst>
            </p:cNvPr>
            <p:cNvSpPr>
              <a:spLocks noChangeShapeType="1"/>
            </p:cNvSpPr>
            <p:nvPr/>
          </p:nvSpPr>
          <p:spPr bwMode="auto">
            <a:xfrm flipV="1">
              <a:off x="3585" y="2662"/>
              <a:ext cx="67" cy="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32" name="Line 67">
              <a:extLst>
                <a:ext uri="{FF2B5EF4-FFF2-40B4-BE49-F238E27FC236}">
                  <a16:creationId xmlns:a16="http://schemas.microsoft.com/office/drawing/2014/main" id="{B460CEFB-5D02-4A33-AC07-CC258A9691EC}"/>
                </a:ext>
              </a:extLst>
            </p:cNvPr>
            <p:cNvSpPr>
              <a:spLocks noChangeShapeType="1"/>
            </p:cNvSpPr>
            <p:nvPr/>
          </p:nvSpPr>
          <p:spPr bwMode="auto">
            <a:xfrm flipH="1">
              <a:off x="4586" y="2695"/>
              <a:ext cx="200" cy="30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204833" name="Object 68">
              <a:extLst>
                <a:ext uri="{FF2B5EF4-FFF2-40B4-BE49-F238E27FC236}">
                  <a16:creationId xmlns:a16="http://schemas.microsoft.com/office/drawing/2014/main" id="{4C9D907D-7D1E-4127-B127-DCBCF0AEFB66}"/>
                </a:ext>
              </a:extLst>
            </p:cNvPr>
            <p:cNvGraphicFramePr>
              <a:graphicFrameLocks noChangeAspect="1"/>
            </p:cNvGraphicFramePr>
            <p:nvPr/>
          </p:nvGraphicFramePr>
          <p:xfrm>
            <a:off x="4713" y="2351"/>
            <a:ext cx="146" cy="185"/>
          </p:xfrm>
          <a:graphic>
            <a:graphicData uri="http://schemas.openxmlformats.org/presentationml/2006/ole">
              <mc:AlternateContent xmlns:mc="http://schemas.openxmlformats.org/markup-compatibility/2006">
                <mc:Choice xmlns:v="urn:schemas-microsoft-com:vml" Requires="v">
                  <p:oleObj spid="_x0000_s205166" name="Clip" r:id="rId13" imgW="982811" imgH="1208363" progId="MS_ClipArt_Gallery.2">
                    <p:embed/>
                  </p:oleObj>
                </mc:Choice>
                <mc:Fallback>
                  <p:oleObj name="Clip" r:id="rId13" imgW="982811" imgH="1208363" progId="MS_ClipArt_Gallery.2">
                    <p:embed/>
                    <p:pic>
                      <p:nvPicPr>
                        <p:cNvPr id="0" name="Object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13" y="2351"/>
                          <a:ext cx="146"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34" name="Object 69">
              <a:extLst>
                <a:ext uri="{FF2B5EF4-FFF2-40B4-BE49-F238E27FC236}">
                  <a16:creationId xmlns:a16="http://schemas.microsoft.com/office/drawing/2014/main" id="{88CC2838-38F7-4881-A64D-F82543E51BF4}"/>
                </a:ext>
              </a:extLst>
            </p:cNvPr>
            <p:cNvGraphicFramePr>
              <a:graphicFrameLocks noChangeAspect="1"/>
            </p:cNvGraphicFramePr>
            <p:nvPr/>
          </p:nvGraphicFramePr>
          <p:xfrm>
            <a:off x="3755" y="2413"/>
            <a:ext cx="146" cy="185"/>
          </p:xfrm>
          <a:graphic>
            <a:graphicData uri="http://schemas.openxmlformats.org/presentationml/2006/ole">
              <mc:AlternateContent xmlns:mc="http://schemas.openxmlformats.org/markup-compatibility/2006">
                <mc:Choice xmlns:v="urn:schemas-microsoft-com:vml" Requires="v">
                  <p:oleObj spid="_x0000_s205167" name="Clip" r:id="rId15" imgW="982811" imgH="1208363" progId="MS_ClipArt_Gallery.2">
                    <p:embed/>
                  </p:oleObj>
                </mc:Choice>
                <mc:Fallback>
                  <p:oleObj name="Clip" r:id="rId15" imgW="982811" imgH="1208363" progId="MS_ClipArt_Gallery.2">
                    <p:embed/>
                    <p:pic>
                      <p:nvPicPr>
                        <p:cNvPr id="0" name="Object 6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55" y="2413"/>
                          <a:ext cx="146"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835" name="Freeform 70">
              <a:extLst>
                <a:ext uri="{FF2B5EF4-FFF2-40B4-BE49-F238E27FC236}">
                  <a16:creationId xmlns:a16="http://schemas.microsoft.com/office/drawing/2014/main" id="{0866F6BE-5A8B-4426-994F-7164D5BD935C}"/>
                </a:ext>
              </a:extLst>
            </p:cNvPr>
            <p:cNvSpPr>
              <a:spLocks/>
            </p:cNvSpPr>
            <p:nvPr/>
          </p:nvSpPr>
          <p:spPr bwMode="auto">
            <a:xfrm>
              <a:off x="3813" y="2239"/>
              <a:ext cx="970" cy="235"/>
            </a:xfrm>
            <a:custGeom>
              <a:avLst/>
              <a:gdLst>
                <a:gd name="T0" fmla="*/ 0 w 972"/>
                <a:gd name="T1" fmla="*/ 484 h 228"/>
                <a:gd name="T2" fmla="*/ 407 w 972"/>
                <a:gd name="T3" fmla="*/ 9 h 228"/>
                <a:gd name="T4" fmla="*/ 922 w 972"/>
                <a:gd name="T5" fmla="*/ 365 h 228"/>
                <a:gd name="T6" fmla="*/ 0 60000 65536"/>
                <a:gd name="T7" fmla="*/ 0 60000 65536"/>
                <a:gd name="T8" fmla="*/ 0 60000 65536"/>
              </a:gdLst>
              <a:ahLst/>
              <a:cxnLst>
                <a:cxn ang="T6">
                  <a:pos x="T0" y="T1"/>
                </a:cxn>
                <a:cxn ang="T7">
                  <a:pos x="T2" y="T3"/>
                </a:cxn>
                <a:cxn ang="T8">
                  <a:pos x="T4" y="T5"/>
                </a:cxn>
              </a:cxnLst>
              <a:rect l="0" t="0" r="r" b="b"/>
              <a:pathLst>
                <a:path w="972" h="228">
                  <a:moveTo>
                    <a:pt x="0" y="228"/>
                  </a:moveTo>
                  <a:cubicBezTo>
                    <a:pt x="135" y="123"/>
                    <a:pt x="270" y="18"/>
                    <a:pt x="432" y="9"/>
                  </a:cubicBezTo>
                  <a:cubicBezTo>
                    <a:pt x="594" y="0"/>
                    <a:pt x="783" y="85"/>
                    <a:pt x="972" y="171"/>
                  </a:cubicBezTo>
                </a:path>
              </a:pathLst>
            </a:custGeom>
            <a:noFill/>
            <a:ln w="19050" cap="flat" cmpd="sng">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04836" name="Group 71">
              <a:extLst>
                <a:ext uri="{FF2B5EF4-FFF2-40B4-BE49-F238E27FC236}">
                  <a16:creationId xmlns:a16="http://schemas.microsoft.com/office/drawing/2014/main" id="{02BD661F-140D-4DF4-8000-3AC452F8200B}"/>
                </a:ext>
              </a:extLst>
            </p:cNvPr>
            <p:cNvGrpSpPr>
              <a:grpSpLocks/>
            </p:cNvGrpSpPr>
            <p:nvPr/>
          </p:nvGrpSpPr>
          <p:grpSpPr bwMode="auto">
            <a:xfrm>
              <a:off x="4004" y="3335"/>
              <a:ext cx="292" cy="329"/>
              <a:chOff x="2870" y="1518"/>
              <a:chExt cx="292" cy="320"/>
            </a:xfrm>
          </p:grpSpPr>
          <p:graphicFrame>
            <p:nvGraphicFramePr>
              <p:cNvPr id="204999" name="Object 72">
                <a:extLst>
                  <a:ext uri="{FF2B5EF4-FFF2-40B4-BE49-F238E27FC236}">
                    <a16:creationId xmlns:a16="http://schemas.microsoft.com/office/drawing/2014/main" id="{5DC953B1-388E-4649-9C32-85879E0971B2}"/>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05168" name="Clip" r:id="rId16" imgW="826829" imgH="840406" progId="MS_ClipArt_Gallery.2">
                      <p:embed/>
                    </p:oleObj>
                  </mc:Choice>
                  <mc:Fallback>
                    <p:oleObj name="Clip" r:id="rId16" imgW="826829" imgH="840406" progId="MS_ClipArt_Gallery.2">
                      <p:embed/>
                      <p:pic>
                        <p:nvPicPr>
                          <p:cNvPr id="0" name="Object 7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00" name="Object 73">
                <a:extLst>
                  <a:ext uri="{FF2B5EF4-FFF2-40B4-BE49-F238E27FC236}">
                    <a16:creationId xmlns:a16="http://schemas.microsoft.com/office/drawing/2014/main" id="{28E90DF7-69CE-4B71-A184-AC2868F21F78}"/>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05169" name="Clip" r:id="rId18" imgW="1268295" imgH="1199426" progId="MS_ClipArt_Gallery.2">
                      <p:embed/>
                    </p:oleObj>
                  </mc:Choice>
                  <mc:Fallback>
                    <p:oleObj name="Clip" r:id="rId18" imgW="1268295" imgH="1199426" progId="MS_ClipArt_Gallery.2">
                      <p:embed/>
                      <p:pic>
                        <p:nvPicPr>
                          <p:cNvPr id="0" name="Object 7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04837" name="Group 74">
              <a:extLst>
                <a:ext uri="{FF2B5EF4-FFF2-40B4-BE49-F238E27FC236}">
                  <a16:creationId xmlns:a16="http://schemas.microsoft.com/office/drawing/2014/main" id="{B7B7C8A5-B1E1-434F-A744-AB347ED8A877}"/>
                </a:ext>
              </a:extLst>
            </p:cNvPr>
            <p:cNvGrpSpPr>
              <a:grpSpLocks/>
            </p:cNvGrpSpPr>
            <p:nvPr/>
          </p:nvGrpSpPr>
          <p:grpSpPr bwMode="auto">
            <a:xfrm>
              <a:off x="4562" y="3360"/>
              <a:ext cx="291" cy="329"/>
              <a:chOff x="2870" y="1518"/>
              <a:chExt cx="292" cy="320"/>
            </a:xfrm>
          </p:grpSpPr>
          <p:graphicFrame>
            <p:nvGraphicFramePr>
              <p:cNvPr id="204997" name="Object 75">
                <a:extLst>
                  <a:ext uri="{FF2B5EF4-FFF2-40B4-BE49-F238E27FC236}">
                    <a16:creationId xmlns:a16="http://schemas.microsoft.com/office/drawing/2014/main" id="{96FD7546-FC2B-459B-A140-AF2FE9E2CBFA}"/>
                  </a:ext>
                </a:extLst>
              </p:cNvPr>
              <p:cNvGraphicFramePr>
                <a:graphicFrameLocks noChangeAspect="1"/>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spid="_x0000_s205170" name="Clip" r:id="rId20" imgW="826829" imgH="840406" progId="MS_ClipArt_Gallery.2">
                      <p:embed/>
                    </p:oleObj>
                  </mc:Choice>
                  <mc:Fallback>
                    <p:oleObj name="Clip" r:id="rId20" imgW="826829" imgH="840406" progId="MS_ClipArt_Gallery.2">
                      <p:embed/>
                      <p:pic>
                        <p:nvPicPr>
                          <p:cNvPr id="0" name="Object 7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70" y="1518"/>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98" name="Object 76">
                <a:extLst>
                  <a:ext uri="{FF2B5EF4-FFF2-40B4-BE49-F238E27FC236}">
                    <a16:creationId xmlns:a16="http://schemas.microsoft.com/office/drawing/2014/main" id="{500BDBB8-3255-4621-921C-78935A25C679}"/>
                  </a:ext>
                </a:extLst>
              </p:cNvPr>
              <p:cNvGraphicFramePr>
                <a:graphicFrameLocks noChangeAspect="1"/>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spid="_x0000_s205171" name="Clip" r:id="rId21" imgW="1268295" imgH="1199426" progId="MS_ClipArt_Gallery.2">
                      <p:embed/>
                    </p:oleObj>
                  </mc:Choice>
                  <mc:Fallback>
                    <p:oleObj name="Clip" r:id="rId21" imgW="1268295" imgH="1199426" progId="MS_ClipArt_Gallery.2">
                      <p:embed/>
                      <p:pic>
                        <p:nvPicPr>
                          <p:cNvPr id="0" name="Object 7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913" y="1602"/>
                            <a:ext cx="24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04838" name="Group 77">
              <a:extLst>
                <a:ext uri="{FF2B5EF4-FFF2-40B4-BE49-F238E27FC236}">
                  <a16:creationId xmlns:a16="http://schemas.microsoft.com/office/drawing/2014/main" id="{0EFB4E0F-A520-4F39-A8EC-5AFA0F4F1294}"/>
                </a:ext>
              </a:extLst>
            </p:cNvPr>
            <p:cNvGrpSpPr>
              <a:grpSpLocks/>
            </p:cNvGrpSpPr>
            <p:nvPr/>
          </p:nvGrpSpPr>
          <p:grpSpPr bwMode="auto">
            <a:xfrm>
              <a:off x="4265" y="3141"/>
              <a:ext cx="272" cy="290"/>
              <a:chOff x="4733" y="2082"/>
              <a:chExt cx="272" cy="282"/>
            </a:xfrm>
          </p:grpSpPr>
          <p:graphicFrame>
            <p:nvGraphicFramePr>
              <p:cNvPr id="204995" name="Object 78">
                <a:extLst>
                  <a:ext uri="{FF2B5EF4-FFF2-40B4-BE49-F238E27FC236}">
                    <a16:creationId xmlns:a16="http://schemas.microsoft.com/office/drawing/2014/main" id="{54C0167F-E561-4C1E-99C5-C45181F85B2F}"/>
                  </a:ext>
                </a:extLst>
              </p:cNvPr>
              <p:cNvGraphicFramePr>
                <a:graphicFrameLocks noChangeAspect="1"/>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spid="_x0000_s205172" name="Clip" r:id="rId22" imgW="826829" imgH="840406" progId="MS_ClipArt_Gallery.2">
                      <p:embed/>
                    </p:oleObj>
                  </mc:Choice>
                  <mc:Fallback>
                    <p:oleObj name="Clip" r:id="rId22" imgW="826829" imgH="840406" progId="MS_ClipArt_Gallery.2">
                      <p:embed/>
                      <p:pic>
                        <p:nvPicPr>
                          <p:cNvPr id="0" name="Object 7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33" y="2082"/>
                            <a:ext cx="272"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96" name="Rectangle 79">
                <a:extLst>
                  <a:ext uri="{FF2B5EF4-FFF2-40B4-BE49-F238E27FC236}">
                    <a16:creationId xmlns:a16="http://schemas.microsoft.com/office/drawing/2014/main" id="{194E9EC3-3A9B-4DD3-AC04-0992F21BFDFB}"/>
                  </a:ext>
                </a:extLst>
              </p:cNvPr>
              <p:cNvSpPr>
                <a:spLocks noChangeArrowheads="1"/>
              </p:cNvSpPr>
              <p:nvPr/>
            </p:nvSpPr>
            <p:spPr bwMode="auto">
              <a:xfrm>
                <a:off x="4812" y="2181"/>
                <a:ext cx="192" cy="183"/>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204839" name="Line 80">
              <a:extLst>
                <a:ext uri="{FF2B5EF4-FFF2-40B4-BE49-F238E27FC236}">
                  <a16:creationId xmlns:a16="http://schemas.microsoft.com/office/drawing/2014/main" id="{8F2A462D-2FF0-47B7-B613-3D03E65043DE}"/>
                </a:ext>
              </a:extLst>
            </p:cNvPr>
            <p:cNvSpPr>
              <a:spLocks noChangeShapeType="1"/>
            </p:cNvSpPr>
            <p:nvPr/>
          </p:nvSpPr>
          <p:spPr bwMode="auto">
            <a:xfrm>
              <a:off x="4484" y="3066"/>
              <a:ext cx="0" cy="1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04840" name="Group 81">
              <a:extLst>
                <a:ext uri="{FF2B5EF4-FFF2-40B4-BE49-F238E27FC236}">
                  <a16:creationId xmlns:a16="http://schemas.microsoft.com/office/drawing/2014/main" id="{58696C76-38A2-4703-82A1-BDC50268D697}"/>
                </a:ext>
              </a:extLst>
            </p:cNvPr>
            <p:cNvGrpSpPr>
              <a:grpSpLocks/>
            </p:cNvGrpSpPr>
            <p:nvPr/>
          </p:nvGrpSpPr>
          <p:grpSpPr bwMode="auto">
            <a:xfrm>
              <a:off x="5001" y="2622"/>
              <a:ext cx="149" cy="316"/>
              <a:chOff x="4180" y="783"/>
              <a:chExt cx="150" cy="307"/>
            </a:xfrm>
          </p:grpSpPr>
          <p:sp>
            <p:nvSpPr>
              <p:cNvPr id="204987" name="AutoShape 82">
                <a:extLst>
                  <a:ext uri="{FF2B5EF4-FFF2-40B4-BE49-F238E27FC236}">
                    <a16:creationId xmlns:a16="http://schemas.microsoft.com/office/drawing/2014/main" id="{D8FA860D-B5E6-4797-9ED7-CA89C9B82EC4}"/>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88" name="Rectangle 83">
                <a:extLst>
                  <a:ext uri="{FF2B5EF4-FFF2-40B4-BE49-F238E27FC236}">
                    <a16:creationId xmlns:a16="http://schemas.microsoft.com/office/drawing/2014/main" id="{E12C1E3E-746A-4A30-8C81-3812D2A66210}"/>
                  </a:ext>
                </a:extLst>
              </p:cNvPr>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89" name="Rectangle 84">
                <a:extLst>
                  <a:ext uri="{FF2B5EF4-FFF2-40B4-BE49-F238E27FC236}">
                    <a16:creationId xmlns:a16="http://schemas.microsoft.com/office/drawing/2014/main" id="{D6B1A960-FF03-4C8E-ABDC-655174147B90}"/>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90" name="AutoShape 85">
                <a:extLst>
                  <a:ext uri="{FF2B5EF4-FFF2-40B4-BE49-F238E27FC236}">
                    <a16:creationId xmlns:a16="http://schemas.microsoft.com/office/drawing/2014/main" id="{57BB7A2B-049A-415F-9DBC-0BB445F98B10}"/>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91" name="Line 86">
                <a:extLst>
                  <a:ext uri="{FF2B5EF4-FFF2-40B4-BE49-F238E27FC236}">
                    <a16:creationId xmlns:a16="http://schemas.microsoft.com/office/drawing/2014/main" id="{F5449425-D6C0-4489-B903-85EDA50DFDF6}"/>
                  </a:ext>
                </a:extLst>
              </p:cNvPr>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92" name="Line 87">
                <a:extLst>
                  <a:ext uri="{FF2B5EF4-FFF2-40B4-BE49-F238E27FC236}">
                    <a16:creationId xmlns:a16="http://schemas.microsoft.com/office/drawing/2014/main" id="{F68B3FF4-5508-47C0-97E9-09474B9AF0B9}"/>
                  </a:ext>
                </a:extLst>
              </p:cNvPr>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93" name="Rectangle 88">
                <a:extLst>
                  <a:ext uri="{FF2B5EF4-FFF2-40B4-BE49-F238E27FC236}">
                    <a16:creationId xmlns:a16="http://schemas.microsoft.com/office/drawing/2014/main" id="{123489BE-8685-4986-8DBA-A8AB3C154F32}"/>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94" name="Rectangle 89">
                <a:extLst>
                  <a:ext uri="{FF2B5EF4-FFF2-40B4-BE49-F238E27FC236}">
                    <a16:creationId xmlns:a16="http://schemas.microsoft.com/office/drawing/2014/main" id="{6BE19442-D05D-496A-B5D8-9D61C70D03CE}"/>
                  </a:ext>
                </a:extLst>
              </p:cNvPr>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grpSp>
          <p:nvGrpSpPr>
            <p:cNvPr id="204841" name="Group 90">
              <a:extLst>
                <a:ext uri="{FF2B5EF4-FFF2-40B4-BE49-F238E27FC236}">
                  <a16:creationId xmlns:a16="http://schemas.microsoft.com/office/drawing/2014/main" id="{AB960A3A-5FA5-4ABD-93C8-118FBD507F90}"/>
                </a:ext>
              </a:extLst>
            </p:cNvPr>
            <p:cNvGrpSpPr>
              <a:grpSpLocks/>
            </p:cNvGrpSpPr>
            <p:nvPr/>
          </p:nvGrpSpPr>
          <p:grpSpPr bwMode="auto">
            <a:xfrm>
              <a:off x="4992" y="2965"/>
              <a:ext cx="149" cy="315"/>
              <a:chOff x="4180" y="783"/>
              <a:chExt cx="150" cy="307"/>
            </a:xfrm>
          </p:grpSpPr>
          <p:sp>
            <p:nvSpPr>
              <p:cNvPr id="204979" name="AutoShape 91">
                <a:extLst>
                  <a:ext uri="{FF2B5EF4-FFF2-40B4-BE49-F238E27FC236}">
                    <a16:creationId xmlns:a16="http://schemas.microsoft.com/office/drawing/2014/main" id="{2499BBDB-77C3-4BCE-BA25-480DE5EDFBA3}"/>
                  </a:ext>
                </a:extLst>
              </p:cNvPr>
              <p:cNvSpPr>
                <a:spLocks noChangeArrowheads="1"/>
              </p:cNvSpPr>
              <p:nvPr/>
            </p:nvSpPr>
            <p:spPr bwMode="auto">
              <a:xfrm>
                <a:off x="4180" y="1019"/>
                <a:ext cx="150" cy="71"/>
              </a:xfrm>
              <a:prstGeom prst="parallelogram">
                <a:avLst>
                  <a:gd name="adj" fmla="val 81387"/>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80" name="Rectangle 92">
                <a:extLst>
                  <a:ext uri="{FF2B5EF4-FFF2-40B4-BE49-F238E27FC236}">
                    <a16:creationId xmlns:a16="http://schemas.microsoft.com/office/drawing/2014/main" id="{90F39887-A2C8-4AD4-8172-FCB568D18FB4}"/>
                  </a:ext>
                </a:extLst>
              </p:cNvPr>
              <p:cNvSpPr>
                <a:spLocks noChangeArrowheads="1"/>
              </p:cNvSpPr>
              <p:nvPr/>
            </p:nvSpPr>
            <p:spPr bwMode="auto">
              <a:xfrm>
                <a:off x="4256" y="785"/>
                <a:ext cx="69" cy="236"/>
              </a:xfrm>
              <a:prstGeom prst="rect">
                <a:avLst/>
              </a:prstGeom>
              <a:solidFill>
                <a:srgbClr val="33CC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81" name="Rectangle 93">
                <a:extLst>
                  <a:ext uri="{FF2B5EF4-FFF2-40B4-BE49-F238E27FC236}">
                    <a16:creationId xmlns:a16="http://schemas.microsoft.com/office/drawing/2014/main" id="{76B01F0C-F14F-46C4-8D84-6D208B5307B8}"/>
                  </a:ext>
                </a:extLst>
              </p:cNvPr>
              <p:cNvSpPr>
                <a:spLocks noChangeArrowheads="1"/>
              </p:cNvSpPr>
              <p:nvPr/>
            </p:nvSpPr>
            <p:spPr bwMode="auto">
              <a:xfrm>
                <a:off x="4181" y="852"/>
                <a:ext cx="95" cy="236"/>
              </a:xfrm>
              <a:prstGeom prst="rect">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82" name="AutoShape 94">
                <a:extLst>
                  <a:ext uri="{FF2B5EF4-FFF2-40B4-BE49-F238E27FC236}">
                    <a16:creationId xmlns:a16="http://schemas.microsoft.com/office/drawing/2014/main" id="{6EDD6DD3-8DA7-4062-862D-353515D2D4F1}"/>
                  </a:ext>
                </a:extLst>
              </p:cNvPr>
              <p:cNvSpPr>
                <a:spLocks noChangeArrowheads="1"/>
              </p:cNvSpPr>
              <p:nvPr/>
            </p:nvSpPr>
            <p:spPr bwMode="auto">
              <a:xfrm>
                <a:off x="4180" y="783"/>
                <a:ext cx="150" cy="71"/>
              </a:xfrm>
              <a:prstGeom prst="parallelogram">
                <a:avLst>
                  <a:gd name="adj" fmla="val 81387"/>
                </a:avLst>
              </a:prstGeom>
              <a:solidFill>
                <a:srgbClr val="33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83" name="Line 95">
                <a:extLst>
                  <a:ext uri="{FF2B5EF4-FFF2-40B4-BE49-F238E27FC236}">
                    <a16:creationId xmlns:a16="http://schemas.microsoft.com/office/drawing/2014/main" id="{F8038E41-F278-4620-BED8-6FFB47BD8D1D}"/>
                  </a:ext>
                </a:extLst>
              </p:cNvPr>
              <p:cNvSpPr>
                <a:spLocks noChangeShapeType="1"/>
              </p:cNvSpPr>
              <p:nvPr/>
            </p:nvSpPr>
            <p:spPr bwMode="auto">
              <a:xfrm>
                <a:off x="4330" y="788"/>
                <a:ext cx="0" cy="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84" name="Line 96">
                <a:extLst>
                  <a:ext uri="{FF2B5EF4-FFF2-40B4-BE49-F238E27FC236}">
                    <a16:creationId xmlns:a16="http://schemas.microsoft.com/office/drawing/2014/main" id="{A23D9F69-E1FE-4157-AA6D-601473D0E9AD}"/>
                  </a:ext>
                </a:extLst>
              </p:cNvPr>
              <p:cNvSpPr>
                <a:spLocks noChangeShapeType="1"/>
              </p:cNvSpPr>
              <p:nvPr/>
            </p:nvSpPr>
            <p:spPr bwMode="auto">
              <a:xfrm flipH="1">
                <a:off x="4276" y="1019"/>
                <a:ext cx="54" cy="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85" name="Rectangle 97">
                <a:extLst>
                  <a:ext uri="{FF2B5EF4-FFF2-40B4-BE49-F238E27FC236}">
                    <a16:creationId xmlns:a16="http://schemas.microsoft.com/office/drawing/2014/main" id="{AF1E986D-1430-4C82-B9DA-207EE65BD2B4}"/>
                  </a:ext>
                </a:extLst>
              </p:cNvPr>
              <p:cNvSpPr>
                <a:spLocks noChangeArrowheads="1"/>
              </p:cNvSpPr>
              <p:nvPr/>
            </p:nvSpPr>
            <p:spPr bwMode="auto">
              <a:xfrm>
                <a:off x="4193" y="883"/>
                <a:ext cx="63" cy="136"/>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86" name="Rectangle 98">
                <a:extLst>
                  <a:ext uri="{FF2B5EF4-FFF2-40B4-BE49-F238E27FC236}">
                    <a16:creationId xmlns:a16="http://schemas.microsoft.com/office/drawing/2014/main" id="{75572635-672D-465F-AFF3-C886EC4C4D0E}"/>
                  </a:ext>
                </a:extLst>
              </p:cNvPr>
              <p:cNvSpPr>
                <a:spLocks noChangeArrowheads="1"/>
              </p:cNvSpPr>
              <p:nvPr/>
            </p:nvSpPr>
            <p:spPr bwMode="auto">
              <a:xfrm>
                <a:off x="4202" y="924"/>
                <a:ext cx="48" cy="4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sp>
          <p:nvSpPr>
            <p:cNvPr id="204842" name="Line 99">
              <a:extLst>
                <a:ext uri="{FF2B5EF4-FFF2-40B4-BE49-F238E27FC236}">
                  <a16:creationId xmlns:a16="http://schemas.microsoft.com/office/drawing/2014/main" id="{25A5BCD9-EB82-4410-A9A5-21A0AEFBE907}"/>
                </a:ext>
              </a:extLst>
            </p:cNvPr>
            <p:cNvSpPr>
              <a:spLocks noChangeShapeType="1"/>
            </p:cNvSpPr>
            <p:nvPr/>
          </p:nvSpPr>
          <p:spPr bwMode="auto">
            <a:xfrm rot="5400000" flipH="1">
              <a:off x="4707" y="2911"/>
              <a:ext cx="47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43" name="Line 100">
              <a:extLst>
                <a:ext uri="{FF2B5EF4-FFF2-40B4-BE49-F238E27FC236}">
                  <a16:creationId xmlns:a16="http://schemas.microsoft.com/office/drawing/2014/main" id="{B6DB19E4-96F2-475C-8972-0F35F3ED57C9}"/>
                </a:ext>
              </a:extLst>
            </p:cNvPr>
            <p:cNvSpPr>
              <a:spLocks noChangeShapeType="1"/>
            </p:cNvSpPr>
            <p:nvPr/>
          </p:nvSpPr>
          <p:spPr bwMode="auto">
            <a:xfrm rot="-5400000">
              <a:off x="4977" y="3107"/>
              <a:ext cx="0" cy="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44" name="Line 101">
              <a:extLst>
                <a:ext uri="{FF2B5EF4-FFF2-40B4-BE49-F238E27FC236}">
                  <a16:creationId xmlns:a16="http://schemas.microsoft.com/office/drawing/2014/main" id="{D6D361A9-510C-495B-BDD8-5EC95156BF82}"/>
                </a:ext>
              </a:extLst>
            </p:cNvPr>
            <p:cNvSpPr>
              <a:spLocks noChangeShapeType="1"/>
            </p:cNvSpPr>
            <p:nvPr/>
          </p:nvSpPr>
          <p:spPr bwMode="auto">
            <a:xfrm rot="-5400000">
              <a:off x="4970" y="2745"/>
              <a:ext cx="0" cy="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45" name="Line 102">
              <a:extLst>
                <a:ext uri="{FF2B5EF4-FFF2-40B4-BE49-F238E27FC236}">
                  <a16:creationId xmlns:a16="http://schemas.microsoft.com/office/drawing/2014/main" id="{55383CE1-B40F-4A3B-AB29-B1973035C4EE}"/>
                </a:ext>
              </a:extLst>
            </p:cNvPr>
            <p:cNvSpPr>
              <a:spLocks noChangeShapeType="1"/>
            </p:cNvSpPr>
            <p:nvPr/>
          </p:nvSpPr>
          <p:spPr bwMode="auto">
            <a:xfrm flipV="1">
              <a:off x="4024" y="1280"/>
              <a:ext cx="328" cy="1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46" name="Line 103">
              <a:extLst>
                <a:ext uri="{FF2B5EF4-FFF2-40B4-BE49-F238E27FC236}">
                  <a16:creationId xmlns:a16="http://schemas.microsoft.com/office/drawing/2014/main" id="{731B5EC2-B2F7-4145-B62E-DD05FC81FE4B}"/>
                </a:ext>
              </a:extLst>
            </p:cNvPr>
            <p:cNvSpPr>
              <a:spLocks noChangeShapeType="1"/>
            </p:cNvSpPr>
            <p:nvPr/>
          </p:nvSpPr>
          <p:spPr bwMode="auto">
            <a:xfrm>
              <a:off x="4694" y="1299"/>
              <a:ext cx="348" cy="1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47" name="Line 104">
              <a:extLst>
                <a:ext uri="{FF2B5EF4-FFF2-40B4-BE49-F238E27FC236}">
                  <a16:creationId xmlns:a16="http://schemas.microsoft.com/office/drawing/2014/main" id="{DE9FA978-9A94-4DE0-B8E2-A5104B3635DD}"/>
                </a:ext>
              </a:extLst>
            </p:cNvPr>
            <p:cNvSpPr>
              <a:spLocks noChangeShapeType="1"/>
            </p:cNvSpPr>
            <p:nvPr/>
          </p:nvSpPr>
          <p:spPr bwMode="auto">
            <a:xfrm flipH="1">
              <a:off x="5066" y="1558"/>
              <a:ext cx="172" cy="5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48" name="Line 105">
              <a:extLst>
                <a:ext uri="{FF2B5EF4-FFF2-40B4-BE49-F238E27FC236}">
                  <a16:creationId xmlns:a16="http://schemas.microsoft.com/office/drawing/2014/main" id="{27A99A18-826E-44D3-8370-8ADC8D87BFB8}"/>
                </a:ext>
              </a:extLst>
            </p:cNvPr>
            <p:cNvSpPr>
              <a:spLocks noChangeShapeType="1"/>
            </p:cNvSpPr>
            <p:nvPr/>
          </p:nvSpPr>
          <p:spPr bwMode="auto">
            <a:xfrm>
              <a:off x="4514" y="1385"/>
              <a:ext cx="0" cy="33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49" name="Line 106">
              <a:extLst>
                <a:ext uri="{FF2B5EF4-FFF2-40B4-BE49-F238E27FC236}">
                  <a16:creationId xmlns:a16="http://schemas.microsoft.com/office/drawing/2014/main" id="{3AF7D7FE-F8DE-464C-837E-3236B34A8273}"/>
                </a:ext>
              </a:extLst>
            </p:cNvPr>
            <p:cNvSpPr>
              <a:spLocks noChangeShapeType="1"/>
            </p:cNvSpPr>
            <p:nvPr/>
          </p:nvSpPr>
          <p:spPr bwMode="auto">
            <a:xfrm>
              <a:off x="4532" y="1884"/>
              <a:ext cx="383" cy="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50" name="Line 107">
              <a:extLst>
                <a:ext uri="{FF2B5EF4-FFF2-40B4-BE49-F238E27FC236}">
                  <a16:creationId xmlns:a16="http://schemas.microsoft.com/office/drawing/2014/main" id="{6319A19E-45ED-43E2-9552-539B928B600D}"/>
                </a:ext>
              </a:extLst>
            </p:cNvPr>
            <p:cNvSpPr>
              <a:spLocks noChangeShapeType="1"/>
            </p:cNvSpPr>
            <p:nvPr/>
          </p:nvSpPr>
          <p:spPr bwMode="auto">
            <a:xfrm flipH="1">
              <a:off x="4862" y="2243"/>
              <a:ext cx="191" cy="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51" name="Line 108">
              <a:extLst>
                <a:ext uri="{FF2B5EF4-FFF2-40B4-BE49-F238E27FC236}">
                  <a16:creationId xmlns:a16="http://schemas.microsoft.com/office/drawing/2014/main" id="{97F86440-181A-48DA-B9AB-1A47873B89E8}"/>
                </a:ext>
              </a:extLst>
            </p:cNvPr>
            <p:cNvSpPr>
              <a:spLocks noChangeShapeType="1"/>
            </p:cNvSpPr>
            <p:nvPr/>
          </p:nvSpPr>
          <p:spPr bwMode="auto">
            <a:xfrm flipH="1">
              <a:off x="4699" y="1533"/>
              <a:ext cx="402" cy="2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52" name="Line 109">
              <a:extLst>
                <a:ext uri="{FF2B5EF4-FFF2-40B4-BE49-F238E27FC236}">
                  <a16:creationId xmlns:a16="http://schemas.microsoft.com/office/drawing/2014/main" id="{EB0D00C7-618B-4F49-B06C-E6837763851C}"/>
                </a:ext>
              </a:extLst>
            </p:cNvPr>
            <p:cNvSpPr>
              <a:spLocks noChangeShapeType="1"/>
            </p:cNvSpPr>
            <p:nvPr/>
          </p:nvSpPr>
          <p:spPr bwMode="auto">
            <a:xfrm flipH="1">
              <a:off x="4706" y="1102"/>
              <a:ext cx="251" cy="19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53" name="Line 110">
              <a:extLst>
                <a:ext uri="{FF2B5EF4-FFF2-40B4-BE49-F238E27FC236}">
                  <a16:creationId xmlns:a16="http://schemas.microsoft.com/office/drawing/2014/main" id="{FFA9F210-2753-4821-B865-D57502128EAA}"/>
                </a:ext>
              </a:extLst>
            </p:cNvPr>
            <p:cNvSpPr>
              <a:spLocks noChangeShapeType="1"/>
            </p:cNvSpPr>
            <p:nvPr/>
          </p:nvSpPr>
          <p:spPr bwMode="auto">
            <a:xfrm flipH="1">
              <a:off x="5220" y="1237"/>
              <a:ext cx="145" cy="1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04854" name="Group 111">
              <a:extLst>
                <a:ext uri="{FF2B5EF4-FFF2-40B4-BE49-F238E27FC236}">
                  <a16:creationId xmlns:a16="http://schemas.microsoft.com/office/drawing/2014/main" id="{F0694BF6-D6BD-4E80-9AC4-1D1214979C5D}"/>
                </a:ext>
              </a:extLst>
            </p:cNvPr>
            <p:cNvGrpSpPr>
              <a:grpSpLocks/>
            </p:cNvGrpSpPr>
            <p:nvPr/>
          </p:nvGrpSpPr>
          <p:grpSpPr bwMode="auto">
            <a:xfrm>
              <a:off x="3652" y="1385"/>
              <a:ext cx="359" cy="180"/>
              <a:chOff x="3600" y="219"/>
              <a:chExt cx="360" cy="175"/>
            </a:xfrm>
          </p:grpSpPr>
          <p:sp>
            <p:nvSpPr>
              <p:cNvPr id="204966" name="Oval 112">
                <a:extLst>
                  <a:ext uri="{FF2B5EF4-FFF2-40B4-BE49-F238E27FC236}">
                    <a16:creationId xmlns:a16="http://schemas.microsoft.com/office/drawing/2014/main" id="{65494C37-5503-4C59-B4B6-8A56A94052EB}"/>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67" name="Line 113">
                <a:extLst>
                  <a:ext uri="{FF2B5EF4-FFF2-40B4-BE49-F238E27FC236}">
                    <a16:creationId xmlns:a16="http://schemas.microsoft.com/office/drawing/2014/main" id="{213B383B-01C6-4039-8CE3-2B898F839FE3}"/>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68" name="Line 114">
                <a:extLst>
                  <a:ext uri="{FF2B5EF4-FFF2-40B4-BE49-F238E27FC236}">
                    <a16:creationId xmlns:a16="http://schemas.microsoft.com/office/drawing/2014/main" id="{40AA4F20-C7A2-4DB5-93DA-F7A90C400D22}"/>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69" name="Rectangle 115">
                <a:extLst>
                  <a:ext uri="{FF2B5EF4-FFF2-40B4-BE49-F238E27FC236}">
                    <a16:creationId xmlns:a16="http://schemas.microsoft.com/office/drawing/2014/main" id="{B39ED3A9-3D24-40B7-B622-B4799509120A}"/>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70" name="Oval 116">
                <a:extLst>
                  <a:ext uri="{FF2B5EF4-FFF2-40B4-BE49-F238E27FC236}">
                    <a16:creationId xmlns:a16="http://schemas.microsoft.com/office/drawing/2014/main" id="{B0F18DD8-CCCE-4173-8DC0-BDA987984BFF}"/>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204971" name="Group 117">
                <a:extLst>
                  <a:ext uri="{FF2B5EF4-FFF2-40B4-BE49-F238E27FC236}">
                    <a16:creationId xmlns:a16="http://schemas.microsoft.com/office/drawing/2014/main" id="{EE701B54-6B64-4019-BF69-E64A3CD09FD8}"/>
                  </a:ext>
                </a:extLst>
              </p:cNvPr>
              <p:cNvGrpSpPr>
                <a:grpSpLocks/>
              </p:cNvGrpSpPr>
              <p:nvPr/>
            </p:nvGrpSpPr>
            <p:grpSpPr bwMode="auto">
              <a:xfrm>
                <a:off x="3686" y="244"/>
                <a:ext cx="177" cy="66"/>
                <a:chOff x="2848" y="848"/>
                <a:chExt cx="140" cy="98"/>
              </a:xfrm>
            </p:grpSpPr>
            <p:sp>
              <p:nvSpPr>
                <p:cNvPr id="204976" name="Line 118">
                  <a:extLst>
                    <a:ext uri="{FF2B5EF4-FFF2-40B4-BE49-F238E27FC236}">
                      <a16:creationId xmlns:a16="http://schemas.microsoft.com/office/drawing/2014/main" id="{E5A0BCE5-2F8D-4FB8-BF43-B15236591494}"/>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77" name="Line 119">
                  <a:extLst>
                    <a:ext uri="{FF2B5EF4-FFF2-40B4-BE49-F238E27FC236}">
                      <a16:creationId xmlns:a16="http://schemas.microsoft.com/office/drawing/2014/main" id="{56188213-8D35-413D-AB41-B4A9A1353534}"/>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78" name="Line 120">
                  <a:extLst>
                    <a:ext uri="{FF2B5EF4-FFF2-40B4-BE49-F238E27FC236}">
                      <a16:creationId xmlns:a16="http://schemas.microsoft.com/office/drawing/2014/main" id="{3BF50EEF-0C37-434D-90B8-30C56C6E761D}"/>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4972" name="Group 121">
                <a:extLst>
                  <a:ext uri="{FF2B5EF4-FFF2-40B4-BE49-F238E27FC236}">
                    <a16:creationId xmlns:a16="http://schemas.microsoft.com/office/drawing/2014/main" id="{613EB27F-751F-4F19-8843-7F3002B2DFDA}"/>
                  </a:ext>
                </a:extLst>
              </p:cNvPr>
              <p:cNvGrpSpPr>
                <a:grpSpLocks/>
              </p:cNvGrpSpPr>
              <p:nvPr/>
            </p:nvGrpSpPr>
            <p:grpSpPr bwMode="auto">
              <a:xfrm flipV="1">
                <a:off x="3686" y="243"/>
                <a:ext cx="177" cy="66"/>
                <a:chOff x="2848" y="848"/>
                <a:chExt cx="140" cy="98"/>
              </a:xfrm>
            </p:grpSpPr>
            <p:sp>
              <p:nvSpPr>
                <p:cNvPr id="204973" name="Line 122">
                  <a:extLst>
                    <a:ext uri="{FF2B5EF4-FFF2-40B4-BE49-F238E27FC236}">
                      <a16:creationId xmlns:a16="http://schemas.microsoft.com/office/drawing/2014/main" id="{F09164F5-77F4-448E-9BEC-712F0D72BF4F}"/>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74" name="Line 123">
                  <a:extLst>
                    <a:ext uri="{FF2B5EF4-FFF2-40B4-BE49-F238E27FC236}">
                      <a16:creationId xmlns:a16="http://schemas.microsoft.com/office/drawing/2014/main" id="{F57D8DAA-51E9-4D69-A299-3F7549F5E795}"/>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75" name="Line 124">
                  <a:extLst>
                    <a:ext uri="{FF2B5EF4-FFF2-40B4-BE49-F238E27FC236}">
                      <a16:creationId xmlns:a16="http://schemas.microsoft.com/office/drawing/2014/main" id="{B2E1D285-FBE2-4D17-BCFA-E431DF5898CD}"/>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04855" name="Group 125">
              <a:extLst>
                <a:ext uri="{FF2B5EF4-FFF2-40B4-BE49-F238E27FC236}">
                  <a16:creationId xmlns:a16="http://schemas.microsoft.com/office/drawing/2014/main" id="{31B046E7-A6CA-4D71-ACBA-5012BD0A6D6E}"/>
                </a:ext>
              </a:extLst>
            </p:cNvPr>
            <p:cNvGrpSpPr>
              <a:grpSpLocks/>
            </p:cNvGrpSpPr>
            <p:nvPr/>
          </p:nvGrpSpPr>
          <p:grpSpPr bwMode="auto">
            <a:xfrm>
              <a:off x="4334" y="1209"/>
              <a:ext cx="360" cy="180"/>
              <a:chOff x="3600" y="219"/>
              <a:chExt cx="360" cy="175"/>
            </a:xfrm>
          </p:grpSpPr>
          <p:sp>
            <p:nvSpPr>
              <p:cNvPr id="204953" name="Oval 126">
                <a:extLst>
                  <a:ext uri="{FF2B5EF4-FFF2-40B4-BE49-F238E27FC236}">
                    <a16:creationId xmlns:a16="http://schemas.microsoft.com/office/drawing/2014/main" id="{BD76DD4E-5821-49DA-86C5-D15A5429F6A2}"/>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54" name="Line 127">
                <a:extLst>
                  <a:ext uri="{FF2B5EF4-FFF2-40B4-BE49-F238E27FC236}">
                    <a16:creationId xmlns:a16="http://schemas.microsoft.com/office/drawing/2014/main" id="{CA18EC0C-BF5C-4701-BD8F-DA086283B331}"/>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55" name="Line 128">
                <a:extLst>
                  <a:ext uri="{FF2B5EF4-FFF2-40B4-BE49-F238E27FC236}">
                    <a16:creationId xmlns:a16="http://schemas.microsoft.com/office/drawing/2014/main" id="{860D9338-06A6-475C-B9C9-B0561C914F6C}"/>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56" name="Rectangle 129">
                <a:extLst>
                  <a:ext uri="{FF2B5EF4-FFF2-40B4-BE49-F238E27FC236}">
                    <a16:creationId xmlns:a16="http://schemas.microsoft.com/office/drawing/2014/main" id="{ACAD7938-6A9F-4E0E-833D-1DBB6567E678}"/>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57" name="Oval 130">
                <a:extLst>
                  <a:ext uri="{FF2B5EF4-FFF2-40B4-BE49-F238E27FC236}">
                    <a16:creationId xmlns:a16="http://schemas.microsoft.com/office/drawing/2014/main" id="{A213E2BE-6D7E-4B1C-9FE5-028CD92EE7C3}"/>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204958" name="Group 131">
                <a:extLst>
                  <a:ext uri="{FF2B5EF4-FFF2-40B4-BE49-F238E27FC236}">
                    <a16:creationId xmlns:a16="http://schemas.microsoft.com/office/drawing/2014/main" id="{CAFF0EDB-4777-4BC7-9F7B-08C4BC315615}"/>
                  </a:ext>
                </a:extLst>
              </p:cNvPr>
              <p:cNvGrpSpPr>
                <a:grpSpLocks/>
              </p:cNvGrpSpPr>
              <p:nvPr/>
            </p:nvGrpSpPr>
            <p:grpSpPr bwMode="auto">
              <a:xfrm>
                <a:off x="3686" y="244"/>
                <a:ext cx="177" cy="66"/>
                <a:chOff x="2848" y="848"/>
                <a:chExt cx="140" cy="98"/>
              </a:xfrm>
            </p:grpSpPr>
            <p:sp>
              <p:nvSpPr>
                <p:cNvPr id="204963" name="Line 132">
                  <a:extLst>
                    <a:ext uri="{FF2B5EF4-FFF2-40B4-BE49-F238E27FC236}">
                      <a16:creationId xmlns:a16="http://schemas.microsoft.com/office/drawing/2014/main" id="{812A77F0-AA92-4F31-A95B-4A0FF6DA9B21}"/>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64" name="Line 133">
                  <a:extLst>
                    <a:ext uri="{FF2B5EF4-FFF2-40B4-BE49-F238E27FC236}">
                      <a16:creationId xmlns:a16="http://schemas.microsoft.com/office/drawing/2014/main" id="{B8447A08-BB96-4901-8C10-A52CEB9C7D61}"/>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65" name="Line 134">
                  <a:extLst>
                    <a:ext uri="{FF2B5EF4-FFF2-40B4-BE49-F238E27FC236}">
                      <a16:creationId xmlns:a16="http://schemas.microsoft.com/office/drawing/2014/main" id="{8908C212-93D4-4C66-8DB7-D7D825451583}"/>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4959" name="Group 135">
                <a:extLst>
                  <a:ext uri="{FF2B5EF4-FFF2-40B4-BE49-F238E27FC236}">
                    <a16:creationId xmlns:a16="http://schemas.microsoft.com/office/drawing/2014/main" id="{E080C059-27E1-47D8-B8B1-D941A00AB765}"/>
                  </a:ext>
                </a:extLst>
              </p:cNvPr>
              <p:cNvGrpSpPr>
                <a:grpSpLocks/>
              </p:cNvGrpSpPr>
              <p:nvPr/>
            </p:nvGrpSpPr>
            <p:grpSpPr bwMode="auto">
              <a:xfrm flipV="1">
                <a:off x="3686" y="243"/>
                <a:ext cx="177" cy="66"/>
                <a:chOff x="2848" y="848"/>
                <a:chExt cx="140" cy="98"/>
              </a:xfrm>
            </p:grpSpPr>
            <p:sp>
              <p:nvSpPr>
                <p:cNvPr id="204960" name="Line 136">
                  <a:extLst>
                    <a:ext uri="{FF2B5EF4-FFF2-40B4-BE49-F238E27FC236}">
                      <a16:creationId xmlns:a16="http://schemas.microsoft.com/office/drawing/2014/main" id="{FA8723C9-1D84-4C86-B8BB-3D3501AB43E1}"/>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61" name="Line 137">
                  <a:extLst>
                    <a:ext uri="{FF2B5EF4-FFF2-40B4-BE49-F238E27FC236}">
                      <a16:creationId xmlns:a16="http://schemas.microsoft.com/office/drawing/2014/main" id="{28B38472-FF6E-414C-A87B-50B178854FE0}"/>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62" name="Line 138">
                  <a:extLst>
                    <a:ext uri="{FF2B5EF4-FFF2-40B4-BE49-F238E27FC236}">
                      <a16:creationId xmlns:a16="http://schemas.microsoft.com/office/drawing/2014/main" id="{FE3235CE-1638-431E-922B-03FD46C4C0E0}"/>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04856" name="Group 139">
              <a:extLst>
                <a:ext uri="{FF2B5EF4-FFF2-40B4-BE49-F238E27FC236}">
                  <a16:creationId xmlns:a16="http://schemas.microsoft.com/office/drawing/2014/main" id="{689E243A-533F-460C-8DB6-1EC84051587C}"/>
                </a:ext>
              </a:extLst>
            </p:cNvPr>
            <p:cNvGrpSpPr>
              <a:grpSpLocks/>
            </p:cNvGrpSpPr>
            <p:nvPr/>
          </p:nvGrpSpPr>
          <p:grpSpPr bwMode="auto">
            <a:xfrm>
              <a:off x="4347" y="1716"/>
              <a:ext cx="359" cy="180"/>
              <a:chOff x="3600" y="219"/>
              <a:chExt cx="360" cy="175"/>
            </a:xfrm>
          </p:grpSpPr>
          <p:sp>
            <p:nvSpPr>
              <p:cNvPr id="204940" name="Oval 140">
                <a:extLst>
                  <a:ext uri="{FF2B5EF4-FFF2-40B4-BE49-F238E27FC236}">
                    <a16:creationId xmlns:a16="http://schemas.microsoft.com/office/drawing/2014/main" id="{54530C23-BEA1-4BD5-ACF7-8F93470F93C4}"/>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41" name="Line 141">
                <a:extLst>
                  <a:ext uri="{FF2B5EF4-FFF2-40B4-BE49-F238E27FC236}">
                    <a16:creationId xmlns:a16="http://schemas.microsoft.com/office/drawing/2014/main" id="{0660EFDC-668C-4F8A-891B-6EEE70623826}"/>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42" name="Line 142">
                <a:extLst>
                  <a:ext uri="{FF2B5EF4-FFF2-40B4-BE49-F238E27FC236}">
                    <a16:creationId xmlns:a16="http://schemas.microsoft.com/office/drawing/2014/main" id="{CF9C8056-15DD-4ECD-9D71-860AEDE801AB}"/>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43" name="Rectangle 143">
                <a:extLst>
                  <a:ext uri="{FF2B5EF4-FFF2-40B4-BE49-F238E27FC236}">
                    <a16:creationId xmlns:a16="http://schemas.microsoft.com/office/drawing/2014/main" id="{994154BD-7592-4302-9B0E-74B0E49336D6}"/>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44" name="Oval 144">
                <a:extLst>
                  <a:ext uri="{FF2B5EF4-FFF2-40B4-BE49-F238E27FC236}">
                    <a16:creationId xmlns:a16="http://schemas.microsoft.com/office/drawing/2014/main" id="{2279EB63-19C9-4527-9510-3992FA30124D}"/>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204945" name="Group 145">
                <a:extLst>
                  <a:ext uri="{FF2B5EF4-FFF2-40B4-BE49-F238E27FC236}">
                    <a16:creationId xmlns:a16="http://schemas.microsoft.com/office/drawing/2014/main" id="{DD46E4BB-DE1B-4534-B7D4-F65A3EE99C38}"/>
                  </a:ext>
                </a:extLst>
              </p:cNvPr>
              <p:cNvGrpSpPr>
                <a:grpSpLocks/>
              </p:cNvGrpSpPr>
              <p:nvPr/>
            </p:nvGrpSpPr>
            <p:grpSpPr bwMode="auto">
              <a:xfrm>
                <a:off x="3686" y="244"/>
                <a:ext cx="177" cy="66"/>
                <a:chOff x="2848" y="848"/>
                <a:chExt cx="140" cy="98"/>
              </a:xfrm>
            </p:grpSpPr>
            <p:sp>
              <p:nvSpPr>
                <p:cNvPr id="204950" name="Line 146">
                  <a:extLst>
                    <a:ext uri="{FF2B5EF4-FFF2-40B4-BE49-F238E27FC236}">
                      <a16:creationId xmlns:a16="http://schemas.microsoft.com/office/drawing/2014/main" id="{B50E9EE9-B94C-48B4-9F4C-B798BBED3F26}"/>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51" name="Line 147">
                  <a:extLst>
                    <a:ext uri="{FF2B5EF4-FFF2-40B4-BE49-F238E27FC236}">
                      <a16:creationId xmlns:a16="http://schemas.microsoft.com/office/drawing/2014/main" id="{5BBEED8E-D3CE-4406-B371-4DE4B11C77A1}"/>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52" name="Line 148">
                  <a:extLst>
                    <a:ext uri="{FF2B5EF4-FFF2-40B4-BE49-F238E27FC236}">
                      <a16:creationId xmlns:a16="http://schemas.microsoft.com/office/drawing/2014/main" id="{1043D5E7-B511-4929-8904-C88551D4BEC6}"/>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4946" name="Group 149">
                <a:extLst>
                  <a:ext uri="{FF2B5EF4-FFF2-40B4-BE49-F238E27FC236}">
                    <a16:creationId xmlns:a16="http://schemas.microsoft.com/office/drawing/2014/main" id="{D96B96ED-39AC-4C06-8619-8C7D8842EAC1}"/>
                  </a:ext>
                </a:extLst>
              </p:cNvPr>
              <p:cNvGrpSpPr>
                <a:grpSpLocks/>
              </p:cNvGrpSpPr>
              <p:nvPr/>
            </p:nvGrpSpPr>
            <p:grpSpPr bwMode="auto">
              <a:xfrm flipV="1">
                <a:off x="3686" y="243"/>
                <a:ext cx="177" cy="66"/>
                <a:chOff x="2848" y="848"/>
                <a:chExt cx="140" cy="98"/>
              </a:xfrm>
            </p:grpSpPr>
            <p:sp>
              <p:nvSpPr>
                <p:cNvPr id="204947" name="Line 150">
                  <a:extLst>
                    <a:ext uri="{FF2B5EF4-FFF2-40B4-BE49-F238E27FC236}">
                      <a16:creationId xmlns:a16="http://schemas.microsoft.com/office/drawing/2014/main" id="{0BA3D15A-3A56-4094-B195-F76CC6F860B1}"/>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48" name="Line 151">
                  <a:extLst>
                    <a:ext uri="{FF2B5EF4-FFF2-40B4-BE49-F238E27FC236}">
                      <a16:creationId xmlns:a16="http://schemas.microsoft.com/office/drawing/2014/main" id="{A2CAD174-2092-4B84-9858-63B5ADC15553}"/>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49" name="Line 152">
                  <a:extLst>
                    <a:ext uri="{FF2B5EF4-FFF2-40B4-BE49-F238E27FC236}">
                      <a16:creationId xmlns:a16="http://schemas.microsoft.com/office/drawing/2014/main" id="{E3964206-5C61-4420-A0A2-490E5EC571D2}"/>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04857" name="Group 153">
              <a:extLst>
                <a:ext uri="{FF2B5EF4-FFF2-40B4-BE49-F238E27FC236}">
                  <a16:creationId xmlns:a16="http://schemas.microsoft.com/office/drawing/2014/main" id="{7B7AE338-C7FB-4B46-A2F0-B8440B4A48E8}"/>
                </a:ext>
              </a:extLst>
            </p:cNvPr>
            <p:cNvGrpSpPr>
              <a:grpSpLocks/>
            </p:cNvGrpSpPr>
            <p:nvPr/>
          </p:nvGrpSpPr>
          <p:grpSpPr bwMode="auto">
            <a:xfrm>
              <a:off x="5042" y="1370"/>
              <a:ext cx="358" cy="179"/>
              <a:chOff x="3600" y="219"/>
              <a:chExt cx="360" cy="175"/>
            </a:xfrm>
          </p:grpSpPr>
          <p:sp>
            <p:nvSpPr>
              <p:cNvPr id="204927" name="Oval 154">
                <a:extLst>
                  <a:ext uri="{FF2B5EF4-FFF2-40B4-BE49-F238E27FC236}">
                    <a16:creationId xmlns:a16="http://schemas.microsoft.com/office/drawing/2014/main" id="{F93B151F-3D3C-4623-B113-B85098E79AFA}"/>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28" name="Line 155">
                <a:extLst>
                  <a:ext uri="{FF2B5EF4-FFF2-40B4-BE49-F238E27FC236}">
                    <a16:creationId xmlns:a16="http://schemas.microsoft.com/office/drawing/2014/main" id="{D9459B7F-3D00-4E43-9DB3-F0361EEBD1EF}"/>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29" name="Line 156">
                <a:extLst>
                  <a:ext uri="{FF2B5EF4-FFF2-40B4-BE49-F238E27FC236}">
                    <a16:creationId xmlns:a16="http://schemas.microsoft.com/office/drawing/2014/main" id="{0AC90588-D7B2-4BDD-97EA-BCBF5E7F37AD}"/>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30" name="Rectangle 157">
                <a:extLst>
                  <a:ext uri="{FF2B5EF4-FFF2-40B4-BE49-F238E27FC236}">
                    <a16:creationId xmlns:a16="http://schemas.microsoft.com/office/drawing/2014/main" id="{20AFDC38-420A-41EA-9D4E-22CB6C37C41E}"/>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31" name="Oval 158">
                <a:extLst>
                  <a:ext uri="{FF2B5EF4-FFF2-40B4-BE49-F238E27FC236}">
                    <a16:creationId xmlns:a16="http://schemas.microsoft.com/office/drawing/2014/main" id="{F3DA7B6C-42A8-4908-93CD-CC14510A6E25}"/>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204932" name="Group 159">
                <a:extLst>
                  <a:ext uri="{FF2B5EF4-FFF2-40B4-BE49-F238E27FC236}">
                    <a16:creationId xmlns:a16="http://schemas.microsoft.com/office/drawing/2014/main" id="{7F752A26-D1A5-4865-8F7F-29A922F0335A}"/>
                  </a:ext>
                </a:extLst>
              </p:cNvPr>
              <p:cNvGrpSpPr>
                <a:grpSpLocks/>
              </p:cNvGrpSpPr>
              <p:nvPr/>
            </p:nvGrpSpPr>
            <p:grpSpPr bwMode="auto">
              <a:xfrm>
                <a:off x="3686" y="244"/>
                <a:ext cx="177" cy="66"/>
                <a:chOff x="2848" y="848"/>
                <a:chExt cx="140" cy="98"/>
              </a:xfrm>
            </p:grpSpPr>
            <p:sp>
              <p:nvSpPr>
                <p:cNvPr id="204937" name="Line 160">
                  <a:extLst>
                    <a:ext uri="{FF2B5EF4-FFF2-40B4-BE49-F238E27FC236}">
                      <a16:creationId xmlns:a16="http://schemas.microsoft.com/office/drawing/2014/main" id="{39FD5113-CACD-4E67-820F-22A98C5B5B3D}"/>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38" name="Line 161">
                  <a:extLst>
                    <a:ext uri="{FF2B5EF4-FFF2-40B4-BE49-F238E27FC236}">
                      <a16:creationId xmlns:a16="http://schemas.microsoft.com/office/drawing/2014/main" id="{5A16D763-C963-47EA-B129-A477C180A35E}"/>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39" name="Line 162">
                  <a:extLst>
                    <a:ext uri="{FF2B5EF4-FFF2-40B4-BE49-F238E27FC236}">
                      <a16:creationId xmlns:a16="http://schemas.microsoft.com/office/drawing/2014/main" id="{CA38800E-2BE5-4BF8-BA60-7925C343D9AF}"/>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4933" name="Group 163">
                <a:extLst>
                  <a:ext uri="{FF2B5EF4-FFF2-40B4-BE49-F238E27FC236}">
                    <a16:creationId xmlns:a16="http://schemas.microsoft.com/office/drawing/2014/main" id="{3906C843-BE8D-4C1D-B4D0-6FA90DE02E25}"/>
                  </a:ext>
                </a:extLst>
              </p:cNvPr>
              <p:cNvGrpSpPr>
                <a:grpSpLocks/>
              </p:cNvGrpSpPr>
              <p:nvPr/>
            </p:nvGrpSpPr>
            <p:grpSpPr bwMode="auto">
              <a:xfrm flipV="1">
                <a:off x="3686" y="243"/>
                <a:ext cx="177" cy="66"/>
                <a:chOff x="2848" y="848"/>
                <a:chExt cx="140" cy="98"/>
              </a:xfrm>
            </p:grpSpPr>
            <p:sp>
              <p:nvSpPr>
                <p:cNvPr id="204934" name="Line 164">
                  <a:extLst>
                    <a:ext uri="{FF2B5EF4-FFF2-40B4-BE49-F238E27FC236}">
                      <a16:creationId xmlns:a16="http://schemas.microsoft.com/office/drawing/2014/main" id="{BB14CE5E-59D2-450E-BD54-87B3881B6A78}"/>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35" name="Line 165">
                  <a:extLst>
                    <a:ext uri="{FF2B5EF4-FFF2-40B4-BE49-F238E27FC236}">
                      <a16:creationId xmlns:a16="http://schemas.microsoft.com/office/drawing/2014/main" id="{6E4FB4DF-9513-4F55-ADD6-4344D6CBAE31}"/>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36" name="Line 166">
                  <a:extLst>
                    <a:ext uri="{FF2B5EF4-FFF2-40B4-BE49-F238E27FC236}">
                      <a16:creationId xmlns:a16="http://schemas.microsoft.com/office/drawing/2014/main" id="{33FFACE8-873D-4B1D-9EE3-CE037226F4CC}"/>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04858" name="Group 167">
              <a:extLst>
                <a:ext uri="{FF2B5EF4-FFF2-40B4-BE49-F238E27FC236}">
                  <a16:creationId xmlns:a16="http://schemas.microsoft.com/office/drawing/2014/main" id="{7B25C7D8-4306-4774-9903-59B83AB56308}"/>
                </a:ext>
              </a:extLst>
            </p:cNvPr>
            <p:cNvGrpSpPr>
              <a:grpSpLocks/>
            </p:cNvGrpSpPr>
            <p:nvPr/>
          </p:nvGrpSpPr>
          <p:grpSpPr bwMode="auto">
            <a:xfrm>
              <a:off x="4903" y="2061"/>
              <a:ext cx="359" cy="179"/>
              <a:chOff x="3600" y="219"/>
              <a:chExt cx="360" cy="175"/>
            </a:xfrm>
          </p:grpSpPr>
          <p:sp>
            <p:nvSpPr>
              <p:cNvPr id="204914" name="Oval 168">
                <a:extLst>
                  <a:ext uri="{FF2B5EF4-FFF2-40B4-BE49-F238E27FC236}">
                    <a16:creationId xmlns:a16="http://schemas.microsoft.com/office/drawing/2014/main" id="{F601A27B-E23F-43DA-A2EF-932650DA4EAF}"/>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15" name="Line 169">
                <a:extLst>
                  <a:ext uri="{FF2B5EF4-FFF2-40B4-BE49-F238E27FC236}">
                    <a16:creationId xmlns:a16="http://schemas.microsoft.com/office/drawing/2014/main" id="{B4FC85FB-3948-4E6A-ACC6-033330378C6F}"/>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16" name="Line 170">
                <a:extLst>
                  <a:ext uri="{FF2B5EF4-FFF2-40B4-BE49-F238E27FC236}">
                    <a16:creationId xmlns:a16="http://schemas.microsoft.com/office/drawing/2014/main" id="{79ECB77C-8A31-4CCF-B8CB-34EE5E37B7C9}"/>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17" name="Rectangle 171">
                <a:extLst>
                  <a:ext uri="{FF2B5EF4-FFF2-40B4-BE49-F238E27FC236}">
                    <a16:creationId xmlns:a16="http://schemas.microsoft.com/office/drawing/2014/main" id="{54986011-2091-4C13-AFC2-E9AA81985AB3}"/>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18" name="Oval 172">
                <a:extLst>
                  <a:ext uri="{FF2B5EF4-FFF2-40B4-BE49-F238E27FC236}">
                    <a16:creationId xmlns:a16="http://schemas.microsoft.com/office/drawing/2014/main" id="{512AFC08-BDBE-4D08-A825-AA88D669D560}"/>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204919" name="Group 173">
                <a:extLst>
                  <a:ext uri="{FF2B5EF4-FFF2-40B4-BE49-F238E27FC236}">
                    <a16:creationId xmlns:a16="http://schemas.microsoft.com/office/drawing/2014/main" id="{355E8310-F21A-4183-9E10-C7528B72985D}"/>
                  </a:ext>
                </a:extLst>
              </p:cNvPr>
              <p:cNvGrpSpPr>
                <a:grpSpLocks/>
              </p:cNvGrpSpPr>
              <p:nvPr/>
            </p:nvGrpSpPr>
            <p:grpSpPr bwMode="auto">
              <a:xfrm>
                <a:off x="3686" y="244"/>
                <a:ext cx="177" cy="66"/>
                <a:chOff x="2848" y="848"/>
                <a:chExt cx="140" cy="98"/>
              </a:xfrm>
            </p:grpSpPr>
            <p:sp>
              <p:nvSpPr>
                <p:cNvPr id="204924" name="Line 174">
                  <a:extLst>
                    <a:ext uri="{FF2B5EF4-FFF2-40B4-BE49-F238E27FC236}">
                      <a16:creationId xmlns:a16="http://schemas.microsoft.com/office/drawing/2014/main" id="{F7DBD748-DE95-4414-BB9A-A56175A4B232}"/>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25" name="Line 175">
                  <a:extLst>
                    <a:ext uri="{FF2B5EF4-FFF2-40B4-BE49-F238E27FC236}">
                      <a16:creationId xmlns:a16="http://schemas.microsoft.com/office/drawing/2014/main" id="{99993606-77B7-43A7-8638-78BE8744D42C}"/>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26" name="Line 176">
                  <a:extLst>
                    <a:ext uri="{FF2B5EF4-FFF2-40B4-BE49-F238E27FC236}">
                      <a16:creationId xmlns:a16="http://schemas.microsoft.com/office/drawing/2014/main" id="{41C1FDD6-C54C-406D-890E-681B0448DD1F}"/>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4920" name="Group 177">
                <a:extLst>
                  <a:ext uri="{FF2B5EF4-FFF2-40B4-BE49-F238E27FC236}">
                    <a16:creationId xmlns:a16="http://schemas.microsoft.com/office/drawing/2014/main" id="{43C7059A-E9C4-41D3-BED6-63C47F343B30}"/>
                  </a:ext>
                </a:extLst>
              </p:cNvPr>
              <p:cNvGrpSpPr>
                <a:grpSpLocks/>
              </p:cNvGrpSpPr>
              <p:nvPr/>
            </p:nvGrpSpPr>
            <p:grpSpPr bwMode="auto">
              <a:xfrm flipV="1">
                <a:off x="3686" y="243"/>
                <a:ext cx="177" cy="66"/>
                <a:chOff x="2848" y="848"/>
                <a:chExt cx="140" cy="98"/>
              </a:xfrm>
            </p:grpSpPr>
            <p:sp>
              <p:nvSpPr>
                <p:cNvPr id="204921" name="Line 178">
                  <a:extLst>
                    <a:ext uri="{FF2B5EF4-FFF2-40B4-BE49-F238E27FC236}">
                      <a16:creationId xmlns:a16="http://schemas.microsoft.com/office/drawing/2014/main" id="{6570C091-D4BA-4446-A21A-47712B30173E}"/>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22" name="Line 179">
                  <a:extLst>
                    <a:ext uri="{FF2B5EF4-FFF2-40B4-BE49-F238E27FC236}">
                      <a16:creationId xmlns:a16="http://schemas.microsoft.com/office/drawing/2014/main" id="{702E6BF2-39C5-4035-8BCD-F6691BD60271}"/>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23" name="Line 180">
                  <a:extLst>
                    <a:ext uri="{FF2B5EF4-FFF2-40B4-BE49-F238E27FC236}">
                      <a16:creationId xmlns:a16="http://schemas.microsoft.com/office/drawing/2014/main" id="{AC21BE08-9FFC-4074-832E-E7428826CB94}"/>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04859" name="Group 181">
              <a:extLst>
                <a:ext uri="{FF2B5EF4-FFF2-40B4-BE49-F238E27FC236}">
                  <a16:creationId xmlns:a16="http://schemas.microsoft.com/office/drawing/2014/main" id="{5BC2BDBE-8A4B-4DCF-AE11-DB4782374125}"/>
                </a:ext>
              </a:extLst>
            </p:cNvPr>
            <p:cNvGrpSpPr>
              <a:grpSpLocks/>
            </p:cNvGrpSpPr>
            <p:nvPr/>
          </p:nvGrpSpPr>
          <p:grpSpPr bwMode="auto">
            <a:xfrm>
              <a:off x="4664" y="2511"/>
              <a:ext cx="359" cy="181"/>
              <a:chOff x="3600" y="219"/>
              <a:chExt cx="360" cy="175"/>
            </a:xfrm>
          </p:grpSpPr>
          <p:sp>
            <p:nvSpPr>
              <p:cNvPr id="204901" name="Oval 182">
                <a:extLst>
                  <a:ext uri="{FF2B5EF4-FFF2-40B4-BE49-F238E27FC236}">
                    <a16:creationId xmlns:a16="http://schemas.microsoft.com/office/drawing/2014/main" id="{F5A4280D-3357-4E47-B7D9-E0AF02A47D6E}"/>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02" name="Line 183">
                <a:extLst>
                  <a:ext uri="{FF2B5EF4-FFF2-40B4-BE49-F238E27FC236}">
                    <a16:creationId xmlns:a16="http://schemas.microsoft.com/office/drawing/2014/main" id="{22B328D0-B7A3-4524-B11D-BF02417D940C}"/>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03" name="Line 184">
                <a:extLst>
                  <a:ext uri="{FF2B5EF4-FFF2-40B4-BE49-F238E27FC236}">
                    <a16:creationId xmlns:a16="http://schemas.microsoft.com/office/drawing/2014/main" id="{D4C21C23-8B3A-43AD-871F-3BFC8CA2F295}"/>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04" name="Rectangle 185">
                <a:extLst>
                  <a:ext uri="{FF2B5EF4-FFF2-40B4-BE49-F238E27FC236}">
                    <a16:creationId xmlns:a16="http://schemas.microsoft.com/office/drawing/2014/main" id="{8AFC8B0F-84F6-44B8-BDA8-1A9790B3EFD3}"/>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905" name="Oval 186">
                <a:extLst>
                  <a:ext uri="{FF2B5EF4-FFF2-40B4-BE49-F238E27FC236}">
                    <a16:creationId xmlns:a16="http://schemas.microsoft.com/office/drawing/2014/main" id="{625F1C05-6881-46BF-9D9F-05AB06EEAA66}"/>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204906" name="Group 187">
                <a:extLst>
                  <a:ext uri="{FF2B5EF4-FFF2-40B4-BE49-F238E27FC236}">
                    <a16:creationId xmlns:a16="http://schemas.microsoft.com/office/drawing/2014/main" id="{44EC114E-D0BC-4237-AA89-9B497F3C8656}"/>
                  </a:ext>
                </a:extLst>
              </p:cNvPr>
              <p:cNvGrpSpPr>
                <a:grpSpLocks/>
              </p:cNvGrpSpPr>
              <p:nvPr/>
            </p:nvGrpSpPr>
            <p:grpSpPr bwMode="auto">
              <a:xfrm>
                <a:off x="3686" y="244"/>
                <a:ext cx="177" cy="66"/>
                <a:chOff x="2848" y="848"/>
                <a:chExt cx="140" cy="98"/>
              </a:xfrm>
            </p:grpSpPr>
            <p:sp>
              <p:nvSpPr>
                <p:cNvPr id="204911" name="Line 188">
                  <a:extLst>
                    <a:ext uri="{FF2B5EF4-FFF2-40B4-BE49-F238E27FC236}">
                      <a16:creationId xmlns:a16="http://schemas.microsoft.com/office/drawing/2014/main" id="{B9594D1B-FD3C-4609-A837-B2788013D33B}"/>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12" name="Line 189">
                  <a:extLst>
                    <a:ext uri="{FF2B5EF4-FFF2-40B4-BE49-F238E27FC236}">
                      <a16:creationId xmlns:a16="http://schemas.microsoft.com/office/drawing/2014/main" id="{D3F0913C-C500-4D6D-AA14-D1B528EFF424}"/>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13" name="Line 190">
                  <a:extLst>
                    <a:ext uri="{FF2B5EF4-FFF2-40B4-BE49-F238E27FC236}">
                      <a16:creationId xmlns:a16="http://schemas.microsoft.com/office/drawing/2014/main" id="{0789F177-353A-48D3-A33F-3C29FC2CBF92}"/>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4907" name="Group 191">
                <a:extLst>
                  <a:ext uri="{FF2B5EF4-FFF2-40B4-BE49-F238E27FC236}">
                    <a16:creationId xmlns:a16="http://schemas.microsoft.com/office/drawing/2014/main" id="{20BF224E-337C-4A78-B38F-86E3F07B1A4C}"/>
                  </a:ext>
                </a:extLst>
              </p:cNvPr>
              <p:cNvGrpSpPr>
                <a:grpSpLocks/>
              </p:cNvGrpSpPr>
              <p:nvPr/>
            </p:nvGrpSpPr>
            <p:grpSpPr bwMode="auto">
              <a:xfrm flipV="1">
                <a:off x="3686" y="243"/>
                <a:ext cx="177" cy="66"/>
                <a:chOff x="2848" y="848"/>
                <a:chExt cx="140" cy="98"/>
              </a:xfrm>
            </p:grpSpPr>
            <p:sp>
              <p:nvSpPr>
                <p:cNvPr id="204908" name="Line 192">
                  <a:extLst>
                    <a:ext uri="{FF2B5EF4-FFF2-40B4-BE49-F238E27FC236}">
                      <a16:creationId xmlns:a16="http://schemas.microsoft.com/office/drawing/2014/main" id="{651A55BA-A5D7-41B6-81C9-1857875A7788}"/>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09" name="Line 193">
                  <a:extLst>
                    <a:ext uri="{FF2B5EF4-FFF2-40B4-BE49-F238E27FC236}">
                      <a16:creationId xmlns:a16="http://schemas.microsoft.com/office/drawing/2014/main" id="{60149142-EBAB-4E28-8EB9-E9A36D458A08}"/>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10" name="Line 194">
                  <a:extLst>
                    <a:ext uri="{FF2B5EF4-FFF2-40B4-BE49-F238E27FC236}">
                      <a16:creationId xmlns:a16="http://schemas.microsoft.com/office/drawing/2014/main" id="{1682C5DE-3C41-4501-9462-B1A600410371}"/>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04860" name="Group 195">
              <a:extLst>
                <a:ext uri="{FF2B5EF4-FFF2-40B4-BE49-F238E27FC236}">
                  <a16:creationId xmlns:a16="http://schemas.microsoft.com/office/drawing/2014/main" id="{64F288AD-99CD-4465-A30D-646D05FE40F5}"/>
                </a:ext>
              </a:extLst>
            </p:cNvPr>
            <p:cNvGrpSpPr>
              <a:grpSpLocks/>
            </p:cNvGrpSpPr>
            <p:nvPr/>
          </p:nvGrpSpPr>
          <p:grpSpPr bwMode="auto">
            <a:xfrm>
              <a:off x="4227" y="2888"/>
              <a:ext cx="359" cy="179"/>
              <a:chOff x="3600" y="219"/>
              <a:chExt cx="360" cy="175"/>
            </a:xfrm>
          </p:grpSpPr>
          <p:sp>
            <p:nvSpPr>
              <p:cNvPr id="204888" name="Oval 196">
                <a:extLst>
                  <a:ext uri="{FF2B5EF4-FFF2-40B4-BE49-F238E27FC236}">
                    <a16:creationId xmlns:a16="http://schemas.microsoft.com/office/drawing/2014/main" id="{21D6073D-6183-47C1-9CA2-F3E8B07B6E9B}"/>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889" name="Line 197">
                <a:extLst>
                  <a:ext uri="{FF2B5EF4-FFF2-40B4-BE49-F238E27FC236}">
                    <a16:creationId xmlns:a16="http://schemas.microsoft.com/office/drawing/2014/main" id="{BB48370B-13FC-42E2-8053-4AE57AC3A1F4}"/>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90" name="Line 198">
                <a:extLst>
                  <a:ext uri="{FF2B5EF4-FFF2-40B4-BE49-F238E27FC236}">
                    <a16:creationId xmlns:a16="http://schemas.microsoft.com/office/drawing/2014/main" id="{6120F080-502E-48ED-B0BB-7B6455714B32}"/>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91" name="Rectangle 199">
                <a:extLst>
                  <a:ext uri="{FF2B5EF4-FFF2-40B4-BE49-F238E27FC236}">
                    <a16:creationId xmlns:a16="http://schemas.microsoft.com/office/drawing/2014/main" id="{865C1384-F9BC-4A30-AE49-D1D3A2F4F875}"/>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892" name="Oval 200">
                <a:extLst>
                  <a:ext uri="{FF2B5EF4-FFF2-40B4-BE49-F238E27FC236}">
                    <a16:creationId xmlns:a16="http://schemas.microsoft.com/office/drawing/2014/main" id="{0D177F42-6AC9-4249-926A-4A8E1A8054B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204893" name="Group 201">
                <a:extLst>
                  <a:ext uri="{FF2B5EF4-FFF2-40B4-BE49-F238E27FC236}">
                    <a16:creationId xmlns:a16="http://schemas.microsoft.com/office/drawing/2014/main" id="{674E1C8F-8B54-4241-83E2-918E4F12F311}"/>
                  </a:ext>
                </a:extLst>
              </p:cNvPr>
              <p:cNvGrpSpPr>
                <a:grpSpLocks/>
              </p:cNvGrpSpPr>
              <p:nvPr/>
            </p:nvGrpSpPr>
            <p:grpSpPr bwMode="auto">
              <a:xfrm>
                <a:off x="3686" y="244"/>
                <a:ext cx="177" cy="66"/>
                <a:chOff x="2848" y="848"/>
                <a:chExt cx="140" cy="98"/>
              </a:xfrm>
            </p:grpSpPr>
            <p:sp>
              <p:nvSpPr>
                <p:cNvPr id="204898" name="Line 202">
                  <a:extLst>
                    <a:ext uri="{FF2B5EF4-FFF2-40B4-BE49-F238E27FC236}">
                      <a16:creationId xmlns:a16="http://schemas.microsoft.com/office/drawing/2014/main" id="{042D93C1-BD2C-4804-9E45-DB2E33541E26}"/>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99" name="Line 203">
                  <a:extLst>
                    <a:ext uri="{FF2B5EF4-FFF2-40B4-BE49-F238E27FC236}">
                      <a16:creationId xmlns:a16="http://schemas.microsoft.com/office/drawing/2014/main" id="{E5BC8F68-3DEA-4073-8F02-269998490998}"/>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00" name="Line 204">
                  <a:extLst>
                    <a:ext uri="{FF2B5EF4-FFF2-40B4-BE49-F238E27FC236}">
                      <a16:creationId xmlns:a16="http://schemas.microsoft.com/office/drawing/2014/main" id="{5FEB42AD-6BC6-4ACA-AF47-F8E1AF91CB02}"/>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4894" name="Group 205">
                <a:extLst>
                  <a:ext uri="{FF2B5EF4-FFF2-40B4-BE49-F238E27FC236}">
                    <a16:creationId xmlns:a16="http://schemas.microsoft.com/office/drawing/2014/main" id="{F71E355F-A062-4AD8-8B9E-9449C279C705}"/>
                  </a:ext>
                </a:extLst>
              </p:cNvPr>
              <p:cNvGrpSpPr>
                <a:grpSpLocks/>
              </p:cNvGrpSpPr>
              <p:nvPr/>
            </p:nvGrpSpPr>
            <p:grpSpPr bwMode="auto">
              <a:xfrm flipV="1">
                <a:off x="3686" y="243"/>
                <a:ext cx="177" cy="66"/>
                <a:chOff x="2848" y="848"/>
                <a:chExt cx="140" cy="98"/>
              </a:xfrm>
            </p:grpSpPr>
            <p:sp>
              <p:nvSpPr>
                <p:cNvPr id="204895" name="Line 206">
                  <a:extLst>
                    <a:ext uri="{FF2B5EF4-FFF2-40B4-BE49-F238E27FC236}">
                      <a16:creationId xmlns:a16="http://schemas.microsoft.com/office/drawing/2014/main" id="{926340A6-8A54-41A4-821D-565815C86C8D}"/>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96" name="Line 207">
                  <a:extLst>
                    <a:ext uri="{FF2B5EF4-FFF2-40B4-BE49-F238E27FC236}">
                      <a16:creationId xmlns:a16="http://schemas.microsoft.com/office/drawing/2014/main" id="{5DAE6993-4999-4CB3-86A3-9865BA134428}"/>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97" name="Line 208">
                  <a:extLst>
                    <a:ext uri="{FF2B5EF4-FFF2-40B4-BE49-F238E27FC236}">
                      <a16:creationId xmlns:a16="http://schemas.microsoft.com/office/drawing/2014/main" id="{B9AC89FE-DA64-4B59-BDF9-84E7E7C3FA75}"/>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204861" name="Group 209">
              <a:extLst>
                <a:ext uri="{FF2B5EF4-FFF2-40B4-BE49-F238E27FC236}">
                  <a16:creationId xmlns:a16="http://schemas.microsoft.com/office/drawing/2014/main" id="{A1325D58-05CC-4735-91DC-FA0D0449416A}"/>
                </a:ext>
              </a:extLst>
            </p:cNvPr>
            <p:cNvGrpSpPr>
              <a:grpSpLocks/>
            </p:cNvGrpSpPr>
            <p:nvPr/>
          </p:nvGrpSpPr>
          <p:grpSpPr bwMode="auto">
            <a:xfrm>
              <a:off x="3652" y="2598"/>
              <a:ext cx="359" cy="179"/>
              <a:chOff x="3600" y="219"/>
              <a:chExt cx="360" cy="175"/>
            </a:xfrm>
          </p:grpSpPr>
          <p:sp>
            <p:nvSpPr>
              <p:cNvPr id="204875" name="Oval 210">
                <a:extLst>
                  <a:ext uri="{FF2B5EF4-FFF2-40B4-BE49-F238E27FC236}">
                    <a16:creationId xmlns:a16="http://schemas.microsoft.com/office/drawing/2014/main" id="{692147F9-A75A-42B8-B52C-578BCC378F9A}"/>
                  </a:ext>
                </a:extLst>
              </p:cNvPr>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876" name="Line 211">
                <a:extLst>
                  <a:ext uri="{FF2B5EF4-FFF2-40B4-BE49-F238E27FC236}">
                    <a16:creationId xmlns:a16="http://schemas.microsoft.com/office/drawing/2014/main" id="{BD8F9E91-41C0-416F-976A-76C8C455B127}"/>
                  </a:ext>
                </a:extLst>
              </p:cNvPr>
              <p:cNvSpPr>
                <a:spLocks noChangeShapeType="1"/>
              </p:cNvSpPr>
              <p:nvPr/>
            </p:nvSpPr>
            <p:spPr bwMode="auto">
              <a:xfrm>
                <a:off x="3603"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77" name="Line 212">
                <a:extLst>
                  <a:ext uri="{FF2B5EF4-FFF2-40B4-BE49-F238E27FC236}">
                    <a16:creationId xmlns:a16="http://schemas.microsoft.com/office/drawing/2014/main" id="{16B2F3EC-414D-4937-9B34-1F0FBCE0B25F}"/>
                  </a:ext>
                </a:extLst>
              </p:cNvPr>
              <p:cNvSpPr>
                <a:spLocks noChangeShapeType="1"/>
              </p:cNvSpPr>
              <p:nvPr/>
            </p:nvSpPr>
            <p:spPr bwMode="auto">
              <a:xfrm>
                <a:off x="3960" y="289"/>
                <a:ext cx="0" cy="6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78" name="Rectangle 213">
                <a:extLst>
                  <a:ext uri="{FF2B5EF4-FFF2-40B4-BE49-F238E27FC236}">
                    <a16:creationId xmlns:a16="http://schemas.microsoft.com/office/drawing/2014/main" id="{65DD07DB-169B-491D-B6AE-F7E4A8E82E50}"/>
                  </a:ext>
                </a:extLst>
              </p:cNvPr>
              <p:cNvSpPr>
                <a:spLocks noChangeArrowheads="1"/>
              </p:cNvSpPr>
              <p:nvPr/>
            </p:nvSpPr>
            <p:spPr bwMode="auto">
              <a:xfrm>
                <a:off x="3603" y="289"/>
                <a:ext cx="354" cy="59"/>
              </a:xfrm>
              <a:prstGeom prst="rect">
                <a:avLst/>
              </a:prstGeom>
              <a:solidFill>
                <a:schemeClr val="hlink"/>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04879" name="Oval 214">
                <a:extLst>
                  <a:ext uri="{FF2B5EF4-FFF2-40B4-BE49-F238E27FC236}">
                    <a16:creationId xmlns:a16="http://schemas.microsoft.com/office/drawing/2014/main" id="{266B5463-B553-4A95-AF91-60870C50A4EC}"/>
                  </a:ext>
                </a:extLst>
              </p:cNvPr>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grpSp>
            <p:nvGrpSpPr>
              <p:cNvPr id="204880" name="Group 215">
                <a:extLst>
                  <a:ext uri="{FF2B5EF4-FFF2-40B4-BE49-F238E27FC236}">
                    <a16:creationId xmlns:a16="http://schemas.microsoft.com/office/drawing/2014/main" id="{805E2E65-4A2F-40BA-B2E3-D3471B89C853}"/>
                  </a:ext>
                </a:extLst>
              </p:cNvPr>
              <p:cNvGrpSpPr>
                <a:grpSpLocks/>
              </p:cNvGrpSpPr>
              <p:nvPr/>
            </p:nvGrpSpPr>
            <p:grpSpPr bwMode="auto">
              <a:xfrm>
                <a:off x="3686" y="244"/>
                <a:ext cx="177" cy="66"/>
                <a:chOff x="2848" y="848"/>
                <a:chExt cx="140" cy="98"/>
              </a:xfrm>
            </p:grpSpPr>
            <p:sp>
              <p:nvSpPr>
                <p:cNvPr id="204885" name="Line 216">
                  <a:extLst>
                    <a:ext uri="{FF2B5EF4-FFF2-40B4-BE49-F238E27FC236}">
                      <a16:creationId xmlns:a16="http://schemas.microsoft.com/office/drawing/2014/main" id="{11617151-8C94-4555-ADB1-83EA3A22D1FE}"/>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86" name="Line 217">
                  <a:extLst>
                    <a:ext uri="{FF2B5EF4-FFF2-40B4-BE49-F238E27FC236}">
                      <a16:creationId xmlns:a16="http://schemas.microsoft.com/office/drawing/2014/main" id="{D714368A-3CB7-4341-BC0F-92DEBE425B6F}"/>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87" name="Line 218">
                  <a:extLst>
                    <a:ext uri="{FF2B5EF4-FFF2-40B4-BE49-F238E27FC236}">
                      <a16:creationId xmlns:a16="http://schemas.microsoft.com/office/drawing/2014/main" id="{5ED6EE3F-8012-4C23-8C8E-23DAF5D9EFBD}"/>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204881" name="Group 219">
                <a:extLst>
                  <a:ext uri="{FF2B5EF4-FFF2-40B4-BE49-F238E27FC236}">
                    <a16:creationId xmlns:a16="http://schemas.microsoft.com/office/drawing/2014/main" id="{0A53792E-A28B-43BD-99DF-952A040CF790}"/>
                  </a:ext>
                </a:extLst>
              </p:cNvPr>
              <p:cNvGrpSpPr>
                <a:grpSpLocks/>
              </p:cNvGrpSpPr>
              <p:nvPr/>
            </p:nvGrpSpPr>
            <p:grpSpPr bwMode="auto">
              <a:xfrm flipV="1">
                <a:off x="3686" y="243"/>
                <a:ext cx="177" cy="66"/>
                <a:chOff x="2848" y="848"/>
                <a:chExt cx="140" cy="98"/>
              </a:xfrm>
            </p:grpSpPr>
            <p:sp>
              <p:nvSpPr>
                <p:cNvPr id="204882" name="Line 220">
                  <a:extLst>
                    <a:ext uri="{FF2B5EF4-FFF2-40B4-BE49-F238E27FC236}">
                      <a16:creationId xmlns:a16="http://schemas.microsoft.com/office/drawing/2014/main" id="{E5FBED5C-5CE1-4CFE-AB20-E164AC957BC0}"/>
                    </a:ext>
                  </a:extLst>
                </p:cNvPr>
                <p:cNvSpPr>
                  <a:spLocks noChangeShapeType="1"/>
                </p:cNvSpPr>
                <p:nvPr/>
              </p:nvSpPr>
              <p:spPr bwMode="auto">
                <a:xfrm flipV="1">
                  <a:off x="2848" y="848"/>
                  <a:ext cx="50" cy="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83" name="Line 221">
                  <a:extLst>
                    <a:ext uri="{FF2B5EF4-FFF2-40B4-BE49-F238E27FC236}">
                      <a16:creationId xmlns:a16="http://schemas.microsoft.com/office/drawing/2014/main" id="{8190CAFE-6DB9-4158-8552-A8766F320BCF}"/>
                    </a:ext>
                  </a:extLst>
                </p:cNvPr>
                <p:cNvSpPr>
                  <a:spLocks noChangeShapeType="1"/>
                </p:cNvSpPr>
                <p:nvPr/>
              </p:nvSpPr>
              <p:spPr bwMode="auto">
                <a:xfrm>
                  <a:off x="2944" y="946"/>
                  <a:ext cx="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84" name="Line 222">
                  <a:extLst>
                    <a:ext uri="{FF2B5EF4-FFF2-40B4-BE49-F238E27FC236}">
                      <a16:creationId xmlns:a16="http://schemas.microsoft.com/office/drawing/2014/main" id="{0C77AFED-7EDF-4035-BDFE-79E748A633D3}"/>
                    </a:ext>
                  </a:extLst>
                </p:cNvPr>
                <p:cNvSpPr>
                  <a:spLocks noChangeShapeType="1"/>
                </p:cNvSpPr>
                <p:nvPr/>
              </p:nvSpPr>
              <p:spPr bwMode="auto">
                <a:xfrm>
                  <a:off x="2894" y="850"/>
                  <a:ext cx="52" cy="9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204862" name="Line 223">
              <a:extLst>
                <a:ext uri="{FF2B5EF4-FFF2-40B4-BE49-F238E27FC236}">
                  <a16:creationId xmlns:a16="http://schemas.microsoft.com/office/drawing/2014/main" id="{DD33C8D3-AF34-4318-AABA-0876F6B05D97}"/>
                </a:ext>
              </a:extLst>
            </p:cNvPr>
            <p:cNvSpPr>
              <a:spLocks noChangeShapeType="1"/>
            </p:cNvSpPr>
            <p:nvPr/>
          </p:nvSpPr>
          <p:spPr bwMode="auto">
            <a:xfrm>
              <a:off x="3830" y="2782"/>
              <a:ext cx="1" cy="15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63" name="Line 224">
              <a:extLst>
                <a:ext uri="{FF2B5EF4-FFF2-40B4-BE49-F238E27FC236}">
                  <a16:creationId xmlns:a16="http://schemas.microsoft.com/office/drawing/2014/main" id="{5109656A-8F2F-4EE4-B46F-7C01D79DAEF6}"/>
                </a:ext>
              </a:extLst>
            </p:cNvPr>
            <p:cNvSpPr>
              <a:spLocks noChangeShapeType="1"/>
            </p:cNvSpPr>
            <p:nvPr/>
          </p:nvSpPr>
          <p:spPr bwMode="auto">
            <a:xfrm flipV="1">
              <a:off x="4192" y="3361"/>
              <a:ext cx="208" cy="108"/>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64" name="Line 225">
              <a:extLst>
                <a:ext uri="{FF2B5EF4-FFF2-40B4-BE49-F238E27FC236}">
                  <a16:creationId xmlns:a16="http://schemas.microsoft.com/office/drawing/2014/main" id="{DEC5BD8E-2FC3-43A3-87FB-6539FF772C9F}"/>
                </a:ext>
              </a:extLst>
            </p:cNvPr>
            <p:cNvSpPr>
              <a:spLocks noChangeShapeType="1"/>
            </p:cNvSpPr>
            <p:nvPr/>
          </p:nvSpPr>
          <p:spPr bwMode="auto">
            <a:xfrm flipV="1">
              <a:off x="4438" y="2977"/>
              <a:ext cx="0" cy="30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65" name="Line 226">
              <a:extLst>
                <a:ext uri="{FF2B5EF4-FFF2-40B4-BE49-F238E27FC236}">
                  <a16:creationId xmlns:a16="http://schemas.microsoft.com/office/drawing/2014/main" id="{60C844EE-69C3-4575-B2E9-62C6B88A1C86}"/>
                </a:ext>
              </a:extLst>
            </p:cNvPr>
            <p:cNvSpPr>
              <a:spLocks noChangeShapeType="1"/>
            </p:cNvSpPr>
            <p:nvPr/>
          </p:nvSpPr>
          <p:spPr bwMode="auto">
            <a:xfrm>
              <a:off x="3969" y="2684"/>
              <a:ext cx="354"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66" name="Line 227">
              <a:extLst>
                <a:ext uri="{FF2B5EF4-FFF2-40B4-BE49-F238E27FC236}">
                  <a16:creationId xmlns:a16="http://schemas.microsoft.com/office/drawing/2014/main" id="{6BA7EF32-6377-4125-BCB8-A76E00D937DD}"/>
                </a:ext>
              </a:extLst>
            </p:cNvPr>
            <p:cNvSpPr>
              <a:spLocks noChangeShapeType="1"/>
            </p:cNvSpPr>
            <p:nvPr/>
          </p:nvSpPr>
          <p:spPr bwMode="auto">
            <a:xfrm>
              <a:off x="3915" y="2738"/>
              <a:ext cx="385" cy="231"/>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67" name="Line 228">
              <a:extLst>
                <a:ext uri="{FF2B5EF4-FFF2-40B4-BE49-F238E27FC236}">
                  <a16:creationId xmlns:a16="http://schemas.microsoft.com/office/drawing/2014/main" id="{471FDD83-BEF9-4EC0-8B72-647D7D9D8FA3}"/>
                </a:ext>
              </a:extLst>
            </p:cNvPr>
            <p:cNvSpPr>
              <a:spLocks noChangeShapeType="1"/>
            </p:cNvSpPr>
            <p:nvPr/>
          </p:nvSpPr>
          <p:spPr bwMode="auto">
            <a:xfrm flipV="1">
              <a:off x="3846" y="2584"/>
              <a:ext cx="885" cy="46"/>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68" name="Line 229">
              <a:extLst>
                <a:ext uri="{FF2B5EF4-FFF2-40B4-BE49-F238E27FC236}">
                  <a16:creationId xmlns:a16="http://schemas.microsoft.com/office/drawing/2014/main" id="{60383142-536B-463C-AC28-42AA3E32FA56}"/>
                </a:ext>
              </a:extLst>
            </p:cNvPr>
            <p:cNvSpPr>
              <a:spLocks noChangeShapeType="1"/>
            </p:cNvSpPr>
            <p:nvPr/>
          </p:nvSpPr>
          <p:spPr bwMode="auto">
            <a:xfrm flipV="1">
              <a:off x="4946" y="2177"/>
              <a:ext cx="246" cy="37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69" name="Line 230">
              <a:extLst>
                <a:ext uri="{FF2B5EF4-FFF2-40B4-BE49-F238E27FC236}">
                  <a16:creationId xmlns:a16="http://schemas.microsoft.com/office/drawing/2014/main" id="{59C24B79-2A6E-4864-B2BE-88A301B220EF}"/>
                </a:ext>
              </a:extLst>
            </p:cNvPr>
            <p:cNvSpPr>
              <a:spLocks noChangeShapeType="1"/>
            </p:cNvSpPr>
            <p:nvPr/>
          </p:nvSpPr>
          <p:spPr bwMode="auto">
            <a:xfrm flipH="1" flipV="1">
              <a:off x="4600" y="1861"/>
              <a:ext cx="361" cy="27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70" name="Line 231">
              <a:extLst>
                <a:ext uri="{FF2B5EF4-FFF2-40B4-BE49-F238E27FC236}">
                  <a16:creationId xmlns:a16="http://schemas.microsoft.com/office/drawing/2014/main" id="{DC898A32-58BC-4190-8BBD-5A4649F32F74}"/>
                </a:ext>
              </a:extLst>
            </p:cNvPr>
            <p:cNvSpPr>
              <a:spLocks noChangeShapeType="1"/>
            </p:cNvSpPr>
            <p:nvPr/>
          </p:nvSpPr>
          <p:spPr bwMode="auto">
            <a:xfrm flipV="1">
              <a:off x="4592" y="1346"/>
              <a:ext cx="0" cy="37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71" name="Line 232">
              <a:extLst>
                <a:ext uri="{FF2B5EF4-FFF2-40B4-BE49-F238E27FC236}">
                  <a16:creationId xmlns:a16="http://schemas.microsoft.com/office/drawing/2014/main" id="{10E1421A-1078-4E90-8D61-89B3BD443A32}"/>
                </a:ext>
              </a:extLst>
            </p:cNvPr>
            <p:cNvSpPr>
              <a:spLocks noChangeShapeType="1"/>
            </p:cNvSpPr>
            <p:nvPr/>
          </p:nvSpPr>
          <p:spPr bwMode="auto">
            <a:xfrm flipH="1">
              <a:off x="4000" y="1354"/>
              <a:ext cx="377" cy="177"/>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72" name="Line 233">
              <a:extLst>
                <a:ext uri="{FF2B5EF4-FFF2-40B4-BE49-F238E27FC236}">
                  <a16:creationId xmlns:a16="http://schemas.microsoft.com/office/drawing/2014/main" id="{B3BDA2F2-BDDC-4051-A4F6-3959ABF36880}"/>
                </a:ext>
              </a:extLst>
            </p:cNvPr>
            <p:cNvSpPr>
              <a:spLocks noChangeShapeType="1"/>
            </p:cNvSpPr>
            <p:nvPr/>
          </p:nvSpPr>
          <p:spPr bwMode="auto">
            <a:xfrm>
              <a:off x="3831" y="1531"/>
              <a:ext cx="161" cy="23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73" name="Freeform 234">
              <a:extLst>
                <a:ext uri="{FF2B5EF4-FFF2-40B4-BE49-F238E27FC236}">
                  <a16:creationId xmlns:a16="http://schemas.microsoft.com/office/drawing/2014/main" id="{93CE7BD6-69AF-4778-A729-FB5736B00A7F}"/>
                </a:ext>
              </a:extLst>
            </p:cNvPr>
            <p:cNvSpPr>
              <a:spLocks/>
            </p:cNvSpPr>
            <p:nvPr/>
          </p:nvSpPr>
          <p:spPr bwMode="auto">
            <a:xfrm>
              <a:off x="4103" y="861"/>
              <a:ext cx="166" cy="562"/>
            </a:xfrm>
            <a:custGeom>
              <a:avLst/>
              <a:gdLst>
                <a:gd name="T0" fmla="*/ 166 w 166"/>
                <a:gd name="T1" fmla="*/ 0 h 562"/>
                <a:gd name="T2" fmla="*/ 43 w 166"/>
                <a:gd name="T3" fmla="*/ 123 h 562"/>
                <a:gd name="T4" fmla="*/ 5 w 166"/>
                <a:gd name="T5" fmla="*/ 323 h 562"/>
                <a:gd name="T6" fmla="*/ 74 w 166"/>
                <a:gd name="T7" fmla="*/ 562 h 56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6" h="562">
                  <a:moveTo>
                    <a:pt x="166" y="0"/>
                  </a:moveTo>
                  <a:cubicBezTo>
                    <a:pt x="118" y="34"/>
                    <a:pt x="70" y="69"/>
                    <a:pt x="43" y="123"/>
                  </a:cubicBezTo>
                  <a:cubicBezTo>
                    <a:pt x="16" y="177"/>
                    <a:pt x="0" y="250"/>
                    <a:pt x="5" y="323"/>
                  </a:cubicBezTo>
                  <a:cubicBezTo>
                    <a:pt x="10" y="396"/>
                    <a:pt x="63" y="522"/>
                    <a:pt x="74" y="562"/>
                  </a:cubicBezTo>
                </a:path>
              </a:pathLst>
            </a:custGeom>
            <a:noFill/>
            <a:ln w="19050" cap="flat" cmpd="sng">
              <a:solidFill>
                <a:srgbClr val="FF0000"/>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74" name="Text Box 235">
              <a:extLst>
                <a:ext uri="{FF2B5EF4-FFF2-40B4-BE49-F238E27FC236}">
                  <a16:creationId xmlns:a16="http://schemas.microsoft.com/office/drawing/2014/main" id="{3BA4490E-24D1-457D-A4A2-429B898F7B65}"/>
                </a:ext>
              </a:extLst>
            </p:cNvPr>
            <p:cNvSpPr txBox="1">
              <a:spLocks noChangeArrowheads="1"/>
            </p:cNvSpPr>
            <p:nvPr/>
          </p:nvSpPr>
          <p:spPr bwMode="auto">
            <a:xfrm>
              <a:off x="4257" y="727"/>
              <a:ext cx="50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FF0000"/>
                  </a:solidFill>
                </a:rPr>
                <a:t>“link”</a:t>
              </a:r>
              <a:endParaRPr lang="en-US" altLang="en-US" sz="1800"/>
            </a:p>
          </p:txBody>
        </p:sp>
      </p:grpSp>
      <p:sp>
        <p:nvSpPr>
          <p:cNvPr id="204806" name="Text Box 236">
            <a:extLst>
              <a:ext uri="{FF2B5EF4-FFF2-40B4-BE49-F238E27FC236}">
                <a16:creationId xmlns:a16="http://schemas.microsoft.com/office/drawing/2014/main" id="{A6AEC9FF-3A17-4FBA-BE9F-93B207F9470F}"/>
              </a:ext>
            </a:extLst>
          </p:cNvPr>
          <p:cNvSpPr txBox="1">
            <a:spLocks noChangeArrowheads="1"/>
          </p:cNvSpPr>
          <p:nvPr/>
        </p:nvSpPr>
        <p:spPr bwMode="auto">
          <a:xfrm>
            <a:off x="236538" y="5668963"/>
            <a:ext cx="8616948" cy="830997"/>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b="1">
                <a:solidFill>
                  <a:srgbClr val="FF0000"/>
                </a:solidFill>
              </a:rPr>
              <a:t>Tầng liên kết dữ liệu</a:t>
            </a:r>
            <a:r>
              <a:rPr lang="en-US" altLang="en-US" sz="2400"/>
              <a:t> có trách nhiệm truyền gam dữ liệu từ</a:t>
            </a:r>
          </a:p>
          <a:p>
            <a:pPr>
              <a:spcBef>
                <a:spcPct val="0"/>
              </a:spcBef>
              <a:buClrTx/>
              <a:buSzTx/>
              <a:buFontTx/>
              <a:buNone/>
            </a:pPr>
            <a:r>
              <a:rPr lang="en-US" altLang="en-US" sz="2400"/>
              <a:t> một nút đến nút gần kề qua một liên kết truyền thông</a:t>
            </a:r>
            <a:endParaRPr lang="en-US" alt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Slide Number Placeholder 6">
            <a:extLst>
              <a:ext uri="{FF2B5EF4-FFF2-40B4-BE49-F238E27FC236}">
                <a16:creationId xmlns:a16="http://schemas.microsoft.com/office/drawing/2014/main" id="{60E228E0-23EA-4D3F-89F9-6DB54184A27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18149DD7-2D4F-42B3-B403-DFB38B52D822}" type="slidenum">
              <a:rPr lang="en-US" altLang="en-US" sz="1400" smtClean="0">
                <a:latin typeface="Times New Roman" panose="02020603050405020304" pitchFamily="18" charset="0"/>
              </a:rPr>
              <a:pPr>
                <a:spcBef>
                  <a:spcPct val="0"/>
                </a:spcBef>
                <a:buClrTx/>
                <a:buSzTx/>
                <a:buFontTx/>
                <a:buNone/>
              </a:pPr>
              <a:t>3</a:t>
            </a:fld>
            <a:endParaRPr lang="en-US" altLang="en-US" sz="1400">
              <a:latin typeface="Times New Roman" panose="02020603050405020304" pitchFamily="18" charset="0"/>
            </a:endParaRPr>
          </a:p>
        </p:txBody>
      </p:sp>
      <p:sp>
        <p:nvSpPr>
          <p:cNvPr id="205827" name="Rectangle 2">
            <a:extLst>
              <a:ext uri="{FF2B5EF4-FFF2-40B4-BE49-F238E27FC236}">
                <a16:creationId xmlns:a16="http://schemas.microsoft.com/office/drawing/2014/main" id="{7C390C4B-426E-4181-8309-FE6D76EF01CB}"/>
              </a:ext>
            </a:extLst>
          </p:cNvPr>
          <p:cNvSpPr>
            <a:spLocks noGrp="1" noChangeArrowheads="1"/>
          </p:cNvSpPr>
          <p:nvPr>
            <p:ph type="title"/>
          </p:nvPr>
        </p:nvSpPr>
        <p:spPr>
          <a:xfrm>
            <a:off x="423863" y="0"/>
            <a:ext cx="7772400" cy="1143000"/>
          </a:xfrm>
        </p:spPr>
        <p:txBody>
          <a:bodyPr/>
          <a:lstStyle/>
          <a:p>
            <a:r>
              <a:rPr lang="en-US" altLang="en-US"/>
              <a:t>Tầng LKDL: ngữ cảnh</a:t>
            </a:r>
          </a:p>
        </p:txBody>
      </p:sp>
      <p:sp>
        <p:nvSpPr>
          <p:cNvPr id="205828" name="Rectangle 4">
            <a:extLst>
              <a:ext uri="{FF2B5EF4-FFF2-40B4-BE49-F238E27FC236}">
                <a16:creationId xmlns:a16="http://schemas.microsoft.com/office/drawing/2014/main" id="{EFB7F9A9-C304-4930-912F-35B40EC7FFDD}"/>
              </a:ext>
            </a:extLst>
          </p:cNvPr>
          <p:cNvSpPr>
            <a:spLocks noGrp="1" noChangeArrowheads="1"/>
          </p:cNvSpPr>
          <p:nvPr>
            <p:ph type="body" sz="half" idx="2"/>
          </p:nvPr>
        </p:nvSpPr>
        <p:spPr>
          <a:xfrm>
            <a:off x="4956175" y="873125"/>
            <a:ext cx="4187825" cy="5213350"/>
          </a:xfrm>
          <a:solidFill>
            <a:schemeClr val="bg1"/>
          </a:solidFill>
        </p:spPr>
        <p:txBody>
          <a:bodyPr/>
          <a:lstStyle/>
          <a:p>
            <a:pPr>
              <a:buFont typeface="ZapfDingbats" pitchFamily="82" charset="2"/>
              <a:buNone/>
            </a:pPr>
            <a:r>
              <a:rPr lang="en-US" altLang="en-US" sz="2400" u="sng">
                <a:solidFill>
                  <a:srgbClr val="FF0000"/>
                </a:solidFill>
              </a:rPr>
              <a:t>Tương tự như sự vận chuyển</a:t>
            </a:r>
          </a:p>
          <a:p>
            <a:r>
              <a:rPr lang="en-US" altLang="en-US" sz="2000"/>
              <a:t>Một chuyến đi từ  Princeton đến Lausanne</a:t>
            </a:r>
          </a:p>
          <a:p>
            <a:pPr lvl="1"/>
            <a:r>
              <a:rPr lang="en-US" altLang="en-US" sz="2000"/>
              <a:t>limo: Princeton đến JFK</a:t>
            </a:r>
          </a:p>
          <a:p>
            <a:pPr lvl="1"/>
            <a:r>
              <a:rPr lang="en-US" altLang="en-US" sz="2000"/>
              <a:t>plane: JFK đến Geneva</a:t>
            </a:r>
          </a:p>
          <a:p>
            <a:pPr lvl="1"/>
            <a:r>
              <a:rPr lang="en-US" altLang="en-US" sz="2000"/>
              <a:t>train: Geneva đến Lausanne</a:t>
            </a:r>
          </a:p>
          <a:p>
            <a:r>
              <a:rPr lang="en-US" altLang="en-US" sz="2400"/>
              <a:t>khách du lịch = </a:t>
            </a:r>
            <a:r>
              <a:rPr lang="en-US" altLang="en-US" sz="2400">
                <a:solidFill>
                  <a:srgbClr val="FF0000"/>
                </a:solidFill>
              </a:rPr>
              <a:t>datagram</a:t>
            </a:r>
            <a:endParaRPr lang="en-US" altLang="en-US" sz="2400"/>
          </a:p>
          <a:p>
            <a:r>
              <a:rPr lang="en-US" altLang="en-US" sz="2400"/>
              <a:t>đoạn vận chuyển = </a:t>
            </a:r>
            <a:r>
              <a:rPr lang="en-US" altLang="en-US" sz="2400">
                <a:solidFill>
                  <a:srgbClr val="FF0000"/>
                </a:solidFill>
              </a:rPr>
              <a:t>liên kết truyền thông</a:t>
            </a:r>
            <a:endParaRPr lang="en-US" altLang="en-US" sz="2400"/>
          </a:p>
          <a:p>
            <a:r>
              <a:rPr lang="en-US" altLang="en-US" sz="2400"/>
              <a:t>phương thức vận chuyển = </a:t>
            </a:r>
            <a:r>
              <a:rPr lang="en-US" altLang="en-US" sz="2400">
                <a:solidFill>
                  <a:srgbClr val="FF0000"/>
                </a:solidFill>
              </a:rPr>
              <a:t>giao thức tầng lkdl</a:t>
            </a:r>
            <a:endParaRPr lang="en-US" altLang="en-US" sz="2400"/>
          </a:p>
          <a:p>
            <a:r>
              <a:rPr lang="en-US" altLang="en-US" sz="2400"/>
              <a:t>đại lý du lịch = </a:t>
            </a:r>
            <a:r>
              <a:rPr lang="en-US" altLang="en-US" sz="2400">
                <a:solidFill>
                  <a:srgbClr val="FF0000"/>
                </a:solidFill>
              </a:rPr>
              <a:t>giải thuật định tuyến</a:t>
            </a:r>
          </a:p>
          <a:p>
            <a:pPr lvl="1"/>
            <a:endParaRPr lang="en-US" altLang="en-US" sz="2000"/>
          </a:p>
        </p:txBody>
      </p:sp>
      <p:sp>
        <p:nvSpPr>
          <p:cNvPr id="205829" name="Rectangle 6">
            <a:extLst>
              <a:ext uri="{FF2B5EF4-FFF2-40B4-BE49-F238E27FC236}">
                <a16:creationId xmlns:a16="http://schemas.microsoft.com/office/drawing/2014/main" id="{560215B7-C42D-46B5-A8A1-83F9463DBFB9}"/>
              </a:ext>
            </a:extLst>
          </p:cNvPr>
          <p:cNvSpPr>
            <a:spLocks noGrp="1" noChangeArrowheads="1"/>
          </p:cNvSpPr>
          <p:nvPr>
            <p:ph type="body" sz="half" idx="1"/>
          </p:nvPr>
        </p:nvSpPr>
        <p:spPr>
          <a:xfrm>
            <a:off x="149225" y="857250"/>
            <a:ext cx="4425950" cy="5930900"/>
          </a:xfrm>
          <a:noFill/>
        </p:spPr>
        <p:txBody>
          <a:bodyPr/>
          <a:lstStyle/>
          <a:p>
            <a:r>
              <a:rPr lang="en-US" altLang="en-US" sz="2400"/>
              <a:t>Gam dữ liệu được chuyên chở bởi các giao thức khác nhau ở tầng LKDL qua các liên kết truyền thông khác nhau:</a:t>
            </a:r>
          </a:p>
          <a:p>
            <a:pPr lvl="1"/>
            <a:r>
              <a:rPr lang="en-US" altLang="en-US" sz="2000"/>
              <a:t>Vd: Ethernet ở liên kết đầu tiên, frame relay ở các liên kết trung gian, 802.11 ở liên kết cuối cùng (xem hình ở slide trước)</a:t>
            </a:r>
          </a:p>
          <a:p>
            <a:r>
              <a:rPr lang="en-US" altLang="en-US" sz="2400"/>
              <a:t>Mỗi giao thức ở tầng LKDL cung cấp các dịch vụ khác nhau</a:t>
            </a:r>
          </a:p>
          <a:p>
            <a:pPr lvl="1"/>
            <a:r>
              <a:rPr lang="en-US" altLang="en-US" sz="2000"/>
              <a:t>Vd: có thể cung cấp dịch vụ chuyển dữ liệu tin cậy hoặc không qua liên kết truyền thông.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Slide Number Placeholder 5">
            <a:extLst>
              <a:ext uri="{FF2B5EF4-FFF2-40B4-BE49-F238E27FC236}">
                <a16:creationId xmlns:a16="http://schemas.microsoft.com/office/drawing/2014/main" id="{86DE156C-7378-479F-BDD7-298B09C2496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FFF23868-85BE-4D7A-ADD5-C5B0D04CFDA4}" type="slidenum">
              <a:rPr lang="en-US" altLang="en-US" sz="1400" smtClean="0">
                <a:latin typeface="Times New Roman" panose="02020603050405020304" pitchFamily="18" charset="0"/>
              </a:rPr>
              <a:pPr>
                <a:spcBef>
                  <a:spcPct val="0"/>
                </a:spcBef>
                <a:buClrTx/>
                <a:buSzTx/>
                <a:buFontTx/>
                <a:buNone/>
              </a:pPr>
              <a:t>4</a:t>
            </a:fld>
            <a:endParaRPr lang="en-US" altLang="en-US" sz="1400">
              <a:latin typeface="Times New Roman" panose="02020603050405020304" pitchFamily="18" charset="0"/>
            </a:endParaRPr>
          </a:p>
        </p:txBody>
      </p:sp>
      <p:sp>
        <p:nvSpPr>
          <p:cNvPr id="206851" name="Rectangle 2">
            <a:extLst>
              <a:ext uri="{FF2B5EF4-FFF2-40B4-BE49-F238E27FC236}">
                <a16:creationId xmlns:a16="http://schemas.microsoft.com/office/drawing/2014/main" id="{FD84E182-BF64-4CA9-9AE0-84DD71771DA3}"/>
              </a:ext>
            </a:extLst>
          </p:cNvPr>
          <p:cNvSpPr>
            <a:spLocks noGrp="1" noChangeArrowheads="1"/>
          </p:cNvSpPr>
          <p:nvPr>
            <p:ph type="title"/>
          </p:nvPr>
        </p:nvSpPr>
        <p:spPr/>
        <p:txBody>
          <a:bodyPr/>
          <a:lstStyle/>
          <a:p>
            <a:r>
              <a:rPr lang="en-US" altLang="en-US"/>
              <a:t>Các dịch vụ của tầng LKDL</a:t>
            </a:r>
          </a:p>
        </p:txBody>
      </p:sp>
      <p:sp>
        <p:nvSpPr>
          <p:cNvPr id="206852" name="Rectangle 3">
            <a:extLst>
              <a:ext uri="{FF2B5EF4-FFF2-40B4-BE49-F238E27FC236}">
                <a16:creationId xmlns:a16="http://schemas.microsoft.com/office/drawing/2014/main" id="{5DE6163F-EACD-4391-9B4D-5438C7BE544B}"/>
              </a:ext>
            </a:extLst>
          </p:cNvPr>
          <p:cNvSpPr>
            <a:spLocks noGrp="1" noChangeArrowheads="1"/>
          </p:cNvSpPr>
          <p:nvPr>
            <p:ph type="body" idx="1"/>
          </p:nvPr>
        </p:nvSpPr>
        <p:spPr>
          <a:xfrm>
            <a:off x="0" y="1419225"/>
            <a:ext cx="9144000" cy="4648200"/>
          </a:xfrm>
        </p:spPr>
        <p:txBody>
          <a:bodyPr/>
          <a:lstStyle/>
          <a:p>
            <a:r>
              <a:rPr lang="en-US" altLang="en-US" sz="2200">
                <a:solidFill>
                  <a:srgbClr val="FF0000"/>
                </a:solidFill>
              </a:rPr>
              <a:t>Định khung, truy cập đường truyền:</a:t>
            </a:r>
            <a:r>
              <a:rPr lang="en-US" altLang="en-US" sz="2200"/>
              <a:t> </a:t>
            </a:r>
          </a:p>
          <a:p>
            <a:pPr lvl="1"/>
            <a:r>
              <a:rPr lang="en-US" altLang="en-US" sz="2200"/>
              <a:t>đóng gói gam dữ liệu vào khung, thêm thông tin điều khiển và kiểm soát lỗi (header, trailer)</a:t>
            </a:r>
          </a:p>
          <a:p>
            <a:pPr lvl="1"/>
            <a:r>
              <a:rPr lang="en-US" altLang="en-US" sz="2200"/>
              <a:t>truy cập kênh truyền nếu phương tiện truyền là chia sẻ</a:t>
            </a:r>
          </a:p>
          <a:p>
            <a:pPr lvl="1"/>
            <a:r>
              <a:rPr lang="en-US" altLang="en-US" sz="2200"/>
              <a:t>địa chỉ vật lý được dùng trong khung để định danh nguồn và đích</a:t>
            </a:r>
          </a:p>
          <a:p>
            <a:pPr lvl="2"/>
            <a:r>
              <a:rPr lang="en-US" altLang="en-US" sz="2200"/>
              <a:t>khác với địa chỉ IP!</a:t>
            </a:r>
          </a:p>
          <a:p>
            <a:r>
              <a:rPr lang="en-US" altLang="en-US" sz="2200">
                <a:solidFill>
                  <a:srgbClr val="FF0000"/>
                </a:solidFill>
              </a:rPr>
              <a:t>Chuyển dữ liệu tin cậy giữa các nút liền kề</a:t>
            </a:r>
          </a:p>
          <a:p>
            <a:pPr lvl="1"/>
            <a:r>
              <a:rPr lang="en-US" altLang="en-US" sz="2200"/>
              <a:t>hiếm khi được thực hiện ở các liên kết có tỷ lệ lỗi bit thấp (cáp quang, một số loại cáp đôi dây xoắn)</a:t>
            </a:r>
          </a:p>
          <a:p>
            <a:pPr lvl="1"/>
            <a:r>
              <a:rPr lang="en-US" altLang="en-US" sz="2200"/>
              <a:t>được cung cấp ở các đường truyền vô tuyến vì tỷ lệ lỗi cao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Slide Number Placeholder 5">
            <a:extLst>
              <a:ext uri="{FF2B5EF4-FFF2-40B4-BE49-F238E27FC236}">
                <a16:creationId xmlns:a16="http://schemas.microsoft.com/office/drawing/2014/main" id="{EF5584C5-6B76-4F4E-B57A-BA229E7BB99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7629AB9A-4AD1-453E-9C51-C0D4B3E877D6}" type="slidenum">
              <a:rPr lang="en-US" altLang="en-US" sz="1400" smtClean="0">
                <a:latin typeface="Times New Roman" panose="02020603050405020304" pitchFamily="18" charset="0"/>
              </a:rPr>
              <a:pPr>
                <a:spcBef>
                  <a:spcPct val="0"/>
                </a:spcBef>
                <a:buClrTx/>
                <a:buSzTx/>
                <a:buFontTx/>
                <a:buNone/>
              </a:pPr>
              <a:t>5</a:t>
            </a:fld>
            <a:endParaRPr lang="en-US" altLang="en-US" sz="1400">
              <a:latin typeface="Times New Roman" panose="02020603050405020304" pitchFamily="18" charset="0"/>
            </a:endParaRPr>
          </a:p>
        </p:txBody>
      </p:sp>
      <p:sp>
        <p:nvSpPr>
          <p:cNvPr id="207875" name="Rectangle 2">
            <a:extLst>
              <a:ext uri="{FF2B5EF4-FFF2-40B4-BE49-F238E27FC236}">
                <a16:creationId xmlns:a16="http://schemas.microsoft.com/office/drawing/2014/main" id="{B374EA35-84E9-48EB-B8B1-A96CAF706142}"/>
              </a:ext>
            </a:extLst>
          </p:cNvPr>
          <p:cNvSpPr>
            <a:spLocks noGrp="1" noChangeArrowheads="1"/>
          </p:cNvSpPr>
          <p:nvPr>
            <p:ph type="title"/>
          </p:nvPr>
        </p:nvSpPr>
        <p:spPr>
          <a:xfrm>
            <a:off x="533400" y="88900"/>
            <a:ext cx="8610600" cy="1143000"/>
          </a:xfrm>
        </p:spPr>
        <p:txBody>
          <a:bodyPr/>
          <a:lstStyle/>
          <a:p>
            <a:r>
              <a:rPr lang="en-US" altLang="en-US" sz="3600"/>
              <a:t>Các dịch vụ của tầng LKDL (tiếp theo)</a:t>
            </a:r>
          </a:p>
        </p:txBody>
      </p:sp>
      <p:sp>
        <p:nvSpPr>
          <p:cNvPr id="207876" name="Rectangle 3">
            <a:extLst>
              <a:ext uri="{FF2B5EF4-FFF2-40B4-BE49-F238E27FC236}">
                <a16:creationId xmlns:a16="http://schemas.microsoft.com/office/drawing/2014/main" id="{E43BD730-2799-4E84-9601-CBF8757E9C4F}"/>
              </a:ext>
            </a:extLst>
          </p:cNvPr>
          <p:cNvSpPr>
            <a:spLocks noGrp="1" noChangeArrowheads="1"/>
          </p:cNvSpPr>
          <p:nvPr>
            <p:ph type="body" idx="1"/>
          </p:nvPr>
        </p:nvSpPr>
        <p:spPr>
          <a:xfrm>
            <a:off x="0" y="1133475"/>
            <a:ext cx="9144000" cy="5724525"/>
          </a:xfrm>
        </p:spPr>
        <p:txBody>
          <a:bodyPr/>
          <a:lstStyle/>
          <a:p>
            <a:r>
              <a:rPr lang="en-US" altLang="en-US" i="1">
                <a:solidFill>
                  <a:srgbClr val="FF0000"/>
                </a:solidFill>
              </a:rPr>
              <a:t>Kiểm soát luồng:</a:t>
            </a:r>
            <a:r>
              <a:rPr lang="en-US" altLang="en-US" sz="3200"/>
              <a:t> </a:t>
            </a:r>
          </a:p>
          <a:p>
            <a:pPr lvl="1"/>
            <a:r>
              <a:rPr lang="en-US" altLang="en-US"/>
              <a:t>điều chỉnh tốc độ giữa các nút gửi và nhận (gần kề)</a:t>
            </a:r>
            <a:endParaRPr lang="en-US" altLang="en-US" sz="2800"/>
          </a:p>
          <a:p>
            <a:r>
              <a:rPr lang="en-US" altLang="en-US" i="1">
                <a:solidFill>
                  <a:srgbClr val="FF0000"/>
                </a:solidFill>
              </a:rPr>
              <a:t>Phát hiện lỗi</a:t>
            </a:r>
            <a:r>
              <a:rPr lang="en-US" altLang="en-US">
                <a:solidFill>
                  <a:srgbClr val="FF0000"/>
                </a:solidFill>
              </a:rPr>
              <a:t>:</a:t>
            </a:r>
            <a:r>
              <a:rPr lang="en-US" altLang="en-US" sz="3200"/>
              <a:t> </a:t>
            </a:r>
          </a:p>
          <a:p>
            <a:pPr lvl="1"/>
            <a:r>
              <a:rPr lang="en-US" altLang="en-US"/>
              <a:t>lỗi bị sinh ra bởi sự suy giảm tín hiệu, nhiễu</a:t>
            </a:r>
          </a:p>
          <a:p>
            <a:pPr lvl="1"/>
            <a:r>
              <a:rPr lang="en-US" altLang="en-US"/>
              <a:t>nơi nhận dò tìm sự xuất hiện của lỗi: </a:t>
            </a:r>
          </a:p>
          <a:p>
            <a:pPr lvl="2"/>
            <a:r>
              <a:rPr lang="en-US" altLang="en-US" sz="2400"/>
              <a:t>báo hiệu cho nơi gửi để truyền lại hoặc bỏ frame lỗi đó</a:t>
            </a:r>
          </a:p>
          <a:p>
            <a:r>
              <a:rPr lang="en-US" altLang="en-US" i="1">
                <a:solidFill>
                  <a:srgbClr val="FF0000"/>
                </a:solidFill>
              </a:rPr>
              <a:t>Sửa lỗi:</a:t>
            </a:r>
            <a:r>
              <a:rPr lang="en-US" altLang="en-US" sz="3200"/>
              <a:t> </a:t>
            </a:r>
          </a:p>
          <a:p>
            <a:pPr lvl="1"/>
            <a:r>
              <a:rPr lang="en-US" altLang="en-US"/>
              <a:t>nơi nhận xác định và sửa các bit lỗi mà không phải viện đến việc truyền lại</a:t>
            </a:r>
            <a:endParaRPr lang="en-US" altLang="en-US" sz="2800"/>
          </a:p>
          <a:p>
            <a:r>
              <a:rPr lang="en-US" altLang="en-US" i="1">
                <a:solidFill>
                  <a:srgbClr val="FF0000"/>
                </a:solidFill>
              </a:rPr>
              <a:t>Bán song công và song công</a:t>
            </a:r>
            <a:endParaRPr lang="en-US" altLang="en-US">
              <a:solidFill>
                <a:srgbClr val="FF0000"/>
              </a:solidFill>
            </a:endParaRPr>
          </a:p>
          <a:p>
            <a:pPr lvl="1"/>
            <a:r>
              <a:rPr lang="en-US" altLang="en-US"/>
              <a:t>với bán song công, các nút tại hai đầu của liên kết có thể truyền dữ liệu nhưng không cùng thời điểm</a:t>
            </a:r>
            <a:endParaRPr lang="en-US" altLang="en-US"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Number Placeholder 6">
            <a:extLst>
              <a:ext uri="{FF2B5EF4-FFF2-40B4-BE49-F238E27FC236}">
                <a16:creationId xmlns:a16="http://schemas.microsoft.com/office/drawing/2014/main" id="{A44C1DFE-FA1F-4288-BCE5-0790C477A82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D326C297-581F-4419-BD71-A9F9B3181919}" type="slidenum">
              <a:rPr lang="en-US" altLang="en-US" sz="1400" smtClean="0">
                <a:latin typeface="Times New Roman" panose="02020603050405020304" pitchFamily="18" charset="0"/>
              </a:rPr>
              <a:pPr>
                <a:spcBef>
                  <a:spcPct val="0"/>
                </a:spcBef>
                <a:buClrTx/>
                <a:buSzTx/>
                <a:buFontTx/>
                <a:buNone/>
              </a:pPr>
              <a:t>6</a:t>
            </a:fld>
            <a:endParaRPr lang="en-US" altLang="en-US" sz="1400">
              <a:latin typeface="Times New Roman" panose="02020603050405020304" pitchFamily="18" charset="0"/>
            </a:endParaRPr>
          </a:p>
        </p:txBody>
      </p:sp>
      <p:sp>
        <p:nvSpPr>
          <p:cNvPr id="209923" name="Rectangle 2">
            <a:extLst>
              <a:ext uri="{FF2B5EF4-FFF2-40B4-BE49-F238E27FC236}">
                <a16:creationId xmlns:a16="http://schemas.microsoft.com/office/drawing/2014/main" id="{49C027E6-9207-4A14-9CF0-F1EFD9868324}"/>
              </a:ext>
            </a:extLst>
          </p:cNvPr>
          <p:cNvSpPr>
            <a:spLocks noGrp="1" noChangeArrowheads="1"/>
          </p:cNvSpPr>
          <p:nvPr>
            <p:ph type="title"/>
          </p:nvPr>
        </p:nvSpPr>
        <p:spPr/>
        <p:txBody>
          <a:bodyPr/>
          <a:lstStyle/>
          <a:p>
            <a:r>
              <a:rPr lang="en-US" altLang="en-US" sz="3600">
                <a:cs typeface="Times New Roman" panose="02020603050405020304" pitchFamily="18" charset="0"/>
              </a:rPr>
              <a:t>Kết nối Host – Mạch giao tiếp mạng</a:t>
            </a:r>
          </a:p>
        </p:txBody>
      </p:sp>
      <p:sp>
        <p:nvSpPr>
          <p:cNvPr id="209924" name="Rectangle 3">
            <a:extLst>
              <a:ext uri="{FF2B5EF4-FFF2-40B4-BE49-F238E27FC236}">
                <a16:creationId xmlns:a16="http://schemas.microsoft.com/office/drawing/2014/main" id="{E1BB2219-A60B-464F-A061-4D75AAE575AE}"/>
              </a:ext>
            </a:extLst>
          </p:cNvPr>
          <p:cNvSpPr>
            <a:spLocks noGrp="1" noChangeArrowheads="1"/>
          </p:cNvSpPr>
          <p:nvPr>
            <p:ph type="body" sz="half" idx="1"/>
          </p:nvPr>
        </p:nvSpPr>
        <p:spPr>
          <a:xfrm>
            <a:off x="533400" y="1600200"/>
            <a:ext cx="7772400" cy="4648200"/>
          </a:xfrm>
        </p:spPr>
        <p:txBody>
          <a:bodyPr/>
          <a:lstStyle/>
          <a:p>
            <a:pPr>
              <a:spcBef>
                <a:spcPct val="10000"/>
              </a:spcBef>
            </a:pPr>
            <a:r>
              <a:rPr lang="en-US" altLang="en-US" sz="2400"/>
              <a:t>NIC hay card mạng là thiết bị tầng 2, mỗi NIC có một mã duy nhất gọi là địa chỉ MAC. </a:t>
            </a:r>
          </a:p>
          <a:p>
            <a:pPr>
              <a:spcBef>
                <a:spcPct val="10000"/>
              </a:spcBef>
            </a:pPr>
            <a:r>
              <a:rPr lang="en-US" altLang="en-US" sz="2400"/>
              <a:t>Khi lựa chọn một card mạng cần cân nhắc các yếu tố:</a:t>
            </a:r>
          </a:p>
          <a:p>
            <a:pPr lvl="1">
              <a:spcBef>
                <a:spcPct val="10000"/>
              </a:spcBef>
            </a:pPr>
            <a:r>
              <a:rPr lang="en-US" altLang="en-US" sz="2000"/>
              <a:t>Kiến trúc mạng mà NIC đó hỗ trợ</a:t>
            </a:r>
          </a:p>
          <a:p>
            <a:pPr lvl="1">
              <a:spcBef>
                <a:spcPct val="10000"/>
              </a:spcBef>
            </a:pPr>
            <a:r>
              <a:rPr lang="en-US" altLang="en-US" sz="2000"/>
              <a:t>Hệ điều hành</a:t>
            </a:r>
          </a:p>
          <a:p>
            <a:pPr lvl="1">
              <a:spcBef>
                <a:spcPct val="10000"/>
              </a:spcBef>
            </a:pPr>
            <a:r>
              <a:rPr lang="en-US" altLang="en-US" sz="2000"/>
              <a:t>Loại phương tiện truyền</a:t>
            </a:r>
          </a:p>
          <a:p>
            <a:pPr lvl="1">
              <a:spcBef>
                <a:spcPct val="10000"/>
              </a:spcBef>
            </a:pPr>
            <a:r>
              <a:rPr lang="en-US" altLang="en-US" sz="2000"/>
              <a:t>Tốc độ truyền dữ liệu</a:t>
            </a:r>
          </a:p>
          <a:p>
            <a:pPr lvl="1">
              <a:spcBef>
                <a:spcPct val="10000"/>
              </a:spcBef>
            </a:pPr>
            <a:r>
              <a:rPr lang="en-US" altLang="en-US" sz="2000"/>
              <a:t>Loại bus sẵn có</a:t>
            </a:r>
          </a:p>
        </p:txBody>
      </p:sp>
      <p:graphicFrame>
        <p:nvGraphicFramePr>
          <p:cNvPr id="209925" name="Object 4">
            <a:extLst>
              <a:ext uri="{FF2B5EF4-FFF2-40B4-BE49-F238E27FC236}">
                <a16:creationId xmlns:a16="http://schemas.microsoft.com/office/drawing/2014/main" id="{CAD80380-2E77-41AB-963B-A4AAAD738788}"/>
              </a:ext>
            </a:extLst>
          </p:cNvPr>
          <p:cNvGraphicFramePr>
            <a:graphicFrameLocks noGrp="1" noChangeAspect="1"/>
          </p:cNvGraphicFramePr>
          <p:nvPr>
            <p:ph sz="half" idx="2"/>
            <p:extLst>
              <p:ext uri="{D42A27DB-BD31-4B8C-83A1-F6EECF244321}">
                <p14:modId xmlns:p14="http://schemas.microsoft.com/office/powerpoint/2010/main" val="753397854"/>
              </p:ext>
            </p:extLst>
          </p:nvPr>
        </p:nvGraphicFramePr>
        <p:xfrm>
          <a:off x="4773613" y="3618093"/>
          <a:ext cx="3849687" cy="2916238"/>
        </p:xfrm>
        <a:graphic>
          <a:graphicData uri="http://schemas.openxmlformats.org/presentationml/2006/ole">
            <mc:AlternateContent xmlns:mc="http://schemas.openxmlformats.org/markup-compatibility/2006">
              <mc:Choice xmlns:v="urn:schemas-microsoft-com:vml" Requires="v">
                <p:oleObj spid="_x0000_s209934" name="Image" r:id="rId3" imgW="5726984" imgH="4342857" progId="Photoshop.Image.6">
                  <p:embed/>
                </p:oleObj>
              </mc:Choice>
              <mc:Fallback>
                <p:oleObj name="Image" r:id="rId3" imgW="5726984" imgH="4342857" progId="Photoshop.Image.6">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3613" y="3618093"/>
                        <a:ext cx="3849687" cy="291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Slide Number Placeholder 6">
            <a:extLst>
              <a:ext uri="{FF2B5EF4-FFF2-40B4-BE49-F238E27FC236}">
                <a16:creationId xmlns:a16="http://schemas.microsoft.com/office/drawing/2014/main" id="{3AF1C3AE-DDD2-410D-A6FC-B925AC8AD1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3173C3CB-1DD3-444F-9013-F4F728AAEB30}" type="slidenum">
              <a:rPr lang="en-US" altLang="en-US" sz="1400" smtClean="0">
                <a:latin typeface="Times New Roman" panose="02020603050405020304" pitchFamily="18" charset="0"/>
              </a:rPr>
              <a:pPr>
                <a:spcBef>
                  <a:spcPct val="0"/>
                </a:spcBef>
                <a:buClrTx/>
                <a:buSzTx/>
                <a:buFontTx/>
                <a:buNone/>
              </a:pPr>
              <a:t>7</a:t>
            </a:fld>
            <a:endParaRPr lang="en-US" altLang="en-US" sz="1400">
              <a:latin typeface="Times New Roman" panose="02020603050405020304" pitchFamily="18" charset="0"/>
            </a:endParaRPr>
          </a:p>
        </p:txBody>
      </p:sp>
      <p:sp>
        <p:nvSpPr>
          <p:cNvPr id="210947" name="Rectangle 2">
            <a:extLst>
              <a:ext uri="{FF2B5EF4-FFF2-40B4-BE49-F238E27FC236}">
                <a16:creationId xmlns:a16="http://schemas.microsoft.com/office/drawing/2014/main" id="{FE201D47-635A-4151-8090-6F5DEF55A9EA}"/>
              </a:ext>
            </a:extLst>
          </p:cNvPr>
          <p:cNvSpPr>
            <a:spLocks noGrp="1" noChangeArrowheads="1"/>
          </p:cNvSpPr>
          <p:nvPr>
            <p:ph type="title"/>
          </p:nvPr>
        </p:nvSpPr>
        <p:spPr>
          <a:xfrm>
            <a:off x="0" y="0"/>
            <a:ext cx="9144000" cy="1143000"/>
          </a:xfrm>
        </p:spPr>
        <p:txBody>
          <a:bodyPr/>
          <a:lstStyle/>
          <a:p>
            <a:r>
              <a:rPr lang="en-US" altLang="en-US" sz="3600"/>
              <a:t>Truyền thông giữa các bộ thích ứng mạng</a:t>
            </a:r>
          </a:p>
        </p:txBody>
      </p:sp>
      <p:sp>
        <p:nvSpPr>
          <p:cNvPr id="210948" name="Rectangle 3">
            <a:extLst>
              <a:ext uri="{FF2B5EF4-FFF2-40B4-BE49-F238E27FC236}">
                <a16:creationId xmlns:a16="http://schemas.microsoft.com/office/drawing/2014/main" id="{D161B72E-17AE-46C6-A5D2-0CDED24797AD}"/>
              </a:ext>
            </a:extLst>
          </p:cNvPr>
          <p:cNvSpPr>
            <a:spLocks noGrp="1" noChangeArrowheads="1"/>
          </p:cNvSpPr>
          <p:nvPr>
            <p:ph type="body" sz="half" idx="1"/>
          </p:nvPr>
        </p:nvSpPr>
        <p:spPr>
          <a:xfrm>
            <a:off x="398463" y="3101975"/>
            <a:ext cx="4067175" cy="3024188"/>
          </a:xfrm>
        </p:spPr>
        <p:txBody>
          <a:bodyPr/>
          <a:lstStyle/>
          <a:p>
            <a:r>
              <a:rPr lang="en-US" altLang="en-US" sz="2400"/>
              <a:t>tầng lkdl được thực thi trên bộ thích ứng mạng</a:t>
            </a:r>
          </a:p>
          <a:p>
            <a:pPr lvl="1"/>
            <a:r>
              <a:rPr lang="en-US" altLang="en-US" sz="2000"/>
              <a:t>Ethernet card, PCMCIA card, 802.11 card</a:t>
            </a:r>
          </a:p>
          <a:p>
            <a:r>
              <a:rPr lang="en-US" altLang="en-US" sz="2400"/>
              <a:t>bên gởi:</a:t>
            </a:r>
          </a:p>
          <a:p>
            <a:pPr lvl="1"/>
            <a:r>
              <a:rPr lang="en-US" altLang="en-US" sz="2000"/>
              <a:t>đóng gói gam dữ liệu vào khung</a:t>
            </a:r>
          </a:p>
          <a:p>
            <a:pPr lvl="1"/>
            <a:r>
              <a:rPr lang="en-US" altLang="en-US" sz="2000"/>
              <a:t>thêm thông tin điều khiển và kiểm soát lỗi</a:t>
            </a:r>
          </a:p>
        </p:txBody>
      </p:sp>
      <p:sp>
        <p:nvSpPr>
          <p:cNvPr id="210949" name="Rectangle 4">
            <a:extLst>
              <a:ext uri="{FF2B5EF4-FFF2-40B4-BE49-F238E27FC236}">
                <a16:creationId xmlns:a16="http://schemas.microsoft.com/office/drawing/2014/main" id="{0A4966D9-B9DE-44BC-8FE2-0CD555817889}"/>
              </a:ext>
            </a:extLst>
          </p:cNvPr>
          <p:cNvSpPr>
            <a:spLocks noGrp="1" noChangeArrowheads="1"/>
          </p:cNvSpPr>
          <p:nvPr>
            <p:ph type="body" sz="half" idx="2"/>
          </p:nvPr>
        </p:nvSpPr>
        <p:spPr>
          <a:xfrm>
            <a:off x="4508500" y="3092450"/>
            <a:ext cx="4635500" cy="2986088"/>
          </a:xfrm>
        </p:spPr>
        <p:txBody>
          <a:bodyPr/>
          <a:lstStyle/>
          <a:p>
            <a:r>
              <a:rPr lang="en-US" altLang="en-US" sz="2400"/>
              <a:t>bên nhận</a:t>
            </a:r>
          </a:p>
          <a:p>
            <a:pPr lvl="1"/>
            <a:r>
              <a:rPr lang="en-US" altLang="en-US" sz="2000"/>
              <a:t>tìm các lỗi và thông tin điều khiển</a:t>
            </a:r>
          </a:p>
          <a:p>
            <a:pPr lvl="1"/>
            <a:r>
              <a:rPr lang="en-US" altLang="en-US" sz="2000"/>
              <a:t>trích gam dữ liệu và chuyển lên cho nút nhận</a:t>
            </a:r>
          </a:p>
          <a:p>
            <a:r>
              <a:rPr lang="en-US" altLang="en-US" sz="2400"/>
              <a:t>NICs là thiết bị bán tự trị</a:t>
            </a:r>
          </a:p>
          <a:p>
            <a:r>
              <a:rPr lang="en-US" altLang="en-US" sz="2400"/>
              <a:t>thực hiện các chức năng của tầng vật lý và LKDL</a:t>
            </a:r>
          </a:p>
        </p:txBody>
      </p:sp>
      <p:sp>
        <p:nvSpPr>
          <p:cNvPr id="210950" name="Text Box 5">
            <a:extLst>
              <a:ext uri="{FF2B5EF4-FFF2-40B4-BE49-F238E27FC236}">
                <a16:creationId xmlns:a16="http://schemas.microsoft.com/office/drawing/2014/main" id="{D46A9FDD-B377-41F1-8577-B7C3EF776E3F}"/>
              </a:ext>
            </a:extLst>
          </p:cNvPr>
          <p:cNvSpPr txBox="1">
            <a:spLocks noChangeArrowheads="1"/>
          </p:cNvSpPr>
          <p:nvPr/>
        </p:nvSpPr>
        <p:spPr bwMode="auto">
          <a:xfrm>
            <a:off x="239713" y="1393825"/>
            <a:ext cx="9779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sending</a:t>
            </a:r>
          </a:p>
          <a:p>
            <a:pPr>
              <a:spcBef>
                <a:spcPct val="0"/>
              </a:spcBef>
              <a:buClrTx/>
              <a:buSzTx/>
              <a:buFontTx/>
              <a:buNone/>
            </a:pPr>
            <a:r>
              <a:rPr lang="en-US" altLang="en-US" sz="1800"/>
              <a:t>node</a:t>
            </a:r>
          </a:p>
        </p:txBody>
      </p:sp>
      <p:grpSp>
        <p:nvGrpSpPr>
          <p:cNvPr id="210951" name="Group 6">
            <a:extLst>
              <a:ext uri="{FF2B5EF4-FFF2-40B4-BE49-F238E27FC236}">
                <a16:creationId xmlns:a16="http://schemas.microsoft.com/office/drawing/2014/main" id="{20DD28AE-B869-4994-8A85-E879FB00DEE3}"/>
              </a:ext>
            </a:extLst>
          </p:cNvPr>
          <p:cNvGrpSpPr>
            <a:grpSpLocks/>
          </p:cNvGrpSpPr>
          <p:nvPr/>
        </p:nvGrpSpPr>
        <p:grpSpPr bwMode="auto">
          <a:xfrm>
            <a:off x="2344738" y="1938338"/>
            <a:ext cx="965200" cy="427037"/>
            <a:chOff x="1477" y="1377"/>
            <a:chExt cx="608" cy="269"/>
          </a:xfrm>
        </p:grpSpPr>
        <p:sp>
          <p:nvSpPr>
            <p:cNvPr id="210969" name="Rectangle 7">
              <a:extLst>
                <a:ext uri="{FF2B5EF4-FFF2-40B4-BE49-F238E27FC236}">
                  <a16:creationId xmlns:a16="http://schemas.microsoft.com/office/drawing/2014/main" id="{ED540A15-523A-4FC9-A4F7-4708514E0F07}"/>
                </a:ext>
              </a:extLst>
            </p:cNvPr>
            <p:cNvSpPr>
              <a:spLocks noChangeArrowheads="1"/>
            </p:cNvSpPr>
            <p:nvPr/>
          </p:nvSpPr>
          <p:spPr bwMode="auto">
            <a:xfrm>
              <a:off x="1477" y="1377"/>
              <a:ext cx="608" cy="26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10970" name="Rectangle 8">
              <a:extLst>
                <a:ext uri="{FF2B5EF4-FFF2-40B4-BE49-F238E27FC236}">
                  <a16:creationId xmlns:a16="http://schemas.microsoft.com/office/drawing/2014/main" id="{200F5C18-A6FB-4F57-91BF-610981CCB8C0}"/>
                </a:ext>
              </a:extLst>
            </p:cNvPr>
            <p:cNvSpPr>
              <a:spLocks noChangeArrowheads="1"/>
            </p:cNvSpPr>
            <p:nvPr/>
          </p:nvSpPr>
          <p:spPr bwMode="auto">
            <a:xfrm>
              <a:off x="1546" y="1415"/>
              <a:ext cx="477" cy="1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solidFill>
                    <a:srgbClr val="FF0000"/>
                  </a:solidFill>
                </a:rPr>
                <a:t>frame</a:t>
              </a:r>
              <a:endParaRPr lang="en-US" altLang="en-US" sz="1800"/>
            </a:p>
          </p:txBody>
        </p:sp>
      </p:grpSp>
      <p:sp>
        <p:nvSpPr>
          <p:cNvPr id="210952" name="Line 9">
            <a:extLst>
              <a:ext uri="{FF2B5EF4-FFF2-40B4-BE49-F238E27FC236}">
                <a16:creationId xmlns:a16="http://schemas.microsoft.com/office/drawing/2014/main" id="{4FD462FE-79FD-481F-925B-317C026DB52E}"/>
              </a:ext>
            </a:extLst>
          </p:cNvPr>
          <p:cNvSpPr>
            <a:spLocks noChangeShapeType="1"/>
          </p:cNvSpPr>
          <p:nvPr/>
        </p:nvSpPr>
        <p:spPr bwMode="auto">
          <a:xfrm>
            <a:off x="3297238" y="2206625"/>
            <a:ext cx="25273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0953" name="Rectangle 10">
            <a:extLst>
              <a:ext uri="{FF2B5EF4-FFF2-40B4-BE49-F238E27FC236}">
                <a16:creationId xmlns:a16="http://schemas.microsoft.com/office/drawing/2014/main" id="{8B2823DE-24FD-4D67-A171-BF402969159D}"/>
              </a:ext>
            </a:extLst>
          </p:cNvPr>
          <p:cNvSpPr>
            <a:spLocks noChangeArrowheads="1"/>
          </p:cNvSpPr>
          <p:nvPr/>
        </p:nvSpPr>
        <p:spPr bwMode="auto">
          <a:xfrm>
            <a:off x="6783388" y="1144588"/>
            <a:ext cx="1125537" cy="1220787"/>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10954" name="Rectangle 11">
            <a:extLst>
              <a:ext uri="{FF2B5EF4-FFF2-40B4-BE49-F238E27FC236}">
                <a16:creationId xmlns:a16="http://schemas.microsoft.com/office/drawing/2014/main" id="{1BB69E3D-B751-4EED-B744-E61E697F5D51}"/>
              </a:ext>
            </a:extLst>
          </p:cNvPr>
          <p:cNvSpPr>
            <a:spLocks noChangeArrowheads="1"/>
          </p:cNvSpPr>
          <p:nvPr/>
        </p:nvSpPr>
        <p:spPr bwMode="auto">
          <a:xfrm>
            <a:off x="7083425" y="1524000"/>
            <a:ext cx="487363" cy="2809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10955" name="Rectangle 12">
            <a:extLst>
              <a:ext uri="{FF2B5EF4-FFF2-40B4-BE49-F238E27FC236}">
                <a16:creationId xmlns:a16="http://schemas.microsoft.com/office/drawing/2014/main" id="{9A0CD310-E021-4A89-AD20-D13F48B22179}"/>
              </a:ext>
            </a:extLst>
          </p:cNvPr>
          <p:cNvSpPr>
            <a:spLocks noChangeArrowheads="1"/>
          </p:cNvSpPr>
          <p:nvPr/>
        </p:nvSpPr>
        <p:spPr bwMode="auto">
          <a:xfrm>
            <a:off x="1219200" y="1144588"/>
            <a:ext cx="1125538" cy="1220787"/>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10956" name="Rectangle 13">
            <a:extLst>
              <a:ext uri="{FF2B5EF4-FFF2-40B4-BE49-F238E27FC236}">
                <a16:creationId xmlns:a16="http://schemas.microsoft.com/office/drawing/2014/main" id="{6CD9D364-519F-4604-8DAB-E43B820A2B63}"/>
              </a:ext>
            </a:extLst>
          </p:cNvPr>
          <p:cNvSpPr>
            <a:spLocks noChangeArrowheads="1"/>
          </p:cNvSpPr>
          <p:nvPr/>
        </p:nvSpPr>
        <p:spPr bwMode="auto">
          <a:xfrm>
            <a:off x="1544638" y="1516063"/>
            <a:ext cx="487362" cy="25717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10957" name="Text Box 14">
            <a:extLst>
              <a:ext uri="{FF2B5EF4-FFF2-40B4-BE49-F238E27FC236}">
                <a16:creationId xmlns:a16="http://schemas.microsoft.com/office/drawing/2014/main" id="{76A3DBA0-1534-4859-8709-D7B25896224D}"/>
              </a:ext>
            </a:extLst>
          </p:cNvPr>
          <p:cNvSpPr txBox="1">
            <a:spLocks noChangeArrowheads="1"/>
          </p:cNvSpPr>
          <p:nvPr/>
        </p:nvSpPr>
        <p:spPr bwMode="auto">
          <a:xfrm>
            <a:off x="7967663" y="1209675"/>
            <a:ext cx="11496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receiving</a:t>
            </a:r>
          </a:p>
          <a:p>
            <a:pPr>
              <a:spcBef>
                <a:spcPct val="0"/>
              </a:spcBef>
              <a:buClrTx/>
              <a:buSzTx/>
              <a:buFontTx/>
              <a:buNone/>
            </a:pPr>
            <a:r>
              <a:rPr lang="en-US" altLang="en-US" sz="1800"/>
              <a:t>node</a:t>
            </a:r>
          </a:p>
        </p:txBody>
      </p:sp>
      <p:sp>
        <p:nvSpPr>
          <p:cNvPr id="210958" name="Line 15">
            <a:extLst>
              <a:ext uri="{FF2B5EF4-FFF2-40B4-BE49-F238E27FC236}">
                <a16:creationId xmlns:a16="http://schemas.microsoft.com/office/drawing/2014/main" id="{02F74937-BAFD-40F5-9102-345AF48A8E90}"/>
              </a:ext>
            </a:extLst>
          </p:cNvPr>
          <p:cNvSpPr>
            <a:spLocks noChangeShapeType="1"/>
          </p:cNvSpPr>
          <p:nvPr/>
        </p:nvSpPr>
        <p:spPr bwMode="auto">
          <a:xfrm flipH="1">
            <a:off x="2063750" y="1363663"/>
            <a:ext cx="414338" cy="22066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0959" name="Text Box 16">
            <a:extLst>
              <a:ext uri="{FF2B5EF4-FFF2-40B4-BE49-F238E27FC236}">
                <a16:creationId xmlns:a16="http://schemas.microsoft.com/office/drawing/2014/main" id="{B8B5F22B-354B-4E9E-B417-6E9269619096}"/>
              </a:ext>
            </a:extLst>
          </p:cNvPr>
          <p:cNvSpPr txBox="1">
            <a:spLocks noChangeArrowheads="1"/>
          </p:cNvSpPr>
          <p:nvPr/>
        </p:nvSpPr>
        <p:spPr bwMode="auto">
          <a:xfrm>
            <a:off x="2344738" y="996950"/>
            <a:ext cx="1187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solidFill>
                  <a:srgbClr val="FF0000"/>
                </a:solidFill>
              </a:rPr>
              <a:t>datagram</a:t>
            </a:r>
            <a:endParaRPr lang="en-US" altLang="en-US" sz="1800"/>
          </a:p>
        </p:txBody>
      </p:sp>
      <p:sp>
        <p:nvSpPr>
          <p:cNvPr id="210960" name="Freeform 17">
            <a:extLst>
              <a:ext uri="{FF2B5EF4-FFF2-40B4-BE49-F238E27FC236}">
                <a16:creationId xmlns:a16="http://schemas.microsoft.com/office/drawing/2014/main" id="{A4FBED4C-F3D2-45F8-A101-9E5E9C68F809}"/>
              </a:ext>
            </a:extLst>
          </p:cNvPr>
          <p:cNvSpPr>
            <a:spLocks/>
          </p:cNvSpPr>
          <p:nvPr/>
        </p:nvSpPr>
        <p:spPr bwMode="auto">
          <a:xfrm>
            <a:off x="1746250" y="1730375"/>
            <a:ext cx="695325" cy="460375"/>
          </a:xfrm>
          <a:custGeom>
            <a:avLst/>
            <a:gdLst>
              <a:gd name="T0" fmla="*/ 2147483646 w 438"/>
              <a:gd name="T1" fmla="*/ 0 h 290"/>
              <a:gd name="T2" fmla="*/ 2147483646 w 438"/>
              <a:gd name="T3" fmla="*/ 2147483646 h 290"/>
              <a:gd name="T4" fmla="*/ 2147483646 w 438"/>
              <a:gd name="T5" fmla="*/ 2147483646 h 290"/>
              <a:gd name="T6" fmla="*/ 2147483646 w 438"/>
              <a:gd name="T7" fmla="*/ 2147483646 h 29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38" h="290">
                <a:moveTo>
                  <a:pt x="15" y="0"/>
                </a:moveTo>
                <a:cubicBezTo>
                  <a:pt x="7" y="58"/>
                  <a:pt x="0" y="117"/>
                  <a:pt x="15" y="162"/>
                </a:cubicBezTo>
                <a:cubicBezTo>
                  <a:pt x="30" y="207"/>
                  <a:pt x="38" y="248"/>
                  <a:pt x="108" y="269"/>
                </a:cubicBezTo>
                <a:cubicBezTo>
                  <a:pt x="178" y="290"/>
                  <a:pt x="383" y="282"/>
                  <a:pt x="438" y="285"/>
                </a:cubicBezTo>
              </a:path>
            </a:pathLst>
          </a:custGeom>
          <a:noFill/>
          <a:ln w="38100" cap="flat" cmpd="sng">
            <a:solidFill>
              <a:srgbClr val="FF0000"/>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10961" name="Group 18">
            <a:extLst>
              <a:ext uri="{FF2B5EF4-FFF2-40B4-BE49-F238E27FC236}">
                <a16:creationId xmlns:a16="http://schemas.microsoft.com/office/drawing/2014/main" id="{6E88F30A-0A50-4E6A-90A7-A0E03D9E623C}"/>
              </a:ext>
            </a:extLst>
          </p:cNvPr>
          <p:cNvGrpSpPr>
            <a:grpSpLocks/>
          </p:cNvGrpSpPr>
          <p:nvPr/>
        </p:nvGrpSpPr>
        <p:grpSpPr bwMode="auto">
          <a:xfrm>
            <a:off x="5819775" y="1931988"/>
            <a:ext cx="965200" cy="427037"/>
            <a:chOff x="1477" y="1377"/>
            <a:chExt cx="608" cy="269"/>
          </a:xfrm>
        </p:grpSpPr>
        <p:sp>
          <p:nvSpPr>
            <p:cNvPr id="210967" name="Rectangle 19">
              <a:extLst>
                <a:ext uri="{FF2B5EF4-FFF2-40B4-BE49-F238E27FC236}">
                  <a16:creationId xmlns:a16="http://schemas.microsoft.com/office/drawing/2014/main" id="{323DD550-C74C-4518-8C60-673012F5026F}"/>
                </a:ext>
              </a:extLst>
            </p:cNvPr>
            <p:cNvSpPr>
              <a:spLocks noChangeArrowheads="1"/>
            </p:cNvSpPr>
            <p:nvPr/>
          </p:nvSpPr>
          <p:spPr bwMode="auto">
            <a:xfrm>
              <a:off x="1477" y="1377"/>
              <a:ext cx="608" cy="26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10968" name="Rectangle 20">
              <a:extLst>
                <a:ext uri="{FF2B5EF4-FFF2-40B4-BE49-F238E27FC236}">
                  <a16:creationId xmlns:a16="http://schemas.microsoft.com/office/drawing/2014/main" id="{F61E8232-6E0A-40A2-AE5E-6592E6FD8AF8}"/>
                </a:ext>
              </a:extLst>
            </p:cNvPr>
            <p:cNvSpPr>
              <a:spLocks noChangeArrowheads="1"/>
            </p:cNvSpPr>
            <p:nvPr/>
          </p:nvSpPr>
          <p:spPr bwMode="auto">
            <a:xfrm>
              <a:off x="1546" y="1415"/>
              <a:ext cx="477" cy="18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solidFill>
                    <a:srgbClr val="FF0000"/>
                  </a:solidFill>
                </a:rPr>
                <a:t>frame</a:t>
              </a:r>
              <a:endParaRPr lang="en-US" altLang="en-US" sz="1800"/>
            </a:p>
          </p:txBody>
        </p:sp>
      </p:grpSp>
      <p:sp>
        <p:nvSpPr>
          <p:cNvPr id="210962" name="Text Box 21">
            <a:extLst>
              <a:ext uri="{FF2B5EF4-FFF2-40B4-BE49-F238E27FC236}">
                <a16:creationId xmlns:a16="http://schemas.microsoft.com/office/drawing/2014/main" id="{3B7840C5-9A11-4EEB-A54F-D803EF604B5D}"/>
              </a:ext>
            </a:extLst>
          </p:cNvPr>
          <p:cNvSpPr txBox="1">
            <a:spLocks noChangeArrowheads="1"/>
          </p:cNvSpPr>
          <p:nvPr/>
        </p:nvSpPr>
        <p:spPr bwMode="auto">
          <a:xfrm>
            <a:off x="2411413" y="2370138"/>
            <a:ext cx="10191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adapter</a:t>
            </a:r>
          </a:p>
        </p:txBody>
      </p:sp>
      <p:sp>
        <p:nvSpPr>
          <p:cNvPr id="210963" name="Text Box 22">
            <a:extLst>
              <a:ext uri="{FF2B5EF4-FFF2-40B4-BE49-F238E27FC236}">
                <a16:creationId xmlns:a16="http://schemas.microsoft.com/office/drawing/2014/main" id="{9458387A-1C15-448B-A0C0-99BBE111537F}"/>
              </a:ext>
            </a:extLst>
          </p:cNvPr>
          <p:cNvSpPr txBox="1">
            <a:spLocks noChangeArrowheads="1"/>
          </p:cNvSpPr>
          <p:nvPr/>
        </p:nvSpPr>
        <p:spPr bwMode="auto">
          <a:xfrm>
            <a:off x="5824538" y="2376488"/>
            <a:ext cx="10191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adapter</a:t>
            </a:r>
          </a:p>
        </p:txBody>
      </p:sp>
      <p:sp>
        <p:nvSpPr>
          <p:cNvPr id="210964" name="AutoShape 23">
            <a:extLst>
              <a:ext uri="{FF2B5EF4-FFF2-40B4-BE49-F238E27FC236}">
                <a16:creationId xmlns:a16="http://schemas.microsoft.com/office/drawing/2014/main" id="{65CD2AF8-FC95-46CF-BE2D-3A1868BC1F87}"/>
              </a:ext>
            </a:extLst>
          </p:cNvPr>
          <p:cNvSpPr>
            <a:spLocks/>
          </p:cNvSpPr>
          <p:nvPr/>
        </p:nvSpPr>
        <p:spPr bwMode="auto">
          <a:xfrm rot="5399521">
            <a:off x="4533901" y="307975"/>
            <a:ext cx="220662" cy="2865437"/>
          </a:xfrm>
          <a:prstGeom prst="leftBrace">
            <a:avLst>
              <a:gd name="adj1" fmla="val 108214"/>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10965" name="Text Box 24">
            <a:extLst>
              <a:ext uri="{FF2B5EF4-FFF2-40B4-BE49-F238E27FC236}">
                <a16:creationId xmlns:a16="http://schemas.microsoft.com/office/drawing/2014/main" id="{722C5EBC-ADBD-48F3-A61A-523076CB8965}"/>
              </a:ext>
            </a:extLst>
          </p:cNvPr>
          <p:cNvSpPr txBox="1">
            <a:spLocks noChangeArrowheads="1"/>
          </p:cNvSpPr>
          <p:nvPr/>
        </p:nvSpPr>
        <p:spPr bwMode="auto">
          <a:xfrm>
            <a:off x="3635375" y="1263650"/>
            <a:ext cx="21034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link layer protocol</a:t>
            </a:r>
          </a:p>
        </p:txBody>
      </p:sp>
      <p:sp>
        <p:nvSpPr>
          <p:cNvPr id="210966" name="Freeform 25">
            <a:extLst>
              <a:ext uri="{FF2B5EF4-FFF2-40B4-BE49-F238E27FC236}">
                <a16:creationId xmlns:a16="http://schemas.microsoft.com/office/drawing/2014/main" id="{B4CF9020-0EEB-416D-87E2-E9F4DD355959}"/>
              </a:ext>
            </a:extLst>
          </p:cNvPr>
          <p:cNvSpPr>
            <a:spLocks/>
          </p:cNvSpPr>
          <p:nvPr/>
        </p:nvSpPr>
        <p:spPr bwMode="auto">
          <a:xfrm>
            <a:off x="6704013" y="1816100"/>
            <a:ext cx="647700" cy="342900"/>
          </a:xfrm>
          <a:custGeom>
            <a:avLst/>
            <a:gdLst>
              <a:gd name="T0" fmla="*/ 0 w 408"/>
              <a:gd name="T1" fmla="*/ 2147483646 h 216"/>
              <a:gd name="T2" fmla="*/ 2147483646 w 408"/>
              <a:gd name="T3" fmla="*/ 2147483646 h 216"/>
              <a:gd name="T4" fmla="*/ 2147483646 w 408"/>
              <a:gd name="T5" fmla="*/ 2147483646 h 216"/>
              <a:gd name="T6" fmla="*/ 2147483646 w 408"/>
              <a:gd name="T7" fmla="*/ 0 h 2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08" h="216">
                <a:moveTo>
                  <a:pt x="0" y="208"/>
                </a:moveTo>
                <a:cubicBezTo>
                  <a:pt x="62" y="212"/>
                  <a:pt x="124" y="216"/>
                  <a:pt x="184" y="208"/>
                </a:cubicBezTo>
                <a:cubicBezTo>
                  <a:pt x="244" y="200"/>
                  <a:pt x="324" y="196"/>
                  <a:pt x="361" y="161"/>
                </a:cubicBezTo>
                <a:cubicBezTo>
                  <a:pt x="398" y="126"/>
                  <a:pt x="400" y="27"/>
                  <a:pt x="408" y="0"/>
                </a:cubicBezTo>
              </a:path>
            </a:pathLst>
          </a:custGeom>
          <a:noFill/>
          <a:ln w="38100" cap="flat" cmpd="sng">
            <a:solidFill>
              <a:srgbClr val="FF0000"/>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Slide Number Placeholder 5">
            <a:extLst>
              <a:ext uri="{FF2B5EF4-FFF2-40B4-BE49-F238E27FC236}">
                <a16:creationId xmlns:a16="http://schemas.microsoft.com/office/drawing/2014/main" id="{DA514313-6775-4D5F-9D5B-384B015F20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386D0AE8-8979-44D7-AF6D-0C8CE11E40DA}" type="slidenum">
              <a:rPr lang="en-US" altLang="en-US" sz="1400" smtClean="0">
                <a:latin typeface="Times New Roman" panose="02020603050405020304" pitchFamily="18" charset="0"/>
              </a:rPr>
              <a:pPr>
                <a:spcBef>
                  <a:spcPct val="0"/>
                </a:spcBef>
                <a:buClrTx/>
                <a:buSzTx/>
                <a:buFontTx/>
                <a:buNone/>
              </a:pPr>
              <a:t>8</a:t>
            </a:fld>
            <a:endParaRPr lang="en-US" altLang="en-US" sz="1400">
              <a:latin typeface="Times New Roman" panose="02020603050405020304" pitchFamily="18" charset="0"/>
            </a:endParaRPr>
          </a:p>
        </p:txBody>
      </p:sp>
      <p:sp>
        <p:nvSpPr>
          <p:cNvPr id="211971" name="Rectangle 2">
            <a:extLst>
              <a:ext uri="{FF2B5EF4-FFF2-40B4-BE49-F238E27FC236}">
                <a16:creationId xmlns:a16="http://schemas.microsoft.com/office/drawing/2014/main" id="{C755AD7E-16F3-4E53-A58B-E1DFBF28B538}"/>
              </a:ext>
            </a:extLst>
          </p:cNvPr>
          <p:cNvSpPr>
            <a:spLocks noGrp="1" noChangeArrowheads="1"/>
          </p:cNvSpPr>
          <p:nvPr>
            <p:ph type="title"/>
          </p:nvPr>
        </p:nvSpPr>
        <p:spPr/>
        <p:txBody>
          <a:bodyPr/>
          <a:lstStyle/>
          <a:p>
            <a:r>
              <a:rPr lang="en-US" altLang="en-US"/>
              <a:t>Định khung và đồng bộ hóa</a:t>
            </a:r>
          </a:p>
        </p:txBody>
      </p:sp>
      <p:sp>
        <p:nvSpPr>
          <p:cNvPr id="211972" name="Rectangle 3">
            <a:extLst>
              <a:ext uri="{FF2B5EF4-FFF2-40B4-BE49-F238E27FC236}">
                <a16:creationId xmlns:a16="http://schemas.microsoft.com/office/drawing/2014/main" id="{4F94BC43-76E0-455F-851D-435ADB185E3B}"/>
              </a:ext>
            </a:extLst>
          </p:cNvPr>
          <p:cNvSpPr>
            <a:spLocks noGrp="1" noChangeArrowheads="1"/>
          </p:cNvSpPr>
          <p:nvPr>
            <p:ph type="body" idx="1"/>
          </p:nvPr>
        </p:nvSpPr>
        <p:spPr>
          <a:xfrm>
            <a:off x="0" y="1600200"/>
            <a:ext cx="9144000" cy="4648200"/>
          </a:xfrm>
        </p:spPr>
        <p:txBody>
          <a:bodyPr/>
          <a:lstStyle/>
          <a:p>
            <a:r>
              <a:rPr lang="en-US" altLang="en-US"/>
              <a:t>Vấn đề: dồn dòng bit vào các khung</a:t>
            </a:r>
          </a:p>
          <a:p>
            <a:r>
              <a:rPr lang="en-US" altLang="en-US"/>
              <a:t>Phải xác định các bit đầu tiên và cuối cùng của khung</a:t>
            </a:r>
          </a:p>
          <a:p>
            <a:pPr lvl="1"/>
            <a:r>
              <a:rPr lang="en-US" altLang="en-US"/>
              <a:t>Định khung và đồng bộ hóa có quan hệ chặt chẽ với nhau</a:t>
            </a:r>
          </a:p>
          <a:p>
            <a:r>
              <a:rPr lang="en-US" altLang="en-US"/>
              <a:t>Thường được thực thi bởi card mạng</a:t>
            </a:r>
          </a:p>
          <a:p>
            <a:r>
              <a:rPr lang="en-US" altLang="en-US"/>
              <a:t>Bộ thích ứng mạng lấy/đặt các khung ra từ/vào  bộ nhớ host/switch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Slide Number Placeholder 5">
            <a:extLst>
              <a:ext uri="{FF2B5EF4-FFF2-40B4-BE49-F238E27FC236}">
                <a16:creationId xmlns:a16="http://schemas.microsoft.com/office/drawing/2014/main" id="{A0E1EC84-2513-45E9-ABA0-F3B8A20FF0E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5048CDEE-B20C-46B4-9C83-89FFD002D53A}" type="slidenum">
              <a:rPr lang="en-US" altLang="en-US" sz="1400" smtClean="0">
                <a:latin typeface="Times New Roman" panose="02020603050405020304" pitchFamily="18" charset="0"/>
              </a:rPr>
              <a:pPr>
                <a:spcBef>
                  <a:spcPct val="0"/>
                </a:spcBef>
                <a:buClrTx/>
                <a:buSzTx/>
                <a:buFontTx/>
                <a:buNone/>
              </a:pPr>
              <a:t>9</a:t>
            </a:fld>
            <a:endParaRPr lang="en-US" altLang="en-US" sz="1400">
              <a:latin typeface="Times New Roman" panose="02020603050405020304" pitchFamily="18" charset="0"/>
            </a:endParaRPr>
          </a:p>
        </p:txBody>
      </p:sp>
      <p:sp>
        <p:nvSpPr>
          <p:cNvPr id="212995" name="Rectangle 2">
            <a:extLst>
              <a:ext uri="{FF2B5EF4-FFF2-40B4-BE49-F238E27FC236}">
                <a16:creationId xmlns:a16="http://schemas.microsoft.com/office/drawing/2014/main" id="{4FAE55E7-0D54-4539-A1A7-D58AE0868C94}"/>
              </a:ext>
            </a:extLst>
          </p:cNvPr>
          <p:cNvSpPr>
            <a:spLocks noGrp="1" noChangeArrowheads="1"/>
          </p:cNvSpPr>
          <p:nvPr>
            <p:ph type="title"/>
          </p:nvPr>
        </p:nvSpPr>
        <p:spPr>
          <a:xfrm>
            <a:off x="533400" y="123825"/>
            <a:ext cx="7772400" cy="1143000"/>
          </a:xfrm>
        </p:spPr>
        <p:txBody>
          <a:bodyPr/>
          <a:lstStyle/>
          <a:p>
            <a:r>
              <a:rPr lang="en-US" altLang="en-US"/>
              <a:t>Các phương pháp định khung</a:t>
            </a:r>
          </a:p>
        </p:txBody>
      </p:sp>
      <p:sp>
        <p:nvSpPr>
          <p:cNvPr id="212996" name="Rectangle 3">
            <a:extLst>
              <a:ext uri="{FF2B5EF4-FFF2-40B4-BE49-F238E27FC236}">
                <a16:creationId xmlns:a16="http://schemas.microsoft.com/office/drawing/2014/main" id="{008E4F01-7074-4259-B386-798AF4BF338B}"/>
              </a:ext>
            </a:extLst>
          </p:cNvPr>
          <p:cNvSpPr>
            <a:spLocks noGrp="1" noChangeArrowheads="1"/>
          </p:cNvSpPr>
          <p:nvPr>
            <p:ph type="body" idx="1"/>
          </p:nvPr>
        </p:nvSpPr>
        <p:spPr>
          <a:xfrm>
            <a:off x="0" y="1443038"/>
            <a:ext cx="9144000" cy="5257800"/>
          </a:xfrm>
        </p:spPr>
        <p:txBody>
          <a:bodyPr/>
          <a:lstStyle/>
          <a:p>
            <a:r>
              <a:rPr lang="en-US" altLang="en-US"/>
              <a:t>Dựa trên đồng hồ</a:t>
            </a:r>
          </a:p>
          <a:p>
            <a:pPr lvl="1"/>
            <a:r>
              <a:rPr lang="en-US" altLang="en-US"/>
              <a:t>Một mẫu bit đặc biệt xuất hiện địnk kỳ để báo hiệu bắt đầu một khung</a:t>
            </a:r>
          </a:p>
          <a:p>
            <a:r>
              <a:rPr lang="en-US" altLang="en-US"/>
              <a:t>Hướng ký tự/byte</a:t>
            </a:r>
          </a:p>
          <a:p>
            <a:pPr lvl="1"/>
            <a:r>
              <a:rPr lang="en-US" altLang="en-US"/>
              <a:t>Đếm số ký tự/byte</a:t>
            </a:r>
          </a:p>
          <a:p>
            <a:pPr lvl="2"/>
            <a:r>
              <a:rPr lang="en-US" altLang="en-US"/>
              <a:t>Vấn đề: khi trường chứa số ký tự/byte của khung bị sai lệch do lỗi truyền thì bên nhận mất đồng bộ.</a:t>
            </a:r>
          </a:p>
          <a:p>
            <a:pPr lvl="1"/>
            <a:r>
              <a:rPr lang="en-US" altLang="en-US"/>
              <a:t>Dùng các ký tự bắt đầu và kết thúc</a:t>
            </a:r>
          </a:p>
          <a:p>
            <a:pPr lvl="2"/>
            <a:r>
              <a:rPr lang="en-US" altLang="en-US"/>
              <a:t>STX (start of text) và ETX (end of text)</a:t>
            </a:r>
          </a:p>
          <a:p>
            <a:pPr lvl="2"/>
            <a:r>
              <a:rPr lang="en-US" altLang="en-US"/>
              <a:t>Vấn đề: khi dữ liệu có chứa những ký tự bắt đầu hay kết thúc?</a:t>
            </a:r>
          </a:p>
          <a:p>
            <a:pPr lvl="2"/>
            <a:r>
              <a:rPr lang="en-US" altLang="en-US"/>
              <a:t>Nhồi ký tự</a:t>
            </a:r>
          </a:p>
          <a:p>
            <a:pPr lvl="3"/>
            <a:r>
              <a:rPr lang="en-US" altLang="en-US"/>
              <a:t>Nhồi thêm vào trước các ký tự đặc biệt một ký tự “thoát” DLE</a:t>
            </a:r>
          </a:p>
          <a:p>
            <a:pPr lvl="3"/>
            <a:r>
              <a:rPr lang="en-US" altLang="en-US"/>
              <a:t>Nếu dữ liệu chứa ký tự “thoát” thì sao?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Slide Number Placeholder 5">
            <a:extLst>
              <a:ext uri="{FF2B5EF4-FFF2-40B4-BE49-F238E27FC236}">
                <a16:creationId xmlns:a16="http://schemas.microsoft.com/office/drawing/2014/main" id="{76304E81-FE80-450B-BFC3-368E65C8758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E9A69B44-CDBB-4D15-AA66-3B4A6D4EAFE7}" type="slidenum">
              <a:rPr lang="en-US" altLang="en-US" sz="1400" smtClean="0">
                <a:latin typeface="Times New Roman" panose="02020603050405020304" pitchFamily="18" charset="0"/>
              </a:rPr>
              <a:pPr>
                <a:spcBef>
                  <a:spcPct val="0"/>
                </a:spcBef>
                <a:buClrTx/>
                <a:buSzTx/>
                <a:buFontTx/>
                <a:buNone/>
              </a:pPr>
              <a:t>10</a:t>
            </a:fld>
            <a:endParaRPr lang="en-US" altLang="en-US" sz="1400">
              <a:latin typeface="Times New Roman" panose="02020603050405020304" pitchFamily="18" charset="0"/>
            </a:endParaRPr>
          </a:p>
        </p:txBody>
      </p:sp>
      <p:sp>
        <p:nvSpPr>
          <p:cNvPr id="215043" name="Rectangle 2">
            <a:extLst>
              <a:ext uri="{FF2B5EF4-FFF2-40B4-BE49-F238E27FC236}">
                <a16:creationId xmlns:a16="http://schemas.microsoft.com/office/drawing/2014/main" id="{09F2ADFD-CA46-4859-8A11-B7459A24E12B}"/>
              </a:ext>
            </a:extLst>
          </p:cNvPr>
          <p:cNvSpPr>
            <a:spLocks noGrp="1" noChangeArrowheads="1"/>
          </p:cNvSpPr>
          <p:nvPr>
            <p:ph type="title"/>
          </p:nvPr>
        </p:nvSpPr>
        <p:spPr>
          <a:xfrm>
            <a:off x="52388" y="228600"/>
            <a:ext cx="9144000" cy="1143000"/>
          </a:xfrm>
        </p:spPr>
        <p:txBody>
          <a:bodyPr/>
          <a:lstStyle/>
          <a:p>
            <a:r>
              <a:rPr lang="en-US" altLang="en-US" sz="3600"/>
              <a:t>Các phương pháp định khung (tiếp theo)</a:t>
            </a:r>
          </a:p>
        </p:txBody>
      </p:sp>
      <p:sp>
        <p:nvSpPr>
          <p:cNvPr id="215044" name="Rectangle 3">
            <a:extLst>
              <a:ext uri="{FF2B5EF4-FFF2-40B4-BE49-F238E27FC236}">
                <a16:creationId xmlns:a16="http://schemas.microsoft.com/office/drawing/2014/main" id="{12F54919-9663-4706-AB37-C228B61C303C}"/>
              </a:ext>
            </a:extLst>
          </p:cNvPr>
          <p:cNvSpPr>
            <a:spLocks noGrp="1" noChangeArrowheads="1"/>
          </p:cNvSpPr>
          <p:nvPr>
            <p:ph type="body" idx="1"/>
          </p:nvPr>
        </p:nvSpPr>
        <p:spPr/>
        <p:txBody>
          <a:bodyPr/>
          <a:lstStyle/>
          <a:p>
            <a:r>
              <a:rPr lang="en-US" altLang="en-US"/>
              <a:t>Phương pháp hướng bit</a:t>
            </a:r>
          </a:p>
          <a:p>
            <a:pPr lvl="1"/>
            <a:r>
              <a:rPr lang="en-US" altLang="en-US"/>
              <a:t>Mỗi frame bắt đầu và kết thúc với một chuỗi bit đặc biệt</a:t>
            </a:r>
          </a:p>
          <a:p>
            <a:pPr lvl="2"/>
            <a:r>
              <a:rPr lang="en-US" altLang="en-US"/>
              <a:t>Flag hay preamble 01111110</a:t>
            </a:r>
          </a:p>
          <a:p>
            <a:pPr lvl="1"/>
            <a:r>
              <a:rPr lang="en-US" altLang="en-US"/>
              <a:t>Nhồi bit</a:t>
            </a:r>
          </a:p>
          <a:p>
            <a:pPr lvl="2"/>
            <a:r>
              <a:rPr lang="en-US" altLang="en-US"/>
              <a:t>Bên gởi: khi nào có 5 bits 1 liên tiếp nhau trong phần dữ liệu thì nhồi thêm một bit 0</a:t>
            </a:r>
          </a:p>
          <a:p>
            <a:pPr lvl="2"/>
            <a:r>
              <a:rPr lang="en-US" altLang="en-US"/>
              <a:t>Bên nhận: khi 5 bits 1 liên tiếp đến thì</a:t>
            </a:r>
          </a:p>
          <a:p>
            <a:pPr lvl="3"/>
            <a:r>
              <a:rPr lang="en-US" altLang="en-US"/>
              <a:t>nếu bit tiếp theo là 0 thì bỏ đi bit đó</a:t>
            </a:r>
          </a:p>
          <a:p>
            <a:pPr lvl="3"/>
            <a:r>
              <a:rPr lang="en-US" altLang="en-US"/>
              <a:t>nếu các bit tiếp theo là 10: dấu hiệu kết thúc frame</a:t>
            </a:r>
          </a:p>
          <a:p>
            <a:pPr lvl="3"/>
            <a:r>
              <a:rPr lang="en-US" altLang="en-US"/>
              <a:t>nếu các bit tiếp theo là 11: lỗi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Slide Number Placeholder 5">
            <a:extLst>
              <a:ext uri="{FF2B5EF4-FFF2-40B4-BE49-F238E27FC236}">
                <a16:creationId xmlns:a16="http://schemas.microsoft.com/office/drawing/2014/main" id="{50BDC836-8CDB-4AEC-96AB-4F4F7DBC4E4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D0D80664-0CD3-4E03-8799-0B6705281FB4}" type="slidenum">
              <a:rPr lang="en-US" altLang="en-US" sz="1400" smtClean="0">
                <a:latin typeface="Times New Roman" panose="02020603050405020304" pitchFamily="18" charset="0"/>
              </a:rPr>
              <a:pPr>
                <a:spcBef>
                  <a:spcPct val="0"/>
                </a:spcBef>
                <a:buClrTx/>
                <a:buSzTx/>
                <a:buFontTx/>
                <a:buNone/>
              </a:pPr>
              <a:t>11</a:t>
            </a:fld>
            <a:endParaRPr lang="en-US" altLang="en-US" sz="1400">
              <a:latin typeface="Times New Roman" panose="02020603050405020304" pitchFamily="18" charset="0"/>
            </a:endParaRPr>
          </a:p>
        </p:txBody>
      </p:sp>
      <p:sp>
        <p:nvSpPr>
          <p:cNvPr id="217091" name="Rectangle 2">
            <a:extLst>
              <a:ext uri="{FF2B5EF4-FFF2-40B4-BE49-F238E27FC236}">
                <a16:creationId xmlns:a16="http://schemas.microsoft.com/office/drawing/2014/main" id="{D02AB7F0-540B-4EA6-B4B4-00E72A64BA3C}"/>
              </a:ext>
            </a:extLst>
          </p:cNvPr>
          <p:cNvSpPr>
            <a:spLocks noGrp="1" noChangeArrowheads="1"/>
          </p:cNvSpPr>
          <p:nvPr>
            <p:ph type="title"/>
          </p:nvPr>
        </p:nvSpPr>
        <p:spPr>
          <a:xfrm>
            <a:off x="533400" y="123825"/>
            <a:ext cx="7772400" cy="1143000"/>
          </a:xfrm>
        </p:spPr>
        <p:txBody>
          <a:bodyPr/>
          <a:lstStyle/>
          <a:p>
            <a:r>
              <a:rPr lang="en-US" altLang="en-US"/>
              <a:t>Xử lý lỗi</a:t>
            </a:r>
          </a:p>
        </p:txBody>
      </p:sp>
      <p:sp>
        <p:nvSpPr>
          <p:cNvPr id="217092" name="Rectangle 3">
            <a:extLst>
              <a:ext uri="{FF2B5EF4-FFF2-40B4-BE49-F238E27FC236}">
                <a16:creationId xmlns:a16="http://schemas.microsoft.com/office/drawing/2014/main" id="{77EB70E5-AAEE-4357-BC9F-B6E0F2790FCB}"/>
              </a:ext>
            </a:extLst>
          </p:cNvPr>
          <p:cNvSpPr>
            <a:spLocks noGrp="1" noChangeArrowheads="1"/>
          </p:cNvSpPr>
          <p:nvPr>
            <p:ph type="body" idx="1"/>
          </p:nvPr>
        </p:nvSpPr>
        <p:spPr>
          <a:xfrm>
            <a:off x="341313" y="1268413"/>
            <a:ext cx="8574087" cy="5095875"/>
          </a:xfrm>
        </p:spPr>
        <p:txBody>
          <a:bodyPr/>
          <a:lstStyle/>
          <a:p>
            <a:r>
              <a:rPr lang="en-US" altLang="en-US"/>
              <a:t>Dữ liệu có thể bị sai lệch trong quá trình truyền</a:t>
            </a:r>
          </a:p>
          <a:p>
            <a:pPr lvl="1"/>
            <a:r>
              <a:rPr lang="en-US" altLang="en-US"/>
              <a:t>giá trị bit thay đổi</a:t>
            </a:r>
          </a:p>
          <a:p>
            <a:r>
              <a:rPr lang="en-US" altLang="en-US"/>
              <a:t>Đưa thêm vào khung thông tin để kiểm soát lỗi</a:t>
            </a:r>
          </a:p>
          <a:p>
            <a:pPr lvl="1"/>
            <a:r>
              <a:rPr lang="en-US" altLang="en-US"/>
              <a:t>đặt vào bởi bên gởi</a:t>
            </a:r>
          </a:p>
          <a:p>
            <a:pPr lvl="1"/>
            <a:r>
              <a:rPr lang="en-US" altLang="en-US"/>
              <a:t>được kiểm tra bởi bên nhận</a:t>
            </a:r>
          </a:p>
          <a:p>
            <a:r>
              <a:rPr lang="en-US" altLang="en-US"/>
              <a:t>Dò lỗi so với sửa lỗi</a:t>
            </a:r>
          </a:p>
          <a:p>
            <a:pPr lvl="1"/>
            <a:r>
              <a:rPr lang="en-US" altLang="en-US"/>
              <a:t>Cả hai đều cần thông tin “thừa”</a:t>
            </a:r>
          </a:p>
          <a:p>
            <a:pPr lvl="1"/>
            <a:r>
              <a:rPr lang="en-US" altLang="en-US"/>
              <a:t>Dò: lỗi có xuất hiện hay không</a:t>
            </a:r>
          </a:p>
          <a:p>
            <a:pPr lvl="1"/>
            <a:r>
              <a:rPr lang="en-US" altLang="en-US"/>
              <a:t>Sửa: sửa lỗi nếu xuất hiện lỗi</a:t>
            </a:r>
          </a:p>
          <a:p>
            <a:r>
              <a:rPr lang="en-US" altLang="en-US"/>
              <a:t>Chỉ là sự đảm bảo mang tính thống kê</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Slide Number Placeholder 5">
            <a:extLst>
              <a:ext uri="{FF2B5EF4-FFF2-40B4-BE49-F238E27FC236}">
                <a16:creationId xmlns:a16="http://schemas.microsoft.com/office/drawing/2014/main" id="{321D70DD-3E29-4306-87D9-4245079CEA4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FC844211-3952-44C5-948F-D6D2D0DCD4A2}" type="slidenum">
              <a:rPr lang="en-US" altLang="en-US" sz="1400" smtClean="0">
                <a:latin typeface="Times New Roman" panose="02020603050405020304" pitchFamily="18" charset="0"/>
              </a:rPr>
              <a:pPr>
                <a:spcBef>
                  <a:spcPct val="0"/>
                </a:spcBef>
                <a:buClrTx/>
                <a:buSzTx/>
                <a:buFontTx/>
                <a:buNone/>
              </a:pPr>
              <a:t>12</a:t>
            </a:fld>
            <a:endParaRPr lang="en-US" altLang="en-US" sz="1400">
              <a:latin typeface="Times New Roman" panose="02020603050405020304" pitchFamily="18" charset="0"/>
            </a:endParaRPr>
          </a:p>
        </p:txBody>
      </p:sp>
      <p:sp>
        <p:nvSpPr>
          <p:cNvPr id="219139" name="Rectangle 2">
            <a:extLst>
              <a:ext uri="{FF2B5EF4-FFF2-40B4-BE49-F238E27FC236}">
                <a16:creationId xmlns:a16="http://schemas.microsoft.com/office/drawing/2014/main" id="{9C191E3D-2426-43DB-B038-FB195C3D94D0}"/>
              </a:ext>
            </a:extLst>
          </p:cNvPr>
          <p:cNvSpPr>
            <a:spLocks noGrp="1" noChangeArrowheads="1"/>
          </p:cNvSpPr>
          <p:nvPr>
            <p:ph type="title"/>
          </p:nvPr>
        </p:nvSpPr>
        <p:spPr>
          <a:xfrm>
            <a:off x="533400" y="-85725"/>
            <a:ext cx="7772400" cy="1143000"/>
          </a:xfrm>
        </p:spPr>
        <p:txBody>
          <a:bodyPr/>
          <a:lstStyle/>
          <a:p>
            <a:r>
              <a:rPr lang="en-US" altLang="en-US"/>
              <a:t>Sự phát hiện lỗi</a:t>
            </a:r>
          </a:p>
        </p:txBody>
      </p:sp>
      <p:pic>
        <p:nvPicPr>
          <p:cNvPr id="219140" name="Picture 3" descr="521 Error Detection">
            <a:extLst>
              <a:ext uri="{FF2B5EF4-FFF2-40B4-BE49-F238E27FC236}">
                <a16:creationId xmlns:a16="http://schemas.microsoft.com/office/drawing/2014/main" id="{245B9E66-83A3-45E6-8C32-AE8712F7EA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5900" y="3322638"/>
            <a:ext cx="5670550"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41" name="Text Box 4">
            <a:extLst>
              <a:ext uri="{FF2B5EF4-FFF2-40B4-BE49-F238E27FC236}">
                <a16:creationId xmlns:a16="http://schemas.microsoft.com/office/drawing/2014/main" id="{A1DADA5C-09D2-46CF-9CD0-A9484006CC1C}"/>
              </a:ext>
            </a:extLst>
          </p:cNvPr>
          <p:cNvSpPr txBox="1">
            <a:spLocks noChangeArrowheads="1"/>
          </p:cNvSpPr>
          <p:nvPr/>
        </p:nvSpPr>
        <p:spPr bwMode="auto">
          <a:xfrm>
            <a:off x="1" y="946150"/>
            <a:ext cx="91440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b="1">
                <a:solidFill>
                  <a:srgbClr val="FF0000"/>
                </a:solidFill>
              </a:rPr>
              <a:t>EDC</a:t>
            </a:r>
            <a:r>
              <a:rPr lang="en-US" altLang="en-US" sz="2000"/>
              <a:t> (Error Detection &amp; Correction) bits= các bít “dư thừa” để dò và sửa lỗi</a:t>
            </a:r>
          </a:p>
          <a:p>
            <a:pPr>
              <a:spcBef>
                <a:spcPct val="0"/>
              </a:spcBef>
              <a:buClrTx/>
              <a:buSzTx/>
              <a:buFontTx/>
              <a:buNone/>
            </a:pPr>
            <a:r>
              <a:rPr lang="en-US" altLang="en-US" sz="2000" b="1">
                <a:solidFill>
                  <a:srgbClr val="FF0000"/>
                </a:solidFill>
              </a:rPr>
              <a:t>D</a:t>
            </a:r>
            <a:r>
              <a:rPr lang="en-US" altLang="en-US" sz="2000"/>
              <a:t>    = dữ liệu được bảo vệ bằng phương pháp kiểm tra lỗi, có thể bao gồm các trường điều khiển </a:t>
            </a:r>
            <a:br>
              <a:rPr lang="en-US" altLang="en-US" sz="2000"/>
            </a:br>
            <a:endParaRPr lang="en-US" altLang="en-US" sz="2000"/>
          </a:p>
          <a:p>
            <a:pPr>
              <a:spcBef>
                <a:spcPct val="0"/>
              </a:spcBef>
              <a:buClrTx/>
              <a:buSzTx/>
              <a:buFontTx/>
              <a:buChar char="•"/>
            </a:pPr>
            <a:r>
              <a:rPr lang="en-US" altLang="en-US" sz="2000"/>
              <a:t> Phát hiện lỗi không tin cậy 100%!</a:t>
            </a:r>
          </a:p>
          <a:p>
            <a:pPr lvl="1">
              <a:spcBef>
                <a:spcPct val="0"/>
              </a:spcBef>
              <a:buClrTx/>
              <a:buSzTx/>
              <a:buFontTx/>
              <a:buChar char="•"/>
            </a:pPr>
            <a:r>
              <a:rPr lang="en-US" altLang="en-US" sz="2000"/>
              <a:t> các cơ chế dùng để kiểm soát lỗi có thể bị sót một số lỗi (hiếm);</a:t>
            </a:r>
          </a:p>
          <a:p>
            <a:pPr lvl="1">
              <a:spcBef>
                <a:spcPct val="0"/>
              </a:spcBef>
              <a:buClrTx/>
              <a:buSzTx/>
              <a:buFontTx/>
              <a:buChar char="•"/>
            </a:pPr>
            <a:r>
              <a:rPr lang="en-US" altLang="en-US" sz="2000"/>
              <a:t> trường EDC càng lớn thì có thể dò và sửa lỗi tốt hơn</a:t>
            </a:r>
            <a:r>
              <a:rPr lang="en-US" altLang="en-US">
                <a:latin typeface="Times New Roman" panose="02020603050405020304" pitchFamily="18" charset="0"/>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Slide Number Placeholder 5">
            <a:extLst>
              <a:ext uri="{FF2B5EF4-FFF2-40B4-BE49-F238E27FC236}">
                <a16:creationId xmlns:a16="http://schemas.microsoft.com/office/drawing/2014/main" id="{82CB2D0A-FE99-43F4-8814-CE273D928A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5264077E-A9A5-47F8-BEEA-B7981330D773}" type="slidenum">
              <a:rPr lang="en-US" altLang="en-US" sz="1400" smtClean="0">
                <a:latin typeface="Times New Roman" panose="02020603050405020304" pitchFamily="18" charset="0"/>
              </a:rPr>
              <a:pPr>
                <a:spcBef>
                  <a:spcPct val="0"/>
                </a:spcBef>
                <a:buClrTx/>
                <a:buSzTx/>
                <a:buFontTx/>
                <a:buNone/>
              </a:pPr>
              <a:t>13</a:t>
            </a:fld>
            <a:endParaRPr lang="en-US" altLang="en-US" sz="1400">
              <a:latin typeface="Times New Roman" panose="02020603050405020304" pitchFamily="18" charset="0"/>
            </a:endParaRPr>
          </a:p>
        </p:txBody>
      </p:sp>
      <p:sp>
        <p:nvSpPr>
          <p:cNvPr id="221187" name="Rectangle 2">
            <a:extLst>
              <a:ext uri="{FF2B5EF4-FFF2-40B4-BE49-F238E27FC236}">
                <a16:creationId xmlns:a16="http://schemas.microsoft.com/office/drawing/2014/main" id="{1A31A611-4C3D-48D6-B713-71C9B51C0514}"/>
              </a:ext>
            </a:extLst>
          </p:cNvPr>
          <p:cNvSpPr>
            <a:spLocks noGrp="1" noChangeArrowheads="1"/>
          </p:cNvSpPr>
          <p:nvPr>
            <p:ph type="title"/>
          </p:nvPr>
        </p:nvSpPr>
        <p:spPr>
          <a:xfrm>
            <a:off x="303213" y="136525"/>
            <a:ext cx="8840787" cy="838200"/>
          </a:xfrm>
        </p:spPr>
        <p:txBody>
          <a:bodyPr/>
          <a:lstStyle/>
          <a:p>
            <a:r>
              <a:rPr lang="en-US" altLang="en-US" sz="3600"/>
              <a:t>Kiểm tra tính chẵn lẻ (Parity Checking)</a:t>
            </a:r>
          </a:p>
        </p:txBody>
      </p:sp>
      <p:pic>
        <p:nvPicPr>
          <p:cNvPr id="221188" name="Picture 3" descr="522 Single Bit Parity">
            <a:extLst>
              <a:ext uri="{FF2B5EF4-FFF2-40B4-BE49-F238E27FC236}">
                <a16:creationId xmlns:a16="http://schemas.microsoft.com/office/drawing/2014/main" id="{AD3D3D2E-6216-4085-A0C2-982E80C9D3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438" y="2482850"/>
            <a:ext cx="2609850"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189" name="Text Box 4">
            <a:extLst>
              <a:ext uri="{FF2B5EF4-FFF2-40B4-BE49-F238E27FC236}">
                <a16:creationId xmlns:a16="http://schemas.microsoft.com/office/drawing/2014/main" id="{E068111F-C655-44FA-B9B1-2050C47C7793}"/>
              </a:ext>
            </a:extLst>
          </p:cNvPr>
          <p:cNvSpPr txBox="1">
            <a:spLocks noChangeArrowheads="1"/>
          </p:cNvSpPr>
          <p:nvPr/>
        </p:nvSpPr>
        <p:spPr bwMode="auto">
          <a:xfrm>
            <a:off x="361950" y="1460500"/>
            <a:ext cx="2819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u="sng">
                <a:solidFill>
                  <a:srgbClr val="FF0000"/>
                </a:solidFill>
              </a:rPr>
              <a:t>Single Bit Parity:</a:t>
            </a:r>
            <a:endParaRPr lang="en-US" altLang="en-US" sz="2400" b="1"/>
          </a:p>
          <a:p>
            <a:pPr>
              <a:spcBef>
                <a:spcPct val="0"/>
              </a:spcBef>
              <a:buClrTx/>
              <a:buSzTx/>
              <a:buFontTx/>
              <a:buNone/>
            </a:pPr>
            <a:r>
              <a:rPr lang="en-US" altLang="en-US" sz="1600" b="1"/>
              <a:t>Detect single bit errors</a:t>
            </a:r>
            <a:endParaRPr lang="en-US" altLang="en-US" sz="3200" b="1"/>
          </a:p>
        </p:txBody>
      </p:sp>
      <p:pic>
        <p:nvPicPr>
          <p:cNvPr id="221190" name="Picture 5" descr="523 Double Bit Parity">
            <a:extLst>
              <a:ext uri="{FF2B5EF4-FFF2-40B4-BE49-F238E27FC236}">
                <a16:creationId xmlns:a16="http://schemas.microsoft.com/office/drawing/2014/main" id="{2582F011-588A-4127-8285-39E87387C5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0663" y="2220913"/>
            <a:ext cx="375126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191" name="Text Box 6">
            <a:extLst>
              <a:ext uri="{FF2B5EF4-FFF2-40B4-BE49-F238E27FC236}">
                <a16:creationId xmlns:a16="http://schemas.microsoft.com/office/drawing/2014/main" id="{087DCF8A-E3EC-4B3B-815B-40D3A67700E6}"/>
              </a:ext>
            </a:extLst>
          </p:cNvPr>
          <p:cNvSpPr txBox="1">
            <a:spLocks noChangeArrowheads="1"/>
          </p:cNvSpPr>
          <p:nvPr/>
        </p:nvSpPr>
        <p:spPr bwMode="auto">
          <a:xfrm>
            <a:off x="3643313" y="1408113"/>
            <a:ext cx="40957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u="sng">
                <a:solidFill>
                  <a:srgbClr val="FF0000"/>
                </a:solidFill>
              </a:rPr>
              <a:t>Two Dimensional Bit Parity</a:t>
            </a:r>
            <a:r>
              <a:rPr lang="en-US" altLang="en-US" sz="2400" b="1" u="sng">
                <a:solidFill>
                  <a:srgbClr val="FF0000"/>
                </a:solidFill>
              </a:rPr>
              <a:t>:</a:t>
            </a:r>
            <a:endParaRPr lang="en-US" altLang="en-US" sz="2400" b="1"/>
          </a:p>
          <a:p>
            <a:pPr>
              <a:spcBef>
                <a:spcPct val="0"/>
              </a:spcBef>
              <a:buClrTx/>
              <a:buSzTx/>
              <a:buFontTx/>
              <a:buNone/>
            </a:pPr>
            <a:r>
              <a:rPr lang="en-US" altLang="en-US" sz="1600" b="1"/>
              <a:t>Detect </a:t>
            </a:r>
            <a:r>
              <a:rPr lang="en-US" altLang="en-US" sz="1600" b="1" i="1"/>
              <a:t>and correct</a:t>
            </a:r>
            <a:r>
              <a:rPr lang="en-US" altLang="en-US" sz="1600" b="1"/>
              <a:t> single bit errors</a:t>
            </a:r>
            <a:endParaRPr lang="en-US" altLang="en-US" sz="3200" b="1"/>
          </a:p>
        </p:txBody>
      </p:sp>
      <p:sp>
        <p:nvSpPr>
          <p:cNvPr id="221192" name="Oval 7">
            <a:extLst>
              <a:ext uri="{FF2B5EF4-FFF2-40B4-BE49-F238E27FC236}">
                <a16:creationId xmlns:a16="http://schemas.microsoft.com/office/drawing/2014/main" id="{503205C8-55A3-4AE1-9788-276125514692}"/>
              </a:ext>
            </a:extLst>
          </p:cNvPr>
          <p:cNvSpPr>
            <a:spLocks noChangeArrowheads="1"/>
          </p:cNvSpPr>
          <p:nvPr/>
        </p:nvSpPr>
        <p:spPr bwMode="auto">
          <a:xfrm>
            <a:off x="4354513" y="5222875"/>
            <a:ext cx="146050" cy="168275"/>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21193" name="Text Box 8">
            <a:extLst>
              <a:ext uri="{FF2B5EF4-FFF2-40B4-BE49-F238E27FC236}">
                <a16:creationId xmlns:a16="http://schemas.microsoft.com/office/drawing/2014/main" id="{54FF19FF-3A39-49FA-B33F-4000FB7E2950}"/>
              </a:ext>
            </a:extLst>
          </p:cNvPr>
          <p:cNvSpPr txBox="1">
            <a:spLocks noChangeArrowheads="1"/>
          </p:cNvSpPr>
          <p:nvPr/>
        </p:nvSpPr>
        <p:spPr bwMode="auto">
          <a:xfrm>
            <a:off x="4279900" y="5129213"/>
            <a:ext cx="26193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Courier New" panose="02070309020205020404" pitchFamily="49" charset="0"/>
              </a:rPr>
              <a:t>0</a:t>
            </a:r>
            <a:endParaRPr lang="en-US" altLang="en-US" sz="1800"/>
          </a:p>
        </p:txBody>
      </p:sp>
      <p:sp>
        <p:nvSpPr>
          <p:cNvPr id="221194" name="Oval 9">
            <a:extLst>
              <a:ext uri="{FF2B5EF4-FFF2-40B4-BE49-F238E27FC236}">
                <a16:creationId xmlns:a16="http://schemas.microsoft.com/office/drawing/2014/main" id="{7DC2A358-3D0F-4793-A76B-1BE6D7CCD352}"/>
              </a:ext>
            </a:extLst>
          </p:cNvPr>
          <p:cNvSpPr>
            <a:spLocks noChangeArrowheads="1"/>
          </p:cNvSpPr>
          <p:nvPr/>
        </p:nvSpPr>
        <p:spPr bwMode="auto">
          <a:xfrm>
            <a:off x="6015038" y="5218113"/>
            <a:ext cx="146050" cy="168275"/>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21195" name="Text Box 10">
            <a:extLst>
              <a:ext uri="{FF2B5EF4-FFF2-40B4-BE49-F238E27FC236}">
                <a16:creationId xmlns:a16="http://schemas.microsoft.com/office/drawing/2014/main" id="{C427EB67-277A-4E16-8F46-1870518F2935}"/>
              </a:ext>
            </a:extLst>
          </p:cNvPr>
          <p:cNvSpPr txBox="1">
            <a:spLocks noChangeArrowheads="1"/>
          </p:cNvSpPr>
          <p:nvPr/>
        </p:nvSpPr>
        <p:spPr bwMode="auto">
          <a:xfrm>
            <a:off x="5940425" y="5124450"/>
            <a:ext cx="26193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latin typeface="Courier New" panose="02070309020205020404" pitchFamily="49" charset="0"/>
              </a:rPr>
              <a:t>0</a:t>
            </a:r>
            <a:endParaRPr lang="en-US" altLang="en-US"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Slide Number Placeholder 5">
            <a:extLst>
              <a:ext uri="{FF2B5EF4-FFF2-40B4-BE49-F238E27FC236}">
                <a16:creationId xmlns:a16="http://schemas.microsoft.com/office/drawing/2014/main" id="{800CA8FC-9D72-4EDA-8B80-F9E5CD3606F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CC136388-1DE1-471D-86EB-91FFCAC64A0F}" type="slidenum">
              <a:rPr lang="en-US" altLang="en-US" sz="1400" smtClean="0">
                <a:latin typeface="Times New Roman" panose="02020603050405020304" pitchFamily="18" charset="0"/>
              </a:rPr>
              <a:pPr>
                <a:spcBef>
                  <a:spcPct val="0"/>
                </a:spcBef>
                <a:buClrTx/>
                <a:buSzTx/>
                <a:buFontTx/>
                <a:buNone/>
              </a:pPr>
              <a:t>14</a:t>
            </a:fld>
            <a:endParaRPr lang="en-US" altLang="en-US" sz="1400">
              <a:latin typeface="Times New Roman" panose="02020603050405020304" pitchFamily="18" charset="0"/>
            </a:endParaRPr>
          </a:p>
        </p:txBody>
      </p:sp>
      <p:sp>
        <p:nvSpPr>
          <p:cNvPr id="223235" name="Rectangle 2">
            <a:extLst>
              <a:ext uri="{FF2B5EF4-FFF2-40B4-BE49-F238E27FC236}">
                <a16:creationId xmlns:a16="http://schemas.microsoft.com/office/drawing/2014/main" id="{0747DE15-C9A5-466A-AA11-9D8EE0458D70}"/>
              </a:ext>
            </a:extLst>
          </p:cNvPr>
          <p:cNvSpPr>
            <a:spLocks noGrp="1" noChangeArrowheads="1"/>
          </p:cNvSpPr>
          <p:nvPr>
            <p:ph type="title"/>
          </p:nvPr>
        </p:nvSpPr>
        <p:spPr/>
        <p:txBody>
          <a:bodyPr/>
          <a:lstStyle/>
          <a:p>
            <a:r>
              <a:rPr lang="en-US" altLang="en-US"/>
              <a:t>Các kỹ thuật phát hiện lỗi khác</a:t>
            </a:r>
          </a:p>
        </p:txBody>
      </p:sp>
      <p:sp>
        <p:nvSpPr>
          <p:cNvPr id="223236" name="Rectangle 3">
            <a:extLst>
              <a:ext uri="{FF2B5EF4-FFF2-40B4-BE49-F238E27FC236}">
                <a16:creationId xmlns:a16="http://schemas.microsoft.com/office/drawing/2014/main" id="{56B65DD2-3F45-49B5-A229-88F28E350C1B}"/>
              </a:ext>
            </a:extLst>
          </p:cNvPr>
          <p:cNvSpPr>
            <a:spLocks noGrp="1" noChangeArrowheads="1"/>
          </p:cNvSpPr>
          <p:nvPr>
            <p:ph type="body" idx="1"/>
          </p:nvPr>
        </p:nvSpPr>
        <p:spPr>
          <a:xfrm>
            <a:off x="533400" y="1600200"/>
            <a:ext cx="7772400" cy="4916488"/>
          </a:xfrm>
        </p:spPr>
        <p:txBody>
          <a:bodyPr/>
          <a:lstStyle/>
          <a:p>
            <a:r>
              <a:rPr lang="en-US" altLang="en-US"/>
              <a:t>Kiểm tra tổng (Checksum)</a:t>
            </a:r>
          </a:p>
          <a:p>
            <a:pPr lvl="1"/>
            <a:r>
              <a:rPr lang="en-US" altLang="en-US"/>
              <a:t>Xét dữ liệu như là dãy các số nguyên (integers)</a:t>
            </a:r>
          </a:p>
          <a:p>
            <a:pPr lvl="1"/>
            <a:r>
              <a:rPr lang="en-US" altLang="en-US"/>
              <a:t>Tính và gửi số kiểm tra tổng</a:t>
            </a:r>
          </a:p>
          <a:p>
            <a:pPr lvl="1"/>
            <a:r>
              <a:rPr lang="en-US" altLang="en-US"/>
              <a:t>Xử lý được nhiều bit lỗi</a:t>
            </a:r>
          </a:p>
          <a:p>
            <a:pPr lvl="1"/>
            <a:r>
              <a:rPr lang="en-US" altLang="en-US"/>
              <a:t>Không thể xử lý được tất cả các lỗi</a:t>
            </a:r>
          </a:p>
          <a:p>
            <a:r>
              <a:rPr lang="en-US" altLang="en-US"/>
              <a:t>Kiểm dư vòng (Cyclic Redundancy Check)</a:t>
            </a:r>
          </a:p>
          <a:p>
            <a:pPr lvl="1"/>
            <a:r>
              <a:rPr lang="en-US" altLang="en-US"/>
              <a:t>Dùng các hàm toán học để xét dữ liệu </a:t>
            </a:r>
          </a:p>
          <a:p>
            <a:pPr lvl="1"/>
            <a:r>
              <a:rPr lang="en-US" altLang="en-US"/>
              <a:t>Tính toán phức tạp hơn rất nhiều</a:t>
            </a:r>
          </a:p>
          <a:p>
            <a:pPr lvl="1"/>
            <a:r>
              <a:rPr lang="en-US" altLang="en-US"/>
              <a:t>Có thể xử lý được nhiều lỗi hơn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Slide Number Placeholder 6">
            <a:extLst>
              <a:ext uri="{FF2B5EF4-FFF2-40B4-BE49-F238E27FC236}">
                <a16:creationId xmlns:a16="http://schemas.microsoft.com/office/drawing/2014/main" id="{B606EE46-4CB7-471F-956C-683CA1989BE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9CB18846-3229-4A8B-B016-DA02A9DF3102}" type="slidenum">
              <a:rPr lang="en-US" altLang="en-US" sz="1400" smtClean="0">
                <a:latin typeface="Times New Roman" panose="02020603050405020304" pitchFamily="18" charset="0"/>
              </a:rPr>
              <a:pPr>
                <a:spcBef>
                  <a:spcPct val="0"/>
                </a:spcBef>
                <a:buClrTx/>
                <a:buSzTx/>
                <a:buFontTx/>
                <a:buNone/>
              </a:pPr>
              <a:t>15</a:t>
            </a:fld>
            <a:endParaRPr lang="en-US" altLang="en-US" sz="1400">
              <a:latin typeface="Times New Roman" panose="02020603050405020304" pitchFamily="18" charset="0"/>
            </a:endParaRPr>
          </a:p>
        </p:txBody>
      </p:sp>
      <p:sp>
        <p:nvSpPr>
          <p:cNvPr id="225283" name="Rectangle 2">
            <a:extLst>
              <a:ext uri="{FF2B5EF4-FFF2-40B4-BE49-F238E27FC236}">
                <a16:creationId xmlns:a16="http://schemas.microsoft.com/office/drawing/2014/main" id="{C6CF1F41-9F49-4A19-B352-0510931DD43F}"/>
              </a:ext>
            </a:extLst>
          </p:cNvPr>
          <p:cNvSpPr>
            <a:spLocks noGrp="1" noChangeArrowheads="1"/>
          </p:cNvSpPr>
          <p:nvPr>
            <p:ph type="title"/>
          </p:nvPr>
        </p:nvSpPr>
        <p:spPr>
          <a:xfrm>
            <a:off x="0" y="-15875"/>
            <a:ext cx="9144000" cy="1177925"/>
          </a:xfrm>
        </p:spPr>
        <p:txBody>
          <a:bodyPr/>
          <a:lstStyle/>
          <a:p>
            <a:r>
              <a:rPr lang="en-US" altLang="en-US"/>
              <a:t>Internet checksum (RFC 1071)</a:t>
            </a:r>
          </a:p>
        </p:txBody>
      </p:sp>
      <p:sp>
        <p:nvSpPr>
          <p:cNvPr id="225284" name="Rectangle 3">
            <a:extLst>
              <a:ext uri="{FF2B5EF4-FFF2-40B4-BE49-F238E27FC236}">
                <a16:creationId xmlns:a16="http://schemas.microsoft.com/office/drawing/2014/main" id="{FA26B05E-B9E0-49B5-927E-F3D4B14BA112}"/>
              </a:ext>
            </a:extLst>
          </p:cNvPr>
          <p:cNvSpPr>
            <a:spLocks noGrp="1" noChangeArrowheads="1"/>
          </p:cNvSpPr>
          <p:nvPr>
            <p:ph type="body" sz="half" idx="1"/>
          </p:nvPr>
        </p:nvSpPr>
        <p:spPr>
          <a:xfrm>
            <a:off x="0" y="2279650"/>
            <a:ext cx="4500563" cy="4248150"/>
          </a:xfrm>
        </p:spPr>
        <p:txBody>
          <a:bodyPr/>
          <a:lstStyle/>
          <a:p>
            <a:pPr>
              <a:buFont typeface="ZapfDingbats" pitchFamily="82" charset="2"/>
              <a:buNone/>
            </a:pPr>
            <a:r>
              <a:rPr lang="en-US" altLang="en-US" u="sng">
                <a:solidFill>
                  <a:srgbClr val="FF0000"/>
                </a:solidFill>
              </a:rPr>
              <a:t>Bên gửi:</a:t>
            </a:r>
            <a:endParaRPr lang="en-US" altLang="en-US"/>
          </a:p>
          <a:p>
            <a:r>
              <a:rPr lang="en-US" altLang="en-US" sz="2400"/>
              <a:t>xem nội dung các segment như là dãy các số nguyên 16 bit</a:t>
            </a:r>
          </a:p>
          <a:p>
            <a:r>
              <a:rPr lang="en-US" altLang="en-US" sz="2400"/>
              <a:t>checksum: thêm vào tổng phần bù 1 của nội dung segment</a:t>
            </a:r>
          </a:p>
          <a:p>
            <a:r>
              <a:rPr lang="en-US" altLang="en-US" sz="2400"/>
              <a:t>Bên gửi đưa giá trị checksum và trường UDP checksum</a:t>
            </a:r>
            <a:endParaRPr lang="en-US" altLang="en-US"/>
          </a:p>
          <a:p>
            <a:endParaRPr lang="en-US" altLang="en-US"/>
          </a:p>
        </p:txBody>
      </p:sp>
      <p:sp>
        <p:nvSpPr>
          <p:cNvPr id="225285" name="Rectangle 4">
            <a:extLst>
              <a:ext uri="{FF2B5EF4-FFF2-40B4-BE49-F238E27FC236}">
                <a16:creationId xmlns:a16="http://schemas.microsoft.com/office/drawing/2014/main" id="{DA77D2EC-3E7D-46A7-9643-EAD003B0056B}"/>
              </a:ext>
            </a:extLst>
          </p:cNvPr>
          <p:cNvSpPr>
            <a:spLocks noGrp="1" noChangeArrowheads="1"/>
          </p:cNvSpPr>
          <p:nvPr>
            <p:ph type="body" sz="half" idx="2"/>
          </p:nvPr>
        </p:nvSpPr>
        <p:spPr>
          <a:xfrm>
            <a:off x="4235450" y="2319338"/>
            <a:ext cx="4908550" cy="4538662"/>
          </a:xfrm>
        </p:spPr>
        <p:txBody>
          <a:bodyPr/>
          <a:lstStyle/>
          <a:p>
            <a:pPr>
              <a:buFont typeface="ZapfDingbats" pitchFamily="82" charset="2"/>
              <a:buNone/>
            </a:pPr>
            <a:r>
              <a:rPr lang="en-US" altLang="en-US" u="sng">
                <a:solidFill>
                  <a:srgbClr val="FF0000"/>
                </a:solidFill>
              </a:rPr>
              <a:t>Bên nhận:</a:t>
            </a:r>
            <a:endParaRPr lang="en-US" altLang="en-US"/>
          </a:p>
          <a:p>
            <a:r>
              <a:rPr lang="en-US" altLang="en-US" sz="2400"/>
              <a:t>tính checksum của segment vừa nhận được</a:t>
            </a:r>
          </a:p>
          <a:p>
            <a:r>
              <a:rPr lang="en-US" altLang="en-US" sz="2400"/>
              <a:t>kiểm tra xem checksum vừa được tính có trùng với giá trị trong trường checksum hay không:</a:t>
            </a:r>
          </a:p>
          <a:p>
            <a:pPr lvl="1"/>
            <a:r>
              <a:rPr lang="en-US" altLang="en-US"/>
              <a:t>NO – lỗi được phát hiện</a:t>
            </a:r>
          </a:p>
          <a:p>
            <a:pPr lvl="1"/>
            <a:r>
              <a:rPr lang="en-US" altLang="en-US"/>
              <a:t>YES – không có lỗi bị phát hiện. Tuy nhiên, vẫn có thể tồn tại lỗi</a:t>
            </a:r>
            <a:r>
              <a:rPr lang="en-US" altLang="en-US" i="1"/>
              <a:t>?!</a:t>
            </a:r>
            <a:r>
              <a:rPr lang="en-US" altLang="en-US"/>
              <a:t> </a:t>
            </a:r>
          </a:p>
        </p:txBody>
      </p:sp>
      <p:sp>
        <p:nvSpPr>
          <p:cNvPr id="225286" name="Rectangle 5">
            <a:extLst>
              <a:ext uri="{FF2B5EF4-FFF2-40B4-BE49-F238E27FC236}">
                <a16:creationId xmlns:a16="http://schemas.microsoft.com/office/drawing/2014/main" id="{1915192E-EC9F-4652-9542-A467F52A2635}"/>
              </a:ext>
            </a:extLst>
          </p:cNvPr>
          <p:cNvSpPr>
            <a:spLocks noChangeArrowheads="1"/>
          </p:cNvSpPr>
          <p:nvPr/>
        </p:nvSpPr>
        <p:spPr bwMode="auto">
          <a:xfrm>
            <a:off x="0" y="1230313"/>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400" u="sng">
                <a:solidFill>
                  <a:srgbClr val="FF0000"/>
                </a:solidFill>
              </a:rPr>
              <a:t>Mục tiêu:</a:t>
            </a:r>
            <a:r>
              <a:rPr lang="en-US" altLang="en-US" sz="2400"/>
              <a:t> phát hiện “các lỗi” (vd: các bit bị lật) trong các segment được truyền (lưu ý: chỉ được dùng ở tầng vận chuyển)</a:t>
            </a:r>
          </a:p>
          <a:p>
            <a:pPr>
              <a:buFont typeface="ZapfDingbats" pitchFamily="82" charset="2"/>
              <a:buChar char="r"/>
            </a:pPr>
            <a:endParaRPr lang="en-US"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Slide Number Placeholder 5">
            <a:extLst>
              <a:ext uri="{FF2B5EF4-FFF2-40B4-BE49-F238E27FC236}">
                <a16:creationId xmlns:a16="http://schemas.microsoft.com/office/drawing/2014/main" id="{11F4D52C-7448-4A9F-9D98-791986B475F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2E5E4901-AEC8-46FA-B946-EBA95BE1BF81}" type="slidenum">
              <a:rPr lang="en-US" altLang="en-US" sz="1400" smtClean="0">
                <a:latin typeface="Times New Roman" panose="02020603050405020304" pitchFamily="18" charset="0"/>
              </a:rPr>
              <a:pPr>
                <a:spcBef>
                  <a:spcPct val="0"/>
                </a:spcBef>
                <a:buClrTx/>
                <a:buSzTx/>
                <a:buFontTx/>
                <a:buNone/>
              </a:pPr>
              <a:t>16</a:t>
            </a:fld>
            <a:endParaRPr lang="en-US" altLang="en-US" sz="1400">
              <a:latin typeface="Times New Roman" panose="02020603050405020304" pitchFamily="18" charset="0"/>
            </a:endParaRPr>
          </a:p>
        </p:txBody>
      </p:sp>
      <p:sp>
        <p:nvSpPr>
          <p:cNvPr id="227331" name="Rectangle 2">
            <a:extLst>
              <a:ext uri="{FF2B5EF4-FFF2-40B4-BE49-F238E27FC236}">
                <a16:creationId xmlns:a16="http://schemas.microsoft.com/office/drawing/2014/main" id="{4FDF9603-D3E5-4CA3-A8ED-0BB765042B73}"/>
              </a:ext>
            </a:extLst>
          </p:cNvPr>
          <p:cNvSpPr>
            <a:spLocks noGrp="1" noChangeArrowheads="1"/>
          </p:cNvSpPr>
          <p:nvPr>
            <p:ph type="title"/>
          </p:nvPr>
        </p:nvSpPr>
        <p:spPr>
          <a:xfrm>
            <a:off x="533400" y="228600"/>
            <a:ext cx="8305800" cy="1143000"/>
          </a:xfrm>
        </p:spPr>
        <p:txBody>
          <a:bodyPr/>
          <a:lstStyle/>
          <a:p>
            <a:r>
              <a:rPr lang="en-US" altLang="en-US" sz="3200"/>
              <a:t>Kiểm dư vòng – Cyclic Redundancy Check</a:t>
            </a:r>
            <a:endParaRPr lang="en-US" altLang="en-US"/>
          </a:p>
        </p:txBody>
      </p:sp>
      <p:sp>
        <p:nvSpPr>
          <p:cNvPr id="227332" name="Rectangle 3">
            <a:extLst>
              <a:ext uri="{FF2B5EF4-FFF2-40B4-BE49-F238E27FC236}">
                <a16:creationId xmlns:a16="http://schemas.microsoft.com/office/drawing/2014/main" id="{00E79D17-3B37-47DF-86F5-6FC5EF5A1EF0}"/>
              </a:ext>
            </a:extLst>
          </p:cNvPr>
          <p:cNvSpPr>
            <a:spLocks noGrp="1" noChangeArrowheads="1"/>
          </p:cNvSpPr>
          <p:nvPr>
            <p:ph type="body" idx="1"/>
          </p:nvPr>
        </p:nvSpPr>
        <p:spPr>
          <a:xfrm>
            <a:off x="0" y="1362075"/>
            <a:ext cx="9144000" cy="3360738"/>
          </a:xfrm>
        </p:spPr>
        <p:txBody>
          <a:bodyPr/>
          <a:lstStyle/>
          <a:p>
            <a:r>
              <a:rPr lang="en-US" altLang="en-US" sz="2000"/>
              <a:t>xem các bit dữ liệu, </a:t>
            </a:r>
            <a:r>
              <a:rPr lang="en-US" altLang="en-US" sz="2000">
                <a:solidFill>
                  <a:srgbClr val="FF0000"/>
                </a:solidFill>
              </a:rPr>
              <a:t>D</a:t>
            </a:r>
            <a:r>
              <a:rPr lang="en-US" altLang="en-US" sz="2000"/>
              <a:t>, như là các số nhị phân</a:t>
            </a:r>
          </a:p>
          <a:p>
            <a:r>
              <a:rPr lang="en-US" altLang="en-US" sz="2000"/>
              <a:t>chọn đa thức sinh, </a:t>
            </a:r>
            <a:r>
              <a:rPr lang="en-US" altLang="en-US" sz="2000">
                <a:solidFill>
                  <a:srgbClr val="FF0000"/>
                </a:solidFill>
              </a:rPr>
              <a:t>G</a:t>
            </a:r>
            <a:r>
              <a:rPr lang="en-US" altLang="en-US" sz="2000"/>
              <a:t> , mẫu r+1 bit</a:t>
            </a:r>
          </a:p>
          <a:p>
            <a:r>
              <a:rPr lang="en-US" altLang="en-US" sz="2000"/>
              <a:t>mục tiêu: chọn r CRC bits, </a:t>
            </a:r>
            <a:r>
              <a:rPr lang="en-US" altLang="en-US" sz="2000">
                <a:solidFill>
                  <a:srgbClr val="FF0000"/>
                </a:solidFill>
              </a:rPr>
              <a:t>R</a:t>
            </a:r>
            <a:r>
              <a:rPr lang="en-US" altLang="en-US" sz="2000"/>
              <a:t>, sao cho</a:t>
            </a:r>
          </a:p>
          <a:p>
            <a:pPr lvl="1"/>
            <a:r>
              <a:rPr lang="en-US" altLang="en-US" sz="1800"/>
              <a:t> &lt;D,R&gt; có thể được chia hết hoàn toàn bởi G (theo modulo 2) </a:t>
            </a:r>
          </a:p>
          <a:p>
            <a:pPr lvl="1"/>
            <a:r>
              <a:rPr lang="en-US" altLang="en-US" sz="1800"/>
              <a:t>bên nhận biết G, chia &lt;D,R&gt; bởi G.  Nếu phần dư khác 0: lỗi bị phát hiện!</a:t>
            </a:r>
          </a:p>
          <a:p>
            <a:pPr lvl="1"/>
            <a:r>
              <a:rPr lang="en-US" altLang="en-US" sz="1800"/>
              <a:t>có thể phát hiện tất cả các lỗi ít hơn r+1 bits</a:t>
            </a:r>
          </a:p>
          <a:p>
            <a:r>
              <a:rPr lang="en-US" altLang="en-US" sz="2000"/>
              <a:t>được sử dụng rộng rãi trong thực tế (Ethernet, HDLC)</a:t>
            </a:r>
          </a:p>
        </p:txBody>
      </p:sp>
      <p:pic>
        <p:nvPicPr>
          <p:cNvPr id="227333" name="Picture 4" descr="524 CRC code">
            <a:extLst>
              <a:ext uri="{FF2B5EF4-FFF2-40B4-BE49-F238E27FC236}">
                <a16:creationId xmlns:a16="http://schemas.microsoft.com/office/drawing/2014/main" id="{3829E68C-7164-49DB-B811-76C961C781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950" y="4543425"/>
            <a:ext cx="5738813"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Slide Number Placeholder 5">
            <a:extLst>
              <a:ext uri="{FF2B5EF4-FFF2-40B4-BE49-F238E27FC236}">
                <a16:creationId xmlns:a16="http://schemas.microsoft.com/office/drawing/2014/main" id="{58555C62-0E4B-43F2-B88F-4D9974B6641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8149DA24-2212-4911-BD28-17748B25FF1D}" type="slidenum">
              <a:rPr lang="en-US" altLang="en-US" sz="1400" smtClean="0">
                <a:latin typeface="Times New Roman" panose="02020603050405020304" pitchFamily="18" charset="0"/>
              </a:rPr>
              <a:pPr>
                <a:spcBef>
                  <a:spcPct val="0"/>
                </a:spcBef>
                <a:buClrTx/>
                <a:buSzTx/>
                <a:buFontTx/>
                <a:buNone/>
              </a:pPr>
              <a:t>17</a:t>
            </a:fld>
            <a:endParaRPr lang="en-US" altLang="en-US" sz="1400">
              <a:latin typeface="Times New Roman" panose="02020603050405020304" pitchFamily="18" charset="0"/>
            </a:endParaRPr>
          </a:p>
        </p:txBody>
      </p:sp>
      <p:pic>
        <p:nvPicPr>
          <p:cNvPr id="228355" name="Picture 2" descr="525 CRC Example">
            <a:extLst>
              <a:ext uri="{FF2B5EF4-FFF2-40B4-BE49-F238E27FC236}">
                <a16:creationId xmlns:a16="http://schemas.microsoft.com/office/drawing/2014/main" id="{90A1C346-7184-4F8C-9E0F-F74A219B9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2150" y="687388"/>
            <a:ext cx="3586163"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8356" name="Rectangle 3">
            <a:extLst>
              <a:ext uri="{FF2B5EF4-FFF2-40B4-BE49-F238E27FC236}">
                <a16:creationId xmlns:a16="http://schemas.microsoft.com/office/drawing/2014/main" id="{0C4F19FE-D66A-449A-AE4E-E3BBDF800FE2}"/>
              </a:ext>
            </a:extLst>
          </p:cNvPr>
          <p:cNvSpPr>
            <a:spLocks noGrp="1" noChangeArrowheads="1"/>
          </p:cNvSpPr>
          <p:nvPr>
            <p:ph type="title"/>
          </p:nvPr>
        </p:nvSpPr>
        <p:spPr>
          <a:xfrm>
            <a:off x="533400" y="-68263"/>
            <a:ext cx="7772400" cy="1143001"/>
          </a:xfrm>
        </p:spPr>
        <p:txBody>
          <a:bodyPr/>
          <a:lstStyle/>
          <a:p>
            <a:r>
              <a:rPr lang="en-US" altLang="en-US" sz="3600"/>
              <a:t>Ví dụ về CRC</a:t>
            </a:r>
            <a:endParaRPr lang="en-US" altLang="en-US"/>
          </a:p>
        </p:txBody>
      </p:sp>
      <p:sp>
        <p:nvSpPr>
          <p:cNvPr id="228357" name="Rectangle 4">
            <a:extLst>
              <a:ext uri="{FF2B5EF4-FFF2-40B4-BE49-F238E27FC236}">
                <a16:creationId xmlns:a16="http://schemas.microsoft.com/office/drawing/2014/main" id="{D80D43AF-7E46-4A87-B91B-3506F9C2A08E}"/>
              </a:ext>
            </a:extLst>
          </p:cNvPr>
          <p:cNvSpPr>
            <a:spLocks noGrp="1" noChangeArrowheads="1"/>
          </p:cNvSpPr>
          <p:nvPr>
            <p:ph type="body" idx="1"/>
          </p:nvPr>
        </p:nvSpPr>
        <p:spPr>
          <a:xfrm>
            <a:off x="438150" y="831850"/>
            <a:ext cx="3478213" cy="3244850"/>
          </a:xfrm>
        </p:spPr>
        <p:txBody>
          <a:bodyPr/>
          <a:lstStyle/>
          <a:p>
            <a:pPr>
              <a:buFont typeface="ZapfDingbats" pitchFamily="82" charset="2"/>
              <a:buNone/>
            </a:pPr>
            <a:r>
              <a:rPr lang="en-US" altLang="en-US" sz="2400">
                <a:solidFill>
                  <a:schemeClr val="accent2"/>
                </a:solidFill>
              </a:rPr>
              <a:t>Ta muốn:</a:t>
            </a:r>
            <a:endParaRPr lang="en-US" altLang="en-US"/>
          </a:p>
          <a:p>
            <a:pPr lvl="1">
              <a:buFont typeface="ZapfDingbats" pitchFamily="82" charset="2"/>
              <a:buNone/>
            </a:pPr>
            <a:r>
              <a:rPr lang="en-US" altLang="en-US"/>
              <a:t>D</a:t>
            </a:r>
            <a:r>
              <a:rPr lang="en-US" altLang="en-US" baseline="26000"/>
              <a:t>.</a:t>
            </a:r>
            <a:r>
              <a:rPr lang="en-US" altLang="en-US"/>
              <a:t>2</a:t>
            </a:r>
            <a:r>
              <a:rPr lang="en-US" altLang="en-US" baseline="30000"/>
              <a:t>r</a:t>
            </a:r>
            <a:r>
              <a:rPr lang="en-US" altLang="en-US"/>
              <a:t> XOR R = nG</a:t>
            </a:r>
          </a:p>
          <a:p>
            <a:pPr>
              <a:buFont typeface="ZapfDingbats" pitchFamily="82" charset="2"/>
              <a:buNone/>
            </a:pPr>
            <a:r>
              <a:rPr lang="en-US" altLang="en-US" sz="2400" i="1">
                <a:solidFill>
                  <a:schemeClr val="accent2"/>
                </a:solidFill>
              </a:rPr>
              <a:t>tương đương với:</a:t>
            </a:r>
            <a:endParaRPr lang="en-US" altLang="en-US"/>
          </a:p>
          <a:p>
            <a:pPr lvl="1">
              <a:buFont typeface="ZapfDingbats" pitchFamily="82" charset="2"/>
              <a:buNone/>
            </a:pPr>
            <a:r>
              <a:rPr lang="en-US" altLang="en-US"/>
              <a:t>D</a:t>
            </a:r>
            <a:r>
              <a:rPr lang="en-US" altLang="en-US" baseline="26000"/>
              <a:t>.</a:t>
            </a:r>
            <a:r>
              <a:rPr lang="en-US" altLang="en-US"/>
              <a:t>2</a:t>
            </a:r>
            <a:r>
              <a:rPr lang="en-US" altLang="en-US" baseline="30000"/>
              <a:t>r</a:t>
            </a:r>
            <a:r>
              <a:rPr lang="en-US" altLang="en-US"/>
              <a:t> = nG XOR R </a:t>
            </a:r>
          </a:p>
          <a:p>
            <a:pPr>
              <a:buFont typeface="ZapfDingbats" pitchFamily="82" charset="2"/>
              <a:buNone/>
            </a:pPr>
            <a:r>
              <a:rPr lang="en-US" altLang="en-US" sz="2400" i="1">
                <a:solidFill>
                  <a:schemeClr val="accent2"/>
                </a:solidFill>
              </a:rPr>
              <a:t>Tương đương với:</a:t>
            </a:r>
            <a:r>
              <a:rPr lang="en-US" altLang="en-US" sz="2400"/>
              <a:t>  </a:t>
            </a:r>
          </a:p>
          <a:p>
            <a:pPr>
              <a:buFont typeface="ZapfDingbats" pitchFamily="82" charset="2"/>
              <a:buNone/>
            </a:pPr>
            <a:r>
              <a:rPr lang="en-US" altLang="en-US" sz="2400"/>
              <a:t>    nếu ta chia D</a:t>
            </a:r>
            <a:r>
              <a:rPr lang="en-US" altLang="en-US" sz="2400" baseline="26000"/>
              <a:t>.</a:t>
            </a:r>
            <a:r>
              <a:rPr lang="en-US" altLang="en-US" sz="2400"/>
              <a:t>2</a:t>
            </a:r>
            <a:r>
              <a:rPr lang="en-US" altLang="en-US" sz="2400" baseline="30000"/>
              <a:t>r</a:t>
            </a:r>
            <a:r>
              <a:rPr lang="en-US" altLang="en-US" sz="2400"/>
              <a:t> cho G, ta có phần dư R</a:t>
            </a:r>
            <a:endParaRPr lang="en-US" altLang="en-US"/>
          </a:p>
        </p:txBody>
      </p:sp>
      <p:sp>
        <p:nvSpPr>
          <p:cNvPr id="228358" name="Text Box 5">
            <a:extLst>
              <a:ext uri="{FF2B5EF4-FFF2-40B4-BE49-F238E27FC236}">
                <a16:creationId xmlns:a16="http://schemas.microsoft.com/office/drawing/2014/main" id="{82758B01-D59D-45E9-BE11-EE2C103B3040}"/>
              </a:ext>
            </a:extLst>
          </p:cNvPr>
          <p:cNvSpPr txBox="1">
            <a:spLocks noChangeArrowheads="1"/>
          </p:cNvSpPr>
          <p:nvPr/>
        </p:nvSpPr>
        <p:spPr bwMode="auto">
          <a:xfrm>
            <a:off x="873125" y="4305300"/>
            <a:ext cx="37671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R</a:t>
            </a:r>
            <a:r>
              <a:rPr lang="en-US" altLang="en-US" sz="1800"/>
              <a:t> =  phần dư   [           ]</a:t>
            </a:r>
          </a:p>
        </p:txBody>
      </p:sp>
      <p:sp>
        <p:nvSpPr>
          <p:cNvPr id="228359" name="Text Box 6">
            <a:extLst>
              <a:ext uri="{FF2B5EF4-FFF2-40B4-BE49-F238E27FC236}">
                <a16:creationId xmlns:a16="http://schemas.microsoft.com/office/drawing/2014/main" id="{36202548-6A5F-4716-AA9A-320A9F0BCE5A}"/>
              </a:ext>
            </a:extLst>
          </p:cNvPr>
          <p:cNvSpPr txBox="1">
            <a:spLocks noChangeArrowheads="1"/>
          </p:cNvSpPr>
          <p:nvPr/>
        </p:nvSpPr>
        <p:spPr bwMode="auto">
          <a:xfrm>
            <a:off x="2692400" y="4144963"/>
            <a:ext cx="1155700" cy="830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t>D</a:t>
            </a:r>
            <a:r>
              <a:rPr lang="en-US" altLang="en-US" sz="2400" baseline="26000"/>
              <a:t>.</a:t>
            </a:r>
            <a:r>
              <a:rPr lang="en-US" altLang="en-US" sz="2400"/>
              <a:t>2</a:t>
            </a:r>
            <a:r>
              <a:rPr lang="en-US" altLang="en-US" sz="2400" baseline="30000"/>
              <a:t>r</a:t>
            </a:r>
          </a:p>
          <a:p>
            <a:pPr>
              <a:spcBef>
                <a:spcPct val="0"/>
              </a:spcBef>
              <a:buClrTx/>
              <a:buSzTx/>
              <a:buFontTx/>
              <a:buNone/>
            </a:pPr>
            <a:r>
              <a:rPr lang="en-US" altLang="en-US" sz="2400"/>
              <a:t>G</a:t>
            </a:r>
            <a:endParaRPr lang="en-US" altLang="en-US" sz="2400">
              <a:latin typeface="Times New Roman" panose="02020603050405020304" pitchFamily="18" charset="0"/>
            </a:endParaRPr>
          </a:p>
        </p:txBody>
      </p:sp>
      <p:sp>
        <p:nvSpPr>
          <p:cNvPr id="228360" name="Line 7">
            <a:extLst>
              <a:ext uri="{FF2B5EF4-FFF2-40B4-BE49-F238E27FC236}">
                <a16:creationId xmlns:a16="http://schemas.microsoft.com/office/drawing/2014/main" id="{7B019057-289E-47BF-B7C0-20A99D23E77F}"/>
              </a:ext>
            </a:extLst>
          </p:cNvPr>
          <p:cNvSpPr>
            <a:spLocks noChangeShapeType="1"/>
          </p:cNvSpPr>
          <p:nvPr/>
        </p:nvSpPr>
        <p:spPr bwMode="auto">
          <a:xfrm>
            <a:off x="2630488" y="4560888"/>
            <a:ext cx="63182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8361" name="Rectangle 8">
            <a:extLst>
              <a:ext uri="{FF2B5EF4-FFF2-40B4-BE49-F238E27FC236}">
                <a16:creationId xmlns:a16="http://schemas.microsoft.com/office/drawing/2014/main" id="{E24CEC86-8630-435D-BD3D-231AABBAD0E0}"/>
              </a:ext>
            </a:extLst>
          </p:cNvPr>
          <p:cNvSpPr>
            <a:spLocks noChangeArrowheads="1"/>
          </p:cNvSpPr>
          <p:nvPr/>
        </p:nvSpPr>
        <p:spPr bwMode="auto">
          <a:xfrm>
            <a:off x="701675" y="3970338"/>
            <a:ext cx="3201988" cy="1190625"/>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latin typeface="Times New Roman" panose="02020603050405020304" pitchFamily="18" charset="0"/>
            </a:endParaRPr>
          </a:p>
        </p:txBody>
      </p:sp>
      <p:sp>
        <p:nvSpPr>
          <p:cNvPr id="228362" name="Text Box 9">
            <a:extLst>
              <a:ext uri="{FF2B5EF4-FFF2-40B4-BE49-F238E27FC236}">
                <a16:creationId xmlns:a16="http://schemas.microsoft.com/office/drawing/2014/main" id="{3EE879C3-C023-46DD-BD45-352B339319B5}"/>
              </a:ext>
            </a:extLst>
          </p:cNvPr>
          <p:cNvSpPr txBox="1">
            <a:spLocks noChangeArrowheads="1"/>
          </p:cNvSpPr>
          <p:nvPr/>
        </p:nvSpPr>
        <p:spPr bwMode="auto">
          <a:xfrm>
            <a:off x="5056188" y="5380038"/>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latin typeface="Times New Roman" panose="02020603050405020304" pitchFamily="18" charset="0"/>
              </a:rPr>
              <a:t>Gởi đi: </a:t>
            </a:r>
            <a:r>
              <a:rPr lang="en-US" altLang="en-US" sz="2400">
                <a:solidFill>
                  <a:schemeClr val="accent2"/>
                </a:solidFill>
                <a:latin typeface="Times New Roman" panose="02020603050405020304" pitchFamily="18" charset="0"/>
              </a:rPr>
              <a:t>101110</a:t>
            </a:r>
            <a:r>
              <a:rPr lang="en-US" altLang="en-US" sz="2400">
                <a:solidFill>
                  <a:srgbClr val="FF0000"/>
                </a:solidFill>
                <a:latin typeface="Times New Roman" panose="02020603050405020304" pitchFamily="18" charset="0"/>
              </a:rPr>
              <a:t>011</a:t>
            </a:r>
          </a:p>
        </p:txBody>
      </p:sp>
      <p:sp>
        <p:nvSpPr>
          <p:cNvPr id="228363" name="Rectangle 10">
            <a:extLst>
              <a:ext uri="{FF2B5EF4-FFF2-40B4-BE49-F238E27FC236}">
                <a16:creationId xmlns:a16="http://schemas.microsoft.com/office/drawing/2014/main" id="{3C532DEE-3FA2-47D0-93B3-B549BF189752}"/>
              </a:ext>
            </a:extLst>
          </p:cNvPr>
          <p:cNvSpPr>
            <a:spLocks noChangeArrowheads="1"/>
          </p:cNvSpPr>
          <p:nvPr/>
        </p:nvSpPr>
        <p:spPr bwMode="auto">
          <a:xfrm>
            <a:off x="366713" y="5911850"/>
            <a:ext cx="7772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Char char="r"/>
            </a:pPr>
            <a:r>
              <a:rPr lang="en-US" altLang="en-US" sz="2400"/>
              <a:t>Ethernet và các mạng token ring sử dụng CRC-32</a:t>
            </a:r>
          </a:p>
          <a:p>
            <a:pPr lvl="1"/>
            <a:r>
              <a:rPr lang="en-US" altLang="en-US" sz="1800"/>
              <a:t>x</a:t>
            </a:r>
            <a:r>
              <a:rPr lang="en-US" altLang="en-US" sz="1800" baseline="30000"/>
              <a:t>32</a:t>
            </a:r>
            <a:r>
              <a:rPr lang="en-US" altLang="en-US" sz="1800"/>
              <a:t> + x</a:t>
            </a:r>
            <a:r>
              <a:rPr lang="en-US" altLang="en-US" sz="1800" baseline="30000"/>
              <a:t>26</a:t>
            </a:r>
            <a:r>
              <a:rPr lang="en-US" altLang="en-US" sz="1800"/>
              <a:t> + x</a:t>
            </a:r>
            <a:r>
              <a:rPr lang="en-US" altLang="en-US" sz="1800" baseline="30000"/>
              <a:t>23</a:t>
            </a:r>
            <a:r>
              <a:rPr lang="en-US" altLang="en-US" sz="1800"/>
              <a:t> + x</a:t>
            </a:r>
            <a:r>
              <a:rPr lang="en-US" altLang="en-US" sz="1800" baseline="30000"/>
              <a:t>22</a:t>
            </a:r>
            <a:r>
              <a:rPr lang="en-US" altLang="en-US" sz="1800"/>
              <a:t> + x</a:t>
            </a:r>
            <a:r>
              <a:rPr lang="en-US" altLang="en-US" sz="1800" baseline="30000"/>
              <a:t>16</a:t>
            </a:r>
            <a:r>
              <a:rPr lang="en-US" altLang="en-US" sz="1800"/>
              <a:t> + x</a:t>
            </a:r>
            <a:r>
              <a:rPr lang="en-US" altLang="en-US" sz="1800" baseline="30000"/>
              <a:t>12</a:t>
            </a:r>
            <a:r>
              <a:rPr lang="en-US" altLang="en-US" sz="1800"/>
              <a:t> + x</a:t>
            </a:r>
            <a:r>
              <a:rPr lang="en-US" altLang="en-US" sz="1800" baseline="30000"/>
              <a:t>11</a:t>
            </a:r>
            <a:r>
              <a:rPr lang="en-US" altLang="en-US" sz="1800"/>
              <a:t> + x</a:t>
            </a:r>
            <a:r>
              <a:rPr lang="en-US" altLang="en-US" sz="1800" baseline="30000"/>
              <a:t>10</a:t>
            </a:r>
            <a:r>
              <a:rPr lang="en-US" altLang="en-US" sz="1800"/>
              <a:t> + x</a:t>
            </a:r>
            <a:r>
              <a:rPr lang="en-US" altLang="en-US" sz="1800" baseline="30000"/>
              <a:t>8</a:t>
            </a:r>
            <a:r>
              <a:rPr lang="en-US" altLang="en-US" sz="1800"/>
              <a:t> + x</a:t>
            </a:r>
            <a:r>
              <a:rPr lang="en-US" altLang="en-US" sz="1800" baseline="30000"/>
              <a:t>5</a:t>
            </a:r>
            <a:r>
              <a:rPr lang="en-US" altLang="en-US" sz="1800"/>
              <a:t> + x</a:t>
            </a:r>
            <a:r>
              <a:rPr lang="en-US" altLang="en-US" sz="1800" baseline="30000"/>
              <a:t>4</a:t>
            </a:r>
            <a:r>
              <a:rPr lang="en-US" altLang="en-US" sz="1800"/>
              <a:t> + x</a:t>
            </a:r>
            <a:r>
              <a:rPr lang="en-US" altLang="en-US" sz="1800" baseline="30000"/>
              <a:t>2</a:t>
            </a:r>
            <a:r>
              <a:rPr lang="en-US" altLang="en-US" sz="1800"/>
              <a:t> + x + 1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Slide Number Placeholder 5">
            <a:extLst>
              <a:ext uri="{FF2B5EF4-FFF2-40B4-BE49-F238E27FC236}">
                <a16:creationId xmlns:a16="http://schemas.microsoft.com/office/drawing/2014/main" id="{A8D4F3B0-1B44-4F9D-BCFD-F56D8BA18FB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BAA4A9FD-AB70-4587-893E-B172ED03A6D9}" type="slidenum">
              <a:rPr lang="en-US" altLang="en-US" sz="1400" smtClean="0">
                <a:latin typeface="Times New Roman" panose="02020603050405020304" pitchFamily="18" charset="0"/>
              </a:rPr>
              <a:pPr>
                <a:spcBef>
                  <a:spcPct val="0"/>
                </a:spcBef>
                <a:buClrTx/>
                <a:buSzTx/>
                <a:buFontTx/>
                <a:buNone/>
              </a:pPr>
              <a:t>18</a:t>
            </a:fld>
            <a:endParaRPr lang="en-US" altLang="en-US" sz="1400">
              <a:latin typeface="Times New Roman" panose="02020603050405020304" pitchFamily="18" charset="0"/>
            </a:endParaRPr>
          </a:p>
        </p:txBody>
      </p:sp>
      <p:sp>
        <p:nvSpPr>
          <p:cNvPr id="229379" name="Rectangle 2">
            <a:extLst>
              <a:ext uri="{FF2B5EF4-FFF2-40B4-BE49-F238E27FC236}">
                <a16:creationId xmlns:a16="http://schemas.microsoft.com/office/drawing/2014/main" id="{E20F8EBE-4C6D-4722-84DF-750C7C582F8A}"/>
              </a:ext>
            </a:extLst>
          </p:cNvPr>
          <p:cNvSpPr>
            <a:spLocks noGrp="1" noChangeArrowheads="1"/>
          </p:cNvSpPr>
          <p:nvPr>
            <p:ph type="title"/>
          </p:nvPr>
        </p:nvSpPr>
        <p:spPr/>
        <p:txBody>
          <a:bodyPr/>
          <a:lstStyle/>
          <a:p>
            <a:r>
              <a:rPr lang="en-US" altLang="en-US"/>
              <a:t>Tóm tắt về sự phát hiện lỗi</a:t>
            </a:r>
          </a:p>
        </p:txBody>
      </p:sp>
      <p:sp>
        <p:nvSpPr>
          <p:cNvPr id="229380" name="Rectangle 3">
            <a:extLst>
              <a:ext uri="{FF2B5EF4-FFF2-40B4-BE49-F238E27FC236}">
                <a16:creationId xmlns:a16="http://schemas.microsoft.com/office/drawing/2014/main" id="{06E94394-78BA-4D4F-929B-985563B4F058}"/>
              </a:ext>
            </a:extLst>
          </p:cNvPr>
          <p:cNvSpPr>
            <a:spLocks noGrp="1" noChangeArrowheads="1"/>
          </p:cNvSpPr>
          <p:nvPr>
            <p:ph type="body" idx="1"/>
          </p:nvPr>
        </p:nvSpPr>
        <p:spPr>
          <a:xfrm>
            <a:off x="0" y="1600200"/>
            <a:ext cx="9144000" cy="5005388"/>
          </a:xfrm>
        </p:spPr>
        <p:txBody>
          <a:bodyPr/>
          <a:lstStyle/>
          <a:p>
            <a:r>
              <a:rPr lang="en-US" altLang="en-US"/>
              <a:t>Để phát hiện lỗi có thể xảy ra trong quá trình truyền:</a:t>
            </a:r>
          </a:p>
          <a:p>
            <a:pPr lvl="1"/>
            <a:r>
              <a:rPr lang="en-US" altLang="en-US"/>
              <a:t>Bên gởi thêm vào gói tin một số thông tin</a:t>
            </a:r>
          </a:p>
          <a:p>
            <a:pPr lvl="1"/>
            <a:r>
              <a:rPr lang="en-US" altLang="en-US"/>
              <a:t>Bên nhận dựa vào các thông tin trên để kiểm tra</a:t>
            </a:r>
          </a:p>
          <a:p>
            <a:r>
              <a:rPr lang="en-US" altLang="en-US"/>
              <a:t>Các kỹ thuật dò tìm lỗi phổ biến:</a:t>
            </a:r>
          </a:p>
          <a:p>
            <a:pPr lvl="1"/>
            <a:r>
              <a:rPr lang="en-US" altLang="en-US"/>
              <a:t>Kiểm tra tính chẵn lẻ (Parity bit checking)</a:t>
            </a:r>
          </a:p>
          <a:p>
            <a:pPr lvl="1"/>
            <a:r>
              <a:rPr lang="en-US" altLang="en-US"/>
              <a:t>Kiểm tra tổng (Checksum)</a:t>
            </a:r>
          </a:p>
          <a:p>
            <a:pPr lvl="1"/>
            <a:r>
              <a:rPr lang="en-US" altLang="en-US"/>
              <a:t>Kiểm dư vòng (Cyclic Redundancy Check)</a:t>
            </a:r>
          </a:p>
          <a:p>
            <a:r>
              <a:rPr lang="en-US" altLang="en-US" sz="3200"/>
              <a:t>Chỉ đảm bảo phát hiện được lỗi ở mức thống kê nào đó mà thôi!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Number Placeholder 5">
            <a:extLst>
              <a:ext uri="{FF2B5EF4-FFF2-40B4-BE49-F238E27FC236}">
                <a16:creationId xmlns:a16="http://schemas.microsoft.com/office/drawing/2014/main" id="{8E3EA4EF-4BE9-468A-AE11-E1AD0305607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C0C2C9AE-93C8-4488-B13C-FCDD13A23A8A}" type="slidenum">
              <a:rPr lang="en-US" altLang="en-US" sz="1400" smtClean="0">
                <a:latin typeface="Times New Roman" panose="02020603050405020304" pitchFamily="18" charset="0"/>
              </a:rPr>
              <a:pPr>
                <a:spcBef>
                  <a:spcPct val="0"/>
                </a:spcBef>
                <a:buClrTx/>
                <a:buSzTx/>
                <a:buFontTx/>
                <a:buNone/>
              </a:pPr>
              <a:t>19</a:t>
            </a:fld>
            <a:endParaRPr lang="en-US" altLang="en-US" sz="1400">
              <a:latin typeface="Times New Roman" panose="02020603050405020304" pitchFamily="18" charset="0"/>
            </a:endParaRPr>
          </a:p>
        </p:txBody>
      </p:sp>
      <p:sp>
        <p:nvSpPr>
          <p:cNvPr id="231427" name="Rectangle 2">
            <a:extLst>
              <a:ext uri="{FF2B5EF4-FFF2-40B4-BE49-F238E27FC236}">
                <a16:creationId xmlns:a16="http://schemas.microsoft.com/office/drawing/2014/main" id="{9647F745-20D9-4E98-9ACB-AAB0F091311B}"/>
              </a:ext>
            </a:extLst>
          </p:cNvPr>
          <p:cNvSpPr>
            <a:spLocks noGrp="1" noChangeArrowheads="1"/>
          </p:cNvSpPr>
          <p:nvPr>
            <p:ph type="title"/>
          </p:nvPr>
        </p:nvSpPr>
        <p:spPr>
          <a:xfrm>
            <a:off x="0" y="57150"/>
            <a:ext cx="9144000" cy="1143000"/>
          </a:xfrm>
        </p:spPr>
        <p:txBody>
          <a:bodyPr/>
          <a:lstStyle/>
          <a:p>
            <a:r>
              <a:rPr lang="en-US" altLang="en-US" sz="3600"/>
              <a:t>Giao thức và liên kết đa truy cập</a:t>
            </a:r>
            <a:endParaRPr lang="en-US" altLang="en-US" sz="4400"/>
          </a:p>
        </p:txBody>
      </p:sp>
      <p:sp>
        <p:nvSpPr>
          <p:cNvPr id="231428" name="Rectangle 3">
            <a:extLst>
              <a:ext uri="{FF2B5EF4-FFF2-40B4-BE49-F238E27FC236}">
                <a16:creationId xmlns:a16="http://schemas.microsoft.com/office/drawing/2014/main" id="{2E035D99-69E2-47EB-AB34-6D70FCA5A17B}"/>
              </a:ext>
            </a:extLst>
          </p:cNvPr>
          <p:cNvSpPr>
            <a:spLocks noGrp="1" noChangeArrowheads="1"/>
          </p:cNvSpPr>
          <p:nvPr>
            <p:ph type="body" idx="1"/>
          </p:nvPr>
        </p:nvSpPr>
        <p:spPr>
          <a:xfrm>
            <a:off x="0" y="1054100"/>
            <a:ext cx="9144000" cy="3292475"/>
          </a:xfrm>
        </p:spPr>
        <p:txBody>
          <a:bodyPr/>
          <a:lstStyle/>
          <a:p>
            <a:pPr>
              <a:buFont typeface="ZapfDingbats" pitchFamily="82" charset="2"/>
              <a:buNone/>
            </a:pPr>
            <a:r>
              <a:rPr lang="en-US" altLang="en-US"/>
              <a:t>Hai loại “liên kết” :</a:t>
            </a:r>
          </a:p>
          <a:p>
            <a:r>
              <a:rPr lang="en-US" altLang="en-US" sz="2400"/>
              <a:t>điểm – điểm</a:t>
            </a:r>
          </a:p>
          <a:p>
            <a:pPr lvl="1"/>
            <a:r>
              <a:rPr lang="en-US" altLang="en-US" sz="2000"/>
              <a:t>liên kết truy cập điểm-điểm qua quay số</a:t>
            </a:r>
          </a:p>
          <a:p>
            <a:pPr lvl="1"/>
            <a:r>
              <a:rPr lang="en-US" altLang="en-US" sz="2000"/>
              <a:t>liên kết điểm – điểm giữa Ethernet switch và host</a:t>
            </a:r>
          </a:p>
          <a:p>
            <a:r>
              <a:rPr lang="en-US" altLang="en-US" sz="2400">
                <a:solidFill>
                  <a:srgbClr val="FF0000"/>
                </a:solidFill>
              </a:rPr>
              <a:t>quảng bá</a:t>
            </a:r>
            <a:r>
              <a:rPr lang="en-US" altLang="en-US" sz="2400"/>
              <a:t> (dây dẫn hay phương tiện truyền được chia sẻ)</a:t>
            </a:r>
          </a:p>
          <a:p>
            <a:pPr lvl="1"/>
            <a:r>
              <a:rPr lang="en-US" altLang="en-US" sz="2000"/>
              <a:t>Ethernet truyền thống</a:t>
            </a:r>
          </a:p>
          <a:p>
            <a:pPr lvl="1"/>
            <a:r>
              <a:rPr lang="en-US" altLang="en-US" sz="2000"/>
              <a:t>upstream HFC</a:t>
            </a:r>
          </a:p>
          <a:p>
            <a:pPr lvl="1"/>
            <a:r>
              <a:rPr lang="en-US" altLang="en-US" sz="2000"/>
              <a:t>802.11 wireless LAN</a:t>
            </a:r>
          </a:p>
          <a:p>
            <a:endParaRPr lang="en-US" altLang="en-US" sz="2400"/>
          </a:p>
          <a:p>
            <a:endParaRPr lang="en-US" altLang="en-US" sz="2400"/>
          </a:p>
          <a:p>
            <a:endParaRPr lang="en-US" altLang="en-US" sz="2400"/>
          </a:p>
          <a:p>
            <a:endParaRPr lang="en-US" altLang="en-US" sz="2400"/>
          </a:p>
        </p:txBody>
      </p:sp>
      <p:pic>
        <p:nvPicPr>
          <p:cNvPr id="231429" name="Picture 4" descr="5">
            <a:extLst>
              <a:ext uri="{FF2B5EF4-FFF2-40B4-BE49-F238E27FC236}">
                <a16:creationId xmlns:a16="http://schemas.microsoft.com/office/drawing/2014/main" id="{A09000E1-85E9-477B-9CEA-B4C4448778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875" y="4541838"/>
            <a:ext cx="5800725"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Slide Number Placeholder 5">
            <a:extLst>
              <a:ext uri="{FF2B5EF4-FFF2-40B4-BE49-F238E27FC236}">
                <a16:creationId xmlns:a16="http://schemas.microsoft.com/office/drawing/2014/main" id="{9F31172D-728B-41A5-B139-750DA31F21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8B6FC61E-C83D-419C-AEB3-83C2A9BD79C6}" type="slidenum">
              <a:rPr lang="en-US" altLang="en-US" sz="1400" smtClean="0">
                <a:latin typeface="Times New Roman" panose="02020603050405020304" pitchFamily="18" charset="0"/>
              </a:rPr>
              <a:pPr>
                <a:spcBef>
                  <a:spcPct val="0"/>
                </a:spcBef>
                <a:buClrTx/>
                <a:buSzTx/>
                <a:buFontTx/>
                <a:buNone/>
              </a:pPr>
              <a:t>20</a:t>
            </a:fld>
            <a:endParaRPr lang="en-US" altLang="en-US" sz="1400">
              <a:latin typeface="Times New Roman" panose="02020603050405020304" pitchFamily="18" charset="0"/>
            </a:endParaRPr>
          </a:p>
        </p:txBody>
      </p:sp>
      <p:sp>
        <p:nvSpPr>
          <p:cNvPr id="232451" name="Rectangle 2">
            <a:extLst>
              <a:ext uri="{FF2B5EF4-FFF2-40B4-BE49-F238E27FC236}">
                <a16:creationId xmlns:a16="http://schemas.microsoft.com/office/drawing/2014/main" id="{602BBE2D-9324-40BA-B371-A739F920C888}"/>
              </a:ext>
            </a:extLst>
          </p:cNvPr>
          <p:cNvSpPr>
            <a:spLocks noGrp="1" noChangeArrowheads="1"/>
          </p:cNvSpPr>
          <p:nvPr>
            <p:ph type="title"/>
          </p:nvPr>
        </p:nvSpPr>
        <p:spPr>
          <a:xfrm>
            <a:off x="585788" y="-85725"/>
            <a:ext cx="7772400" cy="1143000"/>
          </a:xfrm>
        </p:spPr>
        <p:txBody>
          <a:bodyPr/>
          <a:lstStyle/>
          <a:p>
            <a:r>
              <a:rPr lang="en-US" altLang="en-US" sz="4400"/>
              <a:t>Giao thức đa truy cập</a:t>
            </a:r>
          </a:p>
        </p:txBody>
      </p:sp>
      <p:sp>
        <p:nvSpPr>
          <p:cNvPr id="232452" name="Rectangle 3">
            <a:extLst>
              <a:ext uri="{FF2B5EF4-FFF2-40B4-BE49-F238E27FC236}">
                <a16:creationId xmlns:a16="http://schemas.microsoft.com/office/drawing/2014/main" id="{CBDE652A-498C-49B7-B3AC-C454DC63DA96}"/>
              </a:ext>
            </a:extLst>
          </p:cNvPr>
          <p:cNvSpPr>
            <a:spLocks noGrp="1" noChangeArrowheads="1"/>
          </p:cNvSpPr>
          <p:nvPr>
            <p:ph type="body" idx="1"/>
          </p:nvPr>
        </p:nvSpPr>
        <p:spPr>
          <a:xfrm>
            <a:off x="500063" y="1395413"/>
            <a:ext cx="8396287" cy="4648200"/>
          </a:xfrm>
        </p:spPr>
        <p:txBody>
          <a:bodyPr/>
          <a:lstStyle/>
          <a:p>
            <a:r>
              <a:rPr lang="en-US" altLang="en-US" sz="2400"/>
              <a:t>kênh truyền quảng bá đơn được chia sẻ</a:t>
            </a:r>
          </a:p>
          <a:p>
            <a:r>
              <a:rPr lang="en-US" altLang="en-US" sz="2400"/>
              <a:t>khi có hai hay nhiều trạm truyền đồng thời thì xảy ra xung đột</a:t>
            </a:r>
          </a:p>
          <a:p>
            <a:pPr lvl="1"/>
            <a:r>
              <a:rPr lang="en-US" altLang="en-US" sz="2000"/>
              <a:t>chỉ một nút truyền </a:t>
            </a:r>
            <a:r>
              <a:rPr lang="en-US" altLang="en-US" sz="2000">
                <a:solidFill>
                  <a:srgbClr val="FF0000"/>
                </a:solidFill>
              </a:rPr>
              <a:t>thành công</a:t>
            </a:r>
            <a:r>
              <a:rPr lang="en-US" altLang="en-US" sz="2000"/>
              <a:t> tại một thời điểm</a:t>
            </a:r>
          </a:p>
          <a:p>
            <a:pPr>
              <a:buFont typeface="ZapfDingbats" pitchFamily="82" charset="2"/>
              <a:buNone/>
            </a:pPr>
            <a:r>
              <a:rPr lang="en-US" altLang="en-US" sz="2400" i="1" u="sng">
                <a:solidFill>
                  <a:srgbClr val="FF0000"/>
                </a:solidFill>
              </a:rPr>
              <a:t>Giao thức đa truy cập</a:t>
            </a:r>
            <a:endParaRPr lang="en-US" altLang="en-US" sz="2400"/>
          </a:p>
          <a:p>
            <a:r>
              <a:rPr lang="en-US" altLang="en-US" sz="2400"/>
              <a:t>giải thuật phân tán giúp các nút chia sẻ kênh truyền vd: xác định khi nào một nút có thể truyền</a:t>
            </a:r>
          </a:p>
          <a:p>
            <a:r>
              <a:rPr lang="en-US" altLang="en-US" sz="2400"/>
              <a:t>truyền thông về việc điều khiển chia sẻ kênh truyền có thể dùng một kênh riêng</a:t>
            </a:r>
          </a:p>
          <a:p>
            <a:r>
              <a:rPr lang="en-US" altLang="en-US" sz="2400"/>
              <a:t>những gì các giao thức đa truy cập hướng tới (slide tiếp theo) : </a:t>
            </a:r>
            <a:endParaRPr lang="en-US" altLang="en-US"/>
          </a:p>
          <a:p>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Slide Number Placeholder 5">
            <a:extLst>
              <a:ext uri="{FF2B5EF4-FFF2-40B4-BE49-F238E27FC236}">
                <a16:creationId xmlns:a16="http://schemas.microsoft.com/office/drawing/2014/main" id="{773FA10F-385A-4198-8DDB-78C809E0D69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8D97C15C-643D-4CF3-BA7A-A0E9CEBE7864}" type="slidenum">
              <a:rPr lang="en-US" altLang="en-US" sz="1400" smtClean="0">
                <a:latin typeface="Times New Roman" panose="02020603050405020304" pitchFamily="18" charset="0"/>
              </a:rPr>
              <a:pPr>
                <a:spcBef>
                  <a:spcPct val="0"/>
                </a:spcBef>
                <a:buClrTx/>
                <a:buSzTx/>
                <a:buFontTx/>
                <a:buNone/>
              </a:pPr>
              <a:t>21</a:t>
            </a:fld>
            <a:endParaRPr lang="en-US" altLang="en-US" sz="1400">
              <a:latin typeface="Times New Roman" panose="02020603050405020304" pitchFamily="18" charset="0"/>
            </a:endParaRPr>
          </a:p>
        </p:txBody>
      </p:sp>
      <p:sp>
        <p:nvSpPr>
          <p:cNvPr id="233475" name="Rectangle 2">
            <a:extLst>
              <a:ext uri="{FF2B5EF4-FFF2-40B4-BE49-F238E27FC236}">
                <a16:creationId xmlns:a16="http://schemas.microsoft.com/office/drawing/2014/main" id="{1A21D0B8-DE27-42E3-B43F-46D45B65CAB2}"/>
              </a:ext>
            </a:extLst>
          </p:cNvPr>
          <p:cNvSpPr>
            <a:spLocks noGrp="1" noChangeArrowheads="1"/>
          </p:cNvSpPr>
          <p:nvPr>
            <p:ph type="title"/>
          </p:nvPr>
        </p:nvSpPr>
        <p:spPr/>
        <p:txBody>
          <a:bodyPr/>
          <a:lstStyle/>
          <a:p>
            <a:r>
              <a:rPr lang="en-US" altLang="en-US"/>
              <a:t>Giao thức đa truy cập lý tưởng</a:t>
            </a:r>
          </a:p>
        </p:txBody>
      </p:sp>
      <p:sp>
        <p:nvSpPr>
          <p:cNvPr id="233476" name="Rectangle 3">
            <a:extLst>
              <a:ext uri="{FF2B5EF4-FFF2-40B4-BE49-F238E27FC236}">
                <a16:creationId xmlns:a16="http://schemas.microsoft.com/office/drawing/2014/main" id="{C7F6272C-6B71-440A-A99A-1C5FB4B4B9E8}"/>
              </a:ext>
            </a:extLst>
          </p:cNvPr>
          <p:cNvSpPr>
            <a:spLocks noGrp="1" noChangeArrowheads="1"/>
          </p:cNvSpPr>
          <p:nvPr>
            <p:ph type="body" idx="1"/>
          </p:nvPr>
        </p:nvSpPr>
        <p:spPr/>
        <p:txBody>
          <a:bodyPr/>
          <a:lstStyle/>
          <a:p>
            <a:pPr>
              <a:buFont typeface="ZapfDingbats" pitchFamily="82" charset="2"/>
              <a:buNone/>
            </a:pPr>
            <a:r>
              <a:rPr lang="en-US" altLang="en-US" sz="2400" u="sng">
                <a:solidFill>
                  <a:srgbClr val="FF0000"/>
                </a:solidFill>
              </a:rPr>
              <a:t>Kênh truyền quảng bá tốc độ R bps</a:t>
            </a:r>
            <a:endParaRPr lang="en-US" altLang="en-US" sz="2400"/>
          </a:p>
          <a:p>
            <a:pPr>
              <a:buFont typeface="ZapfDingbats" pitchFamily="82" charset="2"/>
              <a:buNone/>
            </a:pPr>
            <a:r>
              <a:rPr lang="en-US" altLang="en-US" sz="2400"/>
              <a:t>1.Khi chỉ một nút muốn truyền, nó có thể truyền với tốc độ R.</a:t>
            </a:r>
          </a:p>
          <a:p>
            <a:pPr>
              <a:buFont typeface="ZapfDingbats" pitchFamily="82" charset="2"/>
              <a:buNone/>
            </a:pPr>
            <a:r>
              <a:rPr lang="en-US" altLang="en-US" sz="2400"/>
              <a:t>2. Khi có M nút muốn truyền, mỗi nút có thể truyền với tốc độ trung bình là R/M</a:t>
            </a:r>
          </a:p>
          <a:p>
            <a:pPr>
              <a:buFont typeface="ZapfDingbats" pitchFamily="82" charset="2"/>
              <a:buNone/>
            </a:pPr>
            <a:r>
              <a:rPr lang="en-US" altLang="en-US" sz="2400"/>
              <a:t>3. Giao thức phải là hoàn toàn phân tán:</a:t>
            </a:r>
          </a:p>
          <a:p>
            <a:pPr lvl="1"/>
            <a:r>
              <a:rPr lang="en-US" altLang="en-US" sz="2000"/>
              <a:t>không một nút đặc biệt nào sắp xếp việc truyền tin</a:t>
            </a:r>
          </a:p>
          <a:p>
            <a:pPr lvl="1"/>
            <a:r>
              <a:rPr lang="en-US" altLang="en-US" sz="2000"/>
              <a:t>không cần đến sự đồng bộ hóa đồng hồ, khe (thời gian)</a:t>
            </a:r>
            <a:endParaRPr lang="en-US" altLang="en-US"/>
          </a:p>
          <a:p>
            <a:pPr>
              <a:buFont typeface="ZapfDingbats" pitchFamily="82" charset="2"/>
              <a:buNone/>
            </a:pPr>
            <a:r>
              <a:rPr lang="en-US" altLang="en-US" sz="2400"/>
              <a:t>4. Đơn giản</a:t>
            </a:r>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Slide Number Placeholder 5">
            <a:extLst>
              <a:ext uri="{FF2B5EF4-FFF2-40B4-BE49-F238E27FC236}">
                <a16:creationId xmlns:a16="http://schemas.microsoft.com/office/drawing/2014/main" id="{5D9783E8-55A7-4DEC-9FD2-90927FC291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63B8C313-9EF6-48BB-B0E9-387232596C36}" type="slidenum">
              <a:rPr lang="en-US" altLang="en-US" sz="1400" smtClean="0">
                <a:latin typeface="Times New Roman" panose="02020603050405020304" pitchFamily="18" charset="0"/>
              </a:rPr>
              <a:pPr>
                <a:spcBef>
                  <a:spcPct val="0"/>
                </a:spcBef>
                <a:buClrTx/>
                <a:buSzTx/>
                <a:buFontTx/>
                <a:buNone/>
              </a:pPr>
              <a:t>22</a:t>
            </a:fld>
            <a:endParaRPr lang="en-US" altLang="en-US" sz="1400">
              <a:latin typeface="Times New Roman" panose="02020603050405020304" pitchFamily="18" charset="0"/>
            </a:endParaRPr>
          </a:p>
        </p:txBody>
      </p:sp>
      <p:sp>
        <p:nvSpPr>
          <p:cNvPr id="234499" name="Rectangle 2">
            <a:extLst>
              <a:ext uri="{FF2B5EF4-FFF2-40B4-BE49-F238E27FC236}">
                <a16:creationId xmlns:a16="http://schemas.microsoft.com/office/drawing/2014/main" id="{16DCDDD2-33D7-4C63-8C44-06EEFBC320D7}"/>
              </a:ext>
            </a:extLst>
          </p:cNvPr>
          <p:cNvSpPr>
            <a:spLocks noGrp="1" noChangeArrowheads="1"/>
          </p:cNvSpPr>
          <p:nvPr>
            <p:ph type="title"/>
          </p:nvPr>
        </p:nvSpPr>
        <p:spPr>
          <a:xfrm>
            <a:off x="0" y="228600"/>
            <a:ext cx="9144000" cy="1143000"/>
          </a:xfrm>
        </p:spPr>
        <p:txBody>
          <a:bodyPr/>
          <a:lstStyle/>
          <a:p>
            <a:pPr algn="ctr"/>
            <a:r>
              <a:rPr lang="en-US" altLang="en-US" sz="3200"/>
              <a:t>Một sự phân loại việc kiểm soát truy cập phương tiện truyền</a:t>
            </a:r>
            <a:endParaRPr lang="en-US" altLang="en-US"/>
          </a:p>
        </p:txBody>
      </p:sp>
      <p:sp>
        <p:nvSpPr>
          <p:cNvPr id="234500" name="Rectangle 3">
            <a:extLst>
              <a:ext uri="{FF2B5EF4-FFF2-40B4-BE49-F238E27FC236}">
                <a16:creationId xmlns:a16="http://schemas.microsoft.com/office/drawing/2014/main" id="{2F78B4F1-D276-485E-AA15-A6E506C114EE}"/>
              </a:ext>
            </a:extLst>
          </p:cNvPr>
          <p:cNvSpPr>
            <a:spLocks noGrp="1" noChangeArrowheads="1"/>
          </p:cNvSpPr>
          <p:nvPr>
            <p:ph type="body" idx="1"/>
          </p:nvPr>
        </p:nvSpPr>
        <p:spPr>
          <a:xfrm>
            <a:off x="533400" y="1271588"/>
            <a:ext cx="7772400" cy="4648200"/>
          </a:xfrm>
        </p:spPr>
        <p:txBody>
          <a:bodyPr/>
          <a:lstStyle/>
          <a:p>
            <a:pPr>
              <a:buFont typeface="ZapfDingbats" pitchFamily="82" charset="2"/>
              <a:buNone/>
            </a:pPr>
            <a:r>
              <a:rPr lang="en-US" altLang="en-US" sz="2400"/>
              <a:t>Có 3 loại chính:</a:t>
            </a:r>
          </a:p>
          <a:p>
            <a:r>
              <a:rPr lang="en-US" altLang="en-US" sz="2400">
                <a:solidFill>
                  <a:srgbClr val="FF0000"/>
                </a:solidFill>
              </a:rPr>
              <a:t>Phân chia kênh truyền</a:t>
            </a:r>
            <a:endParaRPr lang="en-US" altLang="en-US"/>
          </a:p>
          <a:p>
            <a:pPr lvl="1"/>
            <a:r>
              <a:rPr lang="en-US" altLang="en-US" sz="2000"/>
              <a:t>chia kênh truyền thành những “mảnh” nhỏ (theo khe thời gian, tần số, mã)</a:t>
            </a:r>
          </a:p>
          <a:p>
            <a:pPr lvl="1"/>
            <a:r>
              <a:rPr lang="en-US" altLang="en-US" sz="2000"/>
              <a:t>cấp phát các mảnh đó cho các nút và chúng được “độc quyền” sử dụng trong khoảng được chia</a:t>
            </a:r>
            <a:endParaRPr lang="en-US" altLang="en-US"/>
          </a:p>
          <a:p>
            <a:r>
              <a:rPr lang="en-US" altLang="en-US" sz="2400">
                <a:solidFill>
                  <a:srgbClr val="FF0000"/>
                </a:solidFill>
              </a:rPr>
              <a:t>Truy cập ngẫu nhiên</a:t>
            </a:r>
            <a:endParaRPr lang="en-US" altLang="en-US"/>
          </a:p>
          <a:p>
            <a:pPr lvl="1"/>
            <a:r>
              <a:rPr lang="en-US" altLang="en-US" sz="2000"/>
              <a:t>không chia kênh truyền, chấp nhận xung đột</a:t>
            </a:r>
          </a:p>
          <a:p>
            <a:pPr lvl="1"/>
            <a:r>
              <a:rPr lang="en-US" altLang="en-US" sz="2000"/>
              <a:t>vấn đề chính là “phục hồi” việc truyền khi có xung đột</a:t>
            </a:r>
            <a:endParaRPr lang="en-US" altLang="en-US"/>
          </a:p>
          <a:p>
            <a:r>
              <a:rPr lang="en-US" altLang="en-US" sz="2400">
                <a:solidFill>
                  <a:srgbClr val="FF0000"/>
                </a:solidFill>
              </a:rPr>
              <a:t>“Luân phiên”</a:t>
            </a:r>
            <a:endParaRPr lang="en-US" altLang="en-US"/>
          </a:p>
          <a:p>
            <a:pPr lvl="1"/>
            <a:r>
              <a:rPr lang="en-US" altLang="en-US" sz="2000"/>
              <a:t>điều phối chặt chẽ việc truy cập phương tiện truyền để tránh xung đột</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Slide Number Placeholder 5">
            <a:extLst>
              <a:ext uri="{FF2B5EF4-FFF2-40B4-BE49-F238E27FC236}">
                <a16:creationId xmlns:a16="http://schemas.microsoft.com/office/drawing/2014/main" id="{C14DF954-9620-4C58-916D-77FF8F8C52E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1EA071FD-8E5A-4501-938B-52BA7F3CCC66}" type="slidenum">
              <a:rPr lang="en-US" altLang="en-US" sz="1400" smtClean="0">
                <a:latin typeface="Times New Roman" panose="02020603050405020304" pitchFamily="18" charset="0"/>
              </a:rPr>
              <a:pPr>
                <a:spcBef>
                  <a:spcPct val="0"/>
                </a:spcBef>
                <a:buClrTx/>
                <a:buSzTx/>
                <a:buFontTx/>
                <a:buNone/>
              </a:pPr>
              <a:t>23</a:t>
            </a:fld>
            <a:endParaRPr lang="en-US" altLang="en-US" sz="1400">
              <a:latin typeface="Times New Roman" panose="02020603050405020304" pitchFamily="18" charset="0"/>
            </a:endParaRPr>
          </a:p>
        </p:txBody>
      </p:sp>
      <p:sp>
        <p:nvSpPr>
          <p:cNvPr id="236547" name="Rectangle 2">
            <a:extLst>
              <a:ext uri="{FF2B5EF4-FFF2-40B4-BE49-F238E27FC236}">
                <a16:creationId xmlns:a16="http://schemas.microsoft.com/office/drawing/2014/main" id="{5338AB77-96F4-4DD0-94A6-5FD43D2D9B6A}"/>
              </a:ext>
            </a:extLst>
          </p:cNvPr>
          <p:cNvSpPr>
            <a:spLocks noGrp="1" noChangeArrowheads="1"/>
          </p:cNvSpPr>
          <p:nvPr>
            <p:ph type="title"/>
          </p:nvPr>
        </p:nvSpPr>
        <p:spPr/>
        <p:txBody>
          <a:bodyPr/>
          <a:lstStyle/>
          <a:p>
            <a:r>
              <a:rPr lang="en-US" altLang="en-US" sz="3600"/>
              <a:t>Các giao thức truy cập ngẫu nhiên</a:t>
            </a:r>
          </a:p>
        </p:txBody>
      </p:sp>
      <p:sp>
        <p:nvSpPr>
          <p:cNvPr id="236548" name="Rectangle 3">
            <a:extLst>
              <a:ext uri="{FF2B5EF4-FFF2-40B4-BE49-F238E27FC236}">
                <a16:creationId xmlns:a16="http://schemas.microsoft.com/office/drawing/2014/main" id="{B3FF7EED-7D24-4F87-B26E-3E3BB8AEE24F}"/>
              </a:ext>
            </a:extLst>
          </p:cNvPr>
          <p:cNvSpPr>
            <a:spLocks noGrp="1" noChangeArrowheads="1"/>
          </p:cNvSpPr>
          <p:nvPr>
            <p:ph type="body" idx="1"/>
          </p:nvPr>
        </p:nvSpPr>
        <p:spPr>
          <a:xfrm>
            <a:off x="533400" y="1600200"/>
            <a:ext cx="8610600" cy="4648200"/>
          </a:xfrm>
        </p:spPr>
        <p:txBody>
          <a:bodyPr/>
          <a:lstStyle/>
          <a:p>
            <a:r>
              <a:rPr lang="en-US" altLang="en-US" sz="2400"/>
              <a:t>khi một nút có gói tin để gởi</a:t>
            </a:r>
          </a:p>
          <a:p>
            <a:pPr lvl="1"/>
            <a:r>
              <a:rPr lang="en-US" altLang="en-US" sz="2000"/>
              <a:t>truyền với tốc độ tối đa của kênh (R).</a:t>
            </a:r>
          </a:p>
          <a:p>
            <a:pPr lvl="1"/>
            <a:r>
              <a:rPr lang="en-US" altLang="en-US" sz="2000"/>
              <a:t>không có sự phối hợp từ trước giữa các nút</a:t>
            </a:r>
          </a:p>
          <a:p>
            <a:r>
              <a:rPr lang="en-US" altLang="en-US" sz="2400"/>
              <a:t>khi có hai hay nhiều nút truyền đồng thời -&gt; “xung đột”</a:t>
            </a:r>
          </a:p>
          <a:p>
            <a:r>
              <a:rPr lang="en-US" altLang="en-US" sz="2400">
                <a:solidFill>
                  <a:srgbClr val="FF0000"/>
                </a:solidFill>
              </a:rPr>
              <a:t>Giao thức MAC truy cập ngẫu nhiên</a:t>
            </a:r>
            <a:r>
              <a:rPr lang="en-US" altLang="en-US" sz="2400"/>
              <a:t> định rõ: </a:t>
            </a:r>
          </a:p>
          <a:p>
            <a:pPr lvl="1"/>
            <a:r>
              <a:rPr lang="en-US" altLang="en-US" sz="2000"/>
              <a:t>làm thế nào để dò ra xung đột</a:t>
            </a:r>
          </a:p>
          <a:p>
            <a:pPr lvl="1"/>
            <a:r>
              <a:rPr lang="en-US" altLang="en-US" sz="2000"/>
              <a:t>làm thế nào để phục hồi khi có xung đột xảy ra</a:t>
            </a:r>
          </a:p>
          <a:p>
            <a:r>
              <a:rPr lang="en-US" altLang="en-US" sz="2400"/>
              <a:t>Một số giao thức MAC truy cập ngẫu nhiên tiêu biểu:</a:t>
            </a:r>
          </a:p>
          <a:p>
            <a:pPr lvl="1"/>
            <a:r>
              <a:rPr lang="en-US" altLang="en-US" sz="2000"/>
              <a:t>ALOHA</a:t>
            </a:r>
          </a:p>
          <a:p>
            <a:pPr lvl="1"/>
            <a:r>
              <a:rPr lang="en-US" altLang="en-US" sz="2000"/>
              <a:t>slotted ALOHA</a:t>
            </a:r>
          </a:p>
          <a:p>
            <a:pPr lvl="1"/>
            <a:r>
              <a:rPr lang="en-US" altLang="en-US" sz="2000"/>
              <a:t>CSMA, CSMA/CD, CSMA/CA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Slide Number Placeholder 5">
            <a:extLst>
              <a:ext uri="{FF2B5EF4-FFF2-40B4-BE49-F238E27FC236}">
                <a16:creationId xmlns:a16="http://schemas.microsoft.com/office/drawing/2014/main" id="{EB8378E3-B30C-413A-A0F1-53F2672974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C21B707B-8888-45A3-9A29-0A9BD4B962DB}" type="slidenum">
              <a:rPr lang="en-US" altLang="en-US" sz="1400" smtClean="0">
                <a:latin typeface="Times New Roman" panose="02020603050405020304" pitchFamily="18" charset="0"/>
              </a:rPr>
              <a:pPr>
                <a:spcBef>
                  <a:spcPct val="0"/>
                </a:spcBef>
                <a:buClrTx/>
                <a:buSzTx/>
                <a:buFontTx/>
                <a:buNone/>
              </a:pPr>
              <a:t>24</a:t>
            </a:fld>
            <a:endParaRPr lang="en-US" altLang="en-US" sz="1400">
              <a:latin typeface="Times New Roman" panose="02020603050405020304" pitchFamily="18" charset="0"/>
            </a:endParaRPr>
          </a:p>
        </p:txBody>
      </p:sp>
      <p:sp>
        <p:nvSpPr>
          <p:cNvPr id="238595" name="Rectangle 2">
            <a:extLst>
              <a:ext uri="{FF2B5EF4-FFF2-40B4-BE49-F238E27FC236}">
                <a16:creationId xmlns:a16="http://schemas.microsoft.com/office/drawing/2014/main" id="{FE590D08-755A-48FE-A0BB-996B3A492DD7}"/>
              </a:ext>
            </a:extLst>
          </p:cNvPr>
          <p:cNvSpPr>
            <a:spLocks noGrp="1" noChangeArrowheads="1"/>
          </p:cNvSpPr>
          <p:nvPr>
            <p:ph type="title"/>
          </p:nvPr>
        </p:nvSpPr>
        <p:spPr>
          <a:xfrm>
            <a:off x="0" y="1588"/>
            <a:ext cx="9144000" cy="1143000"/>
          </a:xfrm>
        </p:spPr>
        <p:txBody>
          <a:bodyPr/>
          <a:lstStyle/>
          <a:p>
            <a:r>
              <a:rPr lang="en-US" altLang="en-US" sz="3600"/>
              <a:t>CSMA – Đa truy cập cảm nhận sóng mang</a:t>
            </a:r>
            <a:endParaRPr lang="en-US" altLang="en-US"/>
          </a:p>
        </p:txBody>
      </p:sp>
      <p:sp>
        <p:nvSpPr>
          <p:cNvPr id="238596" name="Rectangle 3">
            <a:extLst>
              <a:ext uri="{FF2B5EF4-FFF2-40B4-BE49-F238E27FC236}">
                <a16:creationId xmlns:a16="http://schemas.microsoft.com/office/drawing/2014/main" id="{9E601253-0D4D-4A0C-95F2-C2B3EAA60918}"/>
              </a:ext>
            </a:extLst>
          </p:cNvPr>
          <p:cNvSpPr>
            <a:spLocks noGrp="1" noChangeArrowheads="1"/>
          </p:cNvSpPr>
          <p:nvPr>
            <p:ph type="body" idx="1"/>
          </p:nvPr>
        </p:nvSpPr>
        <p:spPr>
          <a:xfrm>
            <a:off x="533400" y="1789113"/>
            <a:ext cx="8296275" cy="3246437"/>
          </a:xfrm>
        </p:spPr>
        <p:txBody>
          <a:bodyPr/>
          <a:lstStyle/>
          <a:p>
            <a:pPr>
              <a:buFont typeface="ZapfDingbats" pitchFamily="82" charset="2"/>
              <a:buNone/>
            </a:pPr>
            <a:r>
              <a:rPr lang="en-US" altLang="en-US" sz="2400" b="1" u="sng">
                <a:solidFill>
                  <a:srgbClr val="FF0000"/>
                </a:solidFill>
              </a:rPr>
              <a:t>CSMA</a:t>
            </a:r>
            <a:r>
              <a:rPr lang="en-US" altLang="en-US" sz="2400" u="sng">
                <a:solidFill>
                  <a:srgbClr val="FF0000"/>
                </a:solidFill>
              </a:rPr>
              <a:t>:</a:t>
            </a:r>
            <a:r>
              <a:rPr lang="en-US" altLang="en-US" sz="2400"/>
              <a:t> “nghe trước khi nói”</a:t>
            </a:r>
          </a:p>
          <a:p>
            <a:r>
              <a:rPr lang="en-US" altLang="en-US" sz="2400"/>
              <a:t>Nếu kênh truyền rỗi: truyền toàn bộ frame</a:t>
            </a:r>
          </a:p>
          <a:p>
            <a:r>
              <a:rPr lang="en-US" altLang="en-US" sz="2400"/>
              <a:t>Nếu kênh truyền bận, trì hoãn việc truyền </a:t>
            </a:r>
            <a:br>
              <a:rPr lang="en-US" altLang="en-US" sz="2400"/>
            </a:br>
            <a:br>
              <a:rPr lang="en-US" altLang="en-US" sz="2400"/>
            </a:br>
            <a:endParaRPr lang="en-US" altLang="en-US" sz="2400"/>
          </a:p>
          <a:p>
            <a:r>
              <a:rPr lang="en-US" altLang="en-US" sz="2400"/>
              <a:t>Tương tự như con người: không ngắt lời người khác!</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Slide Number Placeholder 4">
            <a:extLst>
              <a:ext uri="{FF2B5EF4-FFF2-40B4-BE49-F238E27FC236}">
                <a16:creationId xmlns:a16="http://schemas.microsoft.com/office/drawing/2014/main" id="{EFCD1056-E109-4B8C-97E6-413256AE80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89E5E7F8-8941-4F41-B0CB-0515281401A0}" type="slidenum">
              <a:rPr lang="en-US" altLang="en-US" sz="1400" smtClean="0">
                <a:latin typeface="Times New Roman" panose="02020603050405020304" pitchFamily="18" charset="0"/>
              </a:rPr>
              <a:pPr>
                <a:spcBef>
                  <a:spcPct val="0"/>
                </a:spcBef>
                <a:buClrTx/>
                <a:buSzTx/>
                <a:buFontTx/>
                <a:buNone/>
              </a:pPr>
              <a:t>25</a:t>
            </a:fld>
            <a:endParaRPr lang="en-US" altLang="en-US" sz="1400">
              <a:latin typeface="Times New Roman" panose="02020603050405020304" pitchFamily="18" charset="0"/>
            </a:endParaRPr>
          </a:p>
        </p:txBody>
      </p:sp>
      <p:sp>
        <p:nvSpPr>
          <p:cNvPr id="239619" name="Rectangle 2">
            <a:extLst>
              <a:ext uri="{FF2B5EF4-FFF2-40B4-BE49-F238E27FC236}">
                <a16:creationId xmlns:a16="http://schemas.microsoft.com/office/drawing/2014/main" id="{6FE20AE1-5A2E-4210-9900-8EB76ACEC126}"/>
              </a:ext>
            </a:extLst>
          </p:cNvPr>
          <p:cNvSpPr>
            <a:spLocks noGrp="1" noChangeArrowheads="1"/>
          </p:cNvSpPr>
          <p:nvPr>
            <p:ph type="title"/>
          </p:nvPr>
        </p:nvSpPr>
        <p:spPr>
          <a:xfrm>
            <a:off x="533400" y="-173038"/>
            <a:ext cx="7772400" cy="1143001"/>
          </a:xfrm>
        </p:spPr>
        <p:txBody>
          <a:bodyPr/>
          <a:lstStyle/>
          <a:p>
            <a:r>
              <a:rPr lang="en-US" altLang="en-US"/>
              <a:t>Xung đột trong CSMA</a:t>
            </a:r>
          </a:p>
        </p:txBody>
      </p:sp>
      <p:pic>
        <p:nvPicPr>
          <p:cNvPr id="239620" name="Picture 3" descr="5">
            <a:extLst>
              <a:ext uri="{FF2B5EF4-FFF2-40B4-BE49-F238E27FC236}">
                <a16:creationId xmlns:a16="http://schemas.microsoft.com/office/drawing/2014/main" id="{EDA32D27-9499-4B83-A3EA-65DFC05A1E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3413" y="1322388"/>
            <a:ext cx="4287837" cy="504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21" name="Rectangle 4">
            <a:extLst>
              <a:ext uri="{FF2B5EF4-FFF2-40B4-BE49-F238E27FC236}">
                <a16:creationId xmlns:a16="http://schemas.microsoft.com/office/drawing/2014/main" id="{F29BFD99-FC47-47E0-A0DE-424DE02B95B4}"/>
              </a:ext>
            </a:extLst>
          </p:cNvPr>
          <p:cNvSpPr>
            <a:spLocks noChangeArrowheads="1"/>
          </p:cNvSpPr>
          <p:nvPr/>
        </p:nvSpPr>
        <p:spPr bwMode="auto">
          <a:xfrm>
            <a:off x="236538" y="1536700"/>
            <a:ext cx="3865562" cy="143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accent2"/>
                </a:solidFill>
              </a:rPr>
              <a:t>xung đột vẫn có thể xảy ra: </a:t>
            </a:r>
            <a:r>
              <a:rPr lang="en-US" altLang="en-US" sz="2000"/>
              <a:t>hai nút không nghe được việc truyền của nhau do độ trễ truyền tin.</a:t>
            </a:r>
            <a:endParaRPr lang="en-US" altLang="en-US" sz="2400">
              <a:latin typeface="Times New Roman" panose="02020603050405020304" pitchFamily="18" charset="0"/>
            </a:endParaRPr>
          </a:p>
        </p:txBody>
      </p:sp>
      <p:sp>
        <p:nvSpPr>
          <p:cNvPr id="239622" name="Rectangle 5">
            <a:extLst>
              <a:ext uri="{FF2B5EF4-FFF2-40B4-BE49-F238E27FC236}">
                <a16:creationId xmlns:a16="http://schemas.microsoft.com/office/drawing/2014/main" id="{91A7A5D7-3001-4B9F-930D-3F2952576BF4}"/>
              </a:ext>
            </a:extLst>
          </p:cNvPr>
          <p:cNvSpPr>
            <a:spLocks noChangeArrowheads="1"/>
          </p:cNvSpPr>
          <p:nvPr/>
        </p:nvSpPr>
        <p:spPr bwMode="auto">
          <a:xfrm>
            <a:off x="307975" y="3059113"/>
            <a:ext cx="35179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accent2"/>
                </a:solidFill>
              </a:rPr>
              <a:t>khi có xung đột: </a:t>
            </a:r>
            <a:r>
              <a:rPr lang="en-US" altLang="en-US" sz="2000"/>
              <a:t>toàn bộ thời gian truyền gói tin là lãng phí do nó bị hỏng</a:t>
            </a:r>
            <a:endParaRPr lang="en-US" altLang="en-US" sz="2000">
              <a:latin typeface="Times New Roman" panose="02020603050405020304" pitchFamily="18" charset="0"/>
            </a:endParaRPr>
          </a:p>
        </p:txBody>
      </p:sp>
      <p:sp>
        <p:nvSpPr>
          <p:cNvPr id="239623" name="Rectangle 6">
            <a:extLst>
              <a:ext uri="{FF2B5EF4-FFF2-40B4-BE49-F238E27FC236}">
                <a16:creationId xmlns:a16="http://schemas.microsoft.com/office/drawing/2014/main" id="{15E5767A-6BB4-4C98-96D7-4027D002B825}"/>
              </a:ext>
            </a:extLst>
          </p:cNvPr>
          <p:cNvSpPr>
            <a:spLocks noChangeArrowheads="1"/>
          </p:cNvSpPr>
          <p:nvPr/>
        </p:nvSpPr>
        <p:spPr bwMode="auto">
          <a:xfrm>
            <a:off x="4759325" y="874713"/>
            <a:ext cx="3546475"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a:t>Bố trí về mặt không gian của các nút</a:t>
            </a:r>
            <a:endParaRPr lang="en-US" altLang="en-US" sz="2000">
              <a:latin typeface="Times New Roman" panose="02020603050405020304" pitchFamily="18" charset="0"/>
            </a:endParaRPr>
          </a:p>
        </p:txBody>
      </p:sp>
      <p:sp>
        <p:nvSpPr>
          <p:cNvPr id="239624" name="Rectangle 7">
            <a:extLst>
              <a:ext uri="{FF2B5EF4-FFF2-40B4-BE49-F238E27FC236}">
                <a16:creationId xmlns:a16="http://schemas.microsoft.com/office/drawing/2014/main" id="{3B743112-4D48-408D-9FA5-42825D19803D}"/>
              </a:ext>
            </a:extLst>
          </p:cNvPr>
          <p:cNvSpPr>
            <a:spLocks noChangeArrowheads="1"/>
          </p:cNvSpPr>
          <p:nvPr/>
        </p:nvSpPr>
        <p:spPr bwMode="auto">
          <a:xfrm>
            <a:off x="307975" y="4160838"/>
            <a:ext cx="4135438"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chemeClr val="accent2"/>
                </a:solidFill>
              </a:rPr>
              <a:t>lưu ý:</a:t>
            </a:r>
            <a:endParaRPr lang="en-US" altLang="en-US" sz="2400"/>
          </a:p>
          <a:p>
            <a:pPr>
              <a:spcBef>
                <a:spcPct val="0"/>
              </a:spcBef>
              <a:buClrTx/>
              <a:buSzTx/>
              <a:buFontTx/>
              <a:buNone/>
            </a:pPr>
            <a:r>
              <a:rPr lang="en-US" altLang="en-US" sz="2000"/>
              <a:t>Vai trò của khoảng cách và độ trễ truyền tin là rất quan trọng trong việc xác định xác suất xung đột</a:t>
            </a:r>
            <a:endParaRPr lang="en-US" altLang="en-US" sz="2000">
              <a:latin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Slide Number Placeholder 5">
            <a:extLst>
              <a:ext uri="{FF2B5EF4-FFF2-40B4-BE49-F238E27FC236}">
                <a16:creationId xmlns:a16="http://schemas.microsoft.com/office/drawing/2014/main" id="{85522BE8-DBB6-487F-BA35-AB4C48B3FDC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E5ED8A8D-4D67-453A-AD85-486287A29998}" type="slidenum">
              <a:rPr lang="en-US" altLang="en-US" sz="1400" smtClean="0">
                <a:latin typeface="Times New Roman" panose="02020603050405020304" pitchFamily="18" charset="0"/>
              </a:rPr>
              <a:pPr>
                <a:spcBef>
                  <a:spcPct val="0"/>
                </a:spcBef>
                <a:buClrTx/>
                <a:buSzTx/>
                <a:buFontTx/>
                <a:buNone/>
              </a:pPr>
              <a:t>26</a:t>
            </a:fld>
            <a:endParaRPr lang="en-US" altLang="en-US" sz="1400">
              <a:latin typeface="Times New Roman" panose="02020603050405020304" pitchFamily="18" charset="0"/>
            </a:endParaRPr>
          </a:p>
        </p:txBody>
      </p:sp>
      <p:sp>
        <p:nvSpPr>
          <p:cNvPr id="240643" name="Rectangle 2">
            <a:extLst>
              <a:ext uri="{FF2B5EF4-FFF2-40B4-BE49-F238E27FC236}">
                <a16:creationId xmlns:a16="http://schemas.microsoft.com/office/drawing/2014/main" id="{4DFC9676-989C-4BDA-9AE0-CE5CC6EB8C52}"/>
              </a:ext>
            </a:extLst>
          </p:cNvPr>
          <p:cNvSpPr>
            <a:spLocks noGrp="1" noChangeArrowheads="1"/>
          </p:cNvSpPr>
          <p:nvPr>
            <p:ph type="title"/>
          </p:nvPr>
        </p:nvSpPr>
        <p:spPr/>
        <p:txBody>
          <a:bodyPr/>
          <a:lstStyle/>
          <a:p>
            <a:r>
              <a:rPr lang="en-US" altLang="en-US" sz="3600"/>
              <a:t>Đa truy cập cảm nhận sóng mang có dò xung đột (CSMA/CD)</a:t>
            </a:r>
          </a:p>
        </p:txBody>
      </p:sp>
      <p:sp>
        <p:nvSpPr>
          <p:cNvPr id="240644" name="Rectangle 3">
            <a:extLst>
              <a:ext uri="{FF2B5EF4-FFF2-40B4-BE49-F238E27FC236}">
                <a16:creationId xmlns:a16="http://schemas.microsoft.com/office/drawing/2014/main" id="{7AAFA7F5-F1AC-4F86-9DE7-D38A4D5CD7A5}"/>
              </a:ext>
            </a:extLst>
          </p:cNvPr>
          <p:cNvSpPr>
            <a:spLocks noGrp="1" noChangeArrowheads="1"/>
          </p:cNvSpPr>
          <p:nvPr>
            <p:ph type="body" idx="1"/>
          </p:nvPr>
        </p:nvSpPr>
        <p:spPr>
          <a:xfrm>
            <a:off x="522288" y="1433513"/>
            <a:ext cx="8264525" cy="4648200"/>
          </a:xfrm>
        </p:spPr>
        <p:txBody>
          <a:bodyPr/>
          <a:lstStyle/>
          <a:p>
            <a:pPr>
              <a:lnSpc>
                <a:spcPct val="90000"/>
              </a:lnSpc>
              <a:buFont typeface="ZapfDingbats" pitchFamily="82" charset="2"/>
              <a:buNone/>
            </a:pPr>
            <a:r>
              <a:rPr lang="en-US" altLang="en-US">
                <a:solidFill>
                  <a:srgbClr val="FF0000"/>
                </a:solidFill>
              </a:rPr>
              <a:t>CSMA/CD:</a:t>
            </a:r>
            <a:r>
              <a:rPr lang="en-US" altLang="en-US"/>
              <a:t> “nghe trong khi nói”</a:t>
            </a:r>
          </a:p>
          <a:p>
            <a:pPr lvl="1">
              <a:lnSpc>
                <a:spcPct val="90000"/>
              </a:lnSpc>
            </a:pPr>
            <a:r>
              <a:rPr lang="en-US" altLang="en-US"/>
              <a:t>xung đột được phát hiện trong khoảng thời gian ngắn</a:t>
            </a:r>
          </a:p>
          <a:p>
            <a:pPr lvl="1">
              <a:lnSpc>
                <a:spcPct val="90000"/>
              </a:lnSpc>
            </a:pPr>
            <a:r>
              <a:rPr lang="en-US" altLang="en-US"/>
              <a:t>những truyền thông gây xung đột bị hủy bỏ sớm, giảm sự lãng phí kênh truyền</a:t>
            </a:r>
          </a:p>
          <a:p>
            <a:pPr>
              <a:lnSpc>
                <a:spcPct val="90000"/>
              </a:lnSpc>
            </a:pPr>
            <a:r>
              <a:rPr lang="en-US" altLang="en-US"/>
              <a:t>phát hiện xung đột:</a:t>
            </a:r>
            <a:r>
              <a:rPr lang="en-US" altLang="en-US" sz="2400"/>
              <a:t> </a:t>
            </a:r>
          </a:p>
          <a:p>
            <a:pPr lvl="1">
              <a:lnSpc>
                <a:spcPct val="90000"/>
              </a:lnSpc>
            </a:pPr>
            <a:r>
              <a:rPr lang="en-US" altLang="en-US"/>
              <a:t>dễ thực hiện trong wired LANs: đo lường cường độ tín hiệu, so sánh tín hiệu truyền và tín hiệu nhận được</a:t>
            </a:r>
          </a:p>
          <a:p>
            <a:pPr lvl="1">
              <a:lnSpc>
                <a:spcPct val="90000"/>
              </a:lnSpc>
            </a:pPr>
            <a:r>
              <a:rPr lang="en-US" altLang="en-US"/>
              <a:t>khó thực hiện trong wireless LANs</a:t>
            </a:r>
            <a:endParaRPr lang="en-US" altLang="en-US" b="1"/>
          </a:p>
          <a:p>
            <a:pPr>
              <a:lnSpc>
                <a:spcPct val="90000"/>
              </a:lnSpc>
            </a:pPr>
            <a:r>
              <a:rPr lang="en-US" altLang="en-US"/>
              <a:t>tương tự như con người: người có tài nói chuyện (lịch sự)</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Slide Number Placeholder 4">
            <a:extLst>
              <a:ext uri="{FF2B5EF4-FFF2-40B4-BE49-F238E27FC236}">
                <a16:creationId xmlns:a16="http://schemas.microsoft.com/office/drawing/2014/main" id="{E641561C-E20E-4202-A02F-F6F3498F30B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CB0DFAB5-41E9-4944-90AF-699936D67E1B}" type="slidenum">
              <a:rPr lang="en-US" altLang="en-US" sz="1400" smtClean="0">
                <a:latin typeface="Times New Roman" panose="02020603050405020304" pitchFamily="18" charset="0"/>
              </a:rPr>
              <a:pPr>
                <a:spcBef>
                  <a:spcPct val="0"/>
                </a:spcBef>
                <a:buClrTx/>
                <a:buSzTx/>
                <a:buFontTx/>
                <a:buNone/>
              </a:pPr>
              <a:t>27</a:t>
            </a:fld>
            <a:endParaRPr lang="en-US" altLang="en-US" sz="1400">
              <a:latin typeface="Times New Roman" panose="02020603050405020304" pitchFamily="18" charset="0"/>
            </a:endParaRPr>
          </a:p>
        </p:txBody>
      </p:sp>
      <p:sp>
        <p:nvSpPr>
          <p:cNvPr id="241667" name="Rectangle 2">
            <a:extLst>
              <a:ext uri="{FF2B5EF4-FFF2-40B4-BE49-F238E27FC236}">
                <a16:creationId xmlns:a16="http://schemas.microsoft.com/office/drawing/2014/main" id="{C6CBF808-1304-4D79-91EA-9E27E8C921A8}"/>
              </a:ext>
            </a:extLst>
          </p:cNvPr>
          <p:cNvSpPr>
            <a:spLocks noGrp="1" noChangeArrowheads="1"/>
          </p:cNvSpPr>
          <p:nvPr>
            <p:ph type="title"/>
          </p:nvPr>
        </p:nvSpPr>
        <p:spPr>
          <a:xfrm>
            <a:off x="0" y="193675"/>
            <a:ext cx="9144000" cy="1143000"/>
          </a:xfrm>
        </p:spPr>
        <p:txBody>
          <a:bodyPr/>
          <a:lstStyle/>
          <a:p>
            <a:r>
              <a:rPr lang="en-US" altLang="en-US" sz="3600"/>
              <a:t>Minh họa phát hiện xung đột CSMA/CD</a:t>
            </a:r>
          </a:p>
        </p:txBody>
      </p:sp>
      <p:pic>
        <p:nvPicPr>
          <p:cNvPr id="241668" name="Picture 3" descr="5">
            <a:extLst>
              <a:ext uri="{FF2B5EF4-FFF2-40B4-BE49-F238E27FC236}">
                <a16:creationId xmlns:a16="http://schemas.microsoft.com/office/drawing/2014/main" id="{99177D4C-A6B2-49C6-A973-EB40CE8B5E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788" y="1531938"/>
            <a:ext cx="4433887" cy="387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Slide Number Placeholder 5">
            <a:extLst>
              <a:ext uri="{FF2B5EF4-FFF2-40B4-BE49-F238E27FC236}">
                <a16:creationId xmlns:a16="http://schemas.microsoft.com/office/drawing/2014/main" id="{DFF6BFF8-6008-46B3-8996-8E7BD6BE1E2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7F847F6E-BE14-48AC-8CAB-21E89BC9048E}" type="slidenum">
              <a:rPr lang="en-US" altLang="en-US" sz="1400" smtClean="0">
                <a:latin typeface="Times New Roman" panose="02020603050405020304" pitchFamily="18" charset="0"/>
              </a:rPr>
              <a:pPr>
                <a:spcBef>
                  <a:spcPct val="0"/>
                </a:spcBef>
                <a:buClrTx/>
                <a:buSzTx/>
                <a:buFontTx/>
                <a:buNone/>
              </a:pPr>
              <a:t>28</a:t>
            </a:fld>
            <a:endParaRPr lang="en-US" altLang="en-US" sz="1400">
              <a:latin typeface="Times New Roman" panose="02020603050405020304" pitchFamily="18" charset="0"/>
            </a:endParaRPr>
          </a:p>
        </p:txBody>
      </p:sp>
      <p:sp>
        <p:nvSpPr>
          <p:cNvPr id="242691" name="Rectangle 2">
            <a:extLst>
              <a:ext uri="{FF2B5EF4-FFF2-40B4-BE49-F238E27FC236}">
                <a16:creationId xmlns:a16="http://schemas.microsoft.com/office/drawing/2014/main" id="{0ED6E558-4262-4F79-B915-B5BFA59FF4BC}"/>
              </a:ext>
            </a:extLst>
          </p:cNvPr>
          <p:cNvSpPr>
            <a:spLocks noGrp="1" noChangeArrowheads="1"/>
          </p:cNvSpPr>
          <p:nvPr>
            <p:ph type="title"/>
          </p:nvPr>
        </p:nvSpPr>
        <p:spPr/>
        <p:txBody>
          <a:bodyPr/>
          <a:lstStyle/>
          <a:p>
            <a:r>
              <a:rPr lang="en-US" altLang="en-US"/>
              <a:t>Các giao thức MAC “luân phiên”</a:t>
            </a:r>
          </a:p>
        </p:txBody>
      </p:sp>
      <p:sp>
        <p:nvSpPr>
          <p:cNvPr id="242692" name="Rectangle 3">
            <a:extLst>
              <a:ext uri="{FF2B5EF4-FFF2-40B4-BE49-F238E27FC236}">
                <a16:creationId xmlns:a16="http://schemas.microsoft.com/office/drawing/2014/main" id="{BDE23661-F27E-43A8-909D-DAFDC80A13F8}"/>
              </a:ext>
            </a:extLst>
          </p:cNvPr>
          <p:cNvSpPr>
            <a:spLocks noGrp="1" noChangeArrowheads="1"/>
          </p:cNvSpPr>
          <p:nvPr>
            <p:ph type="body" idx="1"/>
          </p:nvPr>
        </p:nvSpPr>
        <p:spPr>
          <a:xfrm>
            <a:off x="0" y="1600200"/>
            <a:ext cx="9144000" cy="4648200"/>
          </a:xfrm>
        </p:spPr>
        <p:txBody>
          <a:bodyPr/>
          <a:lstStyle/>
          <a:p>
            <a:pPr>
              <a:buFont typeface="ZapfDingbats" pitchFamily="82" charset="2"/>
              <a:buNone/>
            </a:pPr>
            <a:r>
              <a:rPr lang="en-US" altLang="en-US" sz="2400">
                <a:solidFill>
                  <a:schemeClr val="accent2"/>
                </a:solidFill>
              </a:rPr>
              <a:t>Các giao thức MAC phân chia kênh truyền:</a:t>
            </a:r>
            <a:endParaRPr lang="en-US" altLang="en-US"/>
          </a:p>
          <a:p>
            <a:pPr lvl="1"/>
            <a:r>
              <a:rPr lang="en-US" altLang="en-US"/>
              <a:t>chia sẻ kênh truyền hiệu quả và công bằng khi tải cao</a:t>
            </a:r>
          </a:p>
          <a:p>
            <a:pPr lvl="1"/>
            <a:r>
              <a:rPr lang="en-US" altLang="en-US"/>
              <a:t>không hiệu quả khi tải thấp: bị trễ khi truy cập kênh truyền, chỉ có 1/N dải thông được cấp nếu chỉ có một nút hoạt động! </a:t>
            </a:r>
          </a:p>
          <a:p>
            <a:pPr>
              <a:buFont typeface="ZapfDingbats" pitchFamily="82" charset="2"/>
              <a:buNone/>
            </a:pPr>
            <a:r>
              <a:rPr lang="en-US" altLang="en-US" sz="2400">
                <a:solidFill>
                  <a:schemeClr val="accent2"/>
                </a:solidFill>
              </a:rPr>
              <a:t>Các giao thức MAC truy cập ngẫu nhiên</a:t>
            </a:r>
            <a:endParaRPr lang="en-US" altLang="en-US"/>
          </a:p>
          <a:p>
            <a:pPr lvl="1"/>
            <a:r>
              <a:rPr lang="en-US" altLang="en-US"/>
              <a:t>hiệu quả khi tải thấp: một nút có thể tận dụng toàn bộ kênh truyền</a:t>
            </a:r>
          </a:p>
          <a:p>
            <a:pPr lvl="1"/>
            <a:r>
              <a:rPr lang="en-US" altLang="en-US"/>
              <a:t>tải cao: gánh nặng do xung đột</a:t>
            </a:r>
          </a:p>
          <a:p>
            <a:pPr>
              <a:buFont typeface="ZapfDingbats" pitchFamily="82" charset="2"/>
              <a:buNone/>
            </a:pPr>
            <a:r>
              <a:rPr lang="en-US" altLang="en-US" sz="2400">
                <a:solidFill>
                  <a:schemeClr val="accent2"/>
                </a:solidFill>
              </a:rPr>
              <a:t>Các giao thức “luân phiên”</a:t>
            </a:r>
            <a:endParaRPr lang="en-US" altLang="en-US"/>
          </a:p>
          <a:p>
            <a:pPr lvl="1"/>
            <a:r>
              <a:rPr lang="en-US" altLang="en-US"/>
              <a:t>tìm kiếm cơ chế tốt nhất từ hai loại giao thức trên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Slide Number Placeholder 5">
            <a:extLst>
              <a:ext uri="{FF2B5EF4-FFF2-40B4-BE49-F238E27FC236}">
                <a16:creationId xmlns:a16="http://schemas.microsoft.com/office/drawing/2014/main" id="{B96E3775-3A40-4EDC-A404-912BE68E2BF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50FB7E92-C867-4D2B-A73C-D132A1AA49C1}" type="slidenum">
              <a:rPr lang="en-US" altLang="en-US" sz="1400" smtClean="0">
                <a:latin typeface="Times New Roman" panose="02020603050405020304" pitchFamily="18" charset="0"/>
              </a:rPr>
              <a:pPr>
                <a:spcBef>
                  <a:spcPct val="0"/>
                </a:spcBef>
                <a:buClrTx/>
                <a:buSzTx/>
                <a:buFontTx/>
                <a:buNone/>
              </a:pPr>
              <a:t>29</a:t>
            </a:fld>
            <a:endParaRPr lang="en-US" altLang="en-US" sz="1400">
              <a:latin typeface="Times New Roman" panose="02020603050405020304" pitchFamily="18" charset="0"/>
            </a:endParaRPr>
          </a:p>
        </p:txBody>
      </p:sp>
      <p:sp>
        <p:nvSpPr>
          <p:cNvPr id="244739" name="Rectangle 2">
            <a:extLst>
              <a:ext uri="{FF2B5EF4-FFF2-40B4-BE49-F238E27FC236}">
                <a16:creationId xmlns:a16="http://schemas.microsoft.com/office/drawing/2014/main" id="{7426D5AB-FB67-4867-A487-90D6D3ABAF0B}"/>
              </a:ext>
            </a:extLst>
          </p:cNvPr>
          <p:cNvSpPr>
            <a:spLocks noGrp="1" noChangeArrowheads="1"/>
          </p:cNvSpPr>
          <p:nvPr>
            <p:ph type="title"/>
          </p:nvPr>
        </p:nvSpPr>
        <p:spPr>
          <a:xfrm>
            <a:off x="0" y="19050"/>
            <a:ext cx="9144000" cy="1143000"/>
          </a:xfrm>
        </p:spPr>
        <p:txBody>
          <a:bodyPr/>
          <a:lstStyle/>
          <a:p>
            <a:r>
              <a:rPr lang="en-US" altLang="en-US" sz="3600"/>
              <a:t>Các giao thức MAC “luân phiên” </a:t>
            </a:r>
            <a:r>
              <a:rPr lang="en-US" altLang="en-US" sz="2800"/>
              <a:t>(tiếp theo)</a:t>
            </a:r>
          </a:p>
        </p:txBody>
      </p:sp>
      <p:sp>
        <p:nvSpPr>
          <p:cNvPr id="244740" name="Rectangle 3">
            <a:extLst>
              <a:ext uri="{FF2B5EF4-FFF2-40B4-BE49-F238E27FC236}">
                <a16:creationId xmlns:a16="http://schemas.microsoft.com/office/drawing/2014/main" id="{ACF472D1-FED9-4B82-9895-3B4D01D1695D}"/>
              </a:ext>
            </a:extLst>
          </p:cNvPr>
          <p:cNvSpPr>
            <a:spLocks noGrp="1" noChangeArrowheads="1"/>
          </p:cNvSpPr>
          <p:nvPr>
            <p:ph type="body" idx="1"/>
          </p:nvPr>
        </p:nvSpPr>
        <p:spPr>
          <a:xfrm>
            <a:off x="0" y="1485900"/>
            <a:ext cx="4151313" cy="4648200"/>
          </a:xfrm>
        </p:spPr>
        <p:txBody>
          <a:bodyPr/>
          <a:lstStyle/>
          <a:p>
            <a:pPr>
              <a:buFont typeface="ZapfDingbats" pitchFamily="82" charset="2"/>
              <a:buNone/>
            </a:pPr>
            <a:r>
              <a:rPr lang="en-US" altLang="en-US" sz="2400">
                <a:solidFill>
                  <a:srgbClr val="FF0000"/>
                </a:solidFill>
              </a:rPr>
              <a:t>Kiểm soát vòng:</a:t>
            </a:r>
            <a:r>
              <a:rPr lang="en-US" altLang="en-US" sz="2400" b="1"/>
              <a:t> </a:t>
            </a:r>
            <a:endParaRPr lang="en-US" altLang="en-US" sz="2400"/>
          </a:p>
          <a:p>
            <a:r>
              <a:rPr lang="en-US" altLang="en-US" sz="2400"/>
              <a:t>nút chủ “mời” nút tớ truyền dữ liệu theo lượt</a:t>
            </a:r>
          </a:p>
          <a:p>
            <a:r>
              <a:rPr lang="en-US" altLang="en-US" sz="2400"/>
              <a:t>các vấn đề cần quan tâm:</a:t>
            </a:r>
          </a:p>
          <a:p>
            <a:pPr lvl="1"/>
            <a:r>
              <a:rPr lang="en-US" altLang="en-US" sz="2000"/>
              <a:t>gánh nặng kiểm soát vòng</a:t>
            </a:r>
          </a:p>
          <a:p>
            <a:pPr lvl="1"/>
            <a:r>
              <a:rPr lang="en-US" altLang="en-US" sz="2000"/>
              <a:t>độ trễ chờ đợi đến lượt</a:t>
            </a:r>
          </a:p>
          <a:p>
            <a:pPr lvl="1"/>
            <a:r>
              <a:rPr lang="en-US" altLang="en-US" sz="2000"/>
              <a:t>sự hư hỏng của nút chủ sẽ làm gãy vòng</a:t>
            </a:r>
            <a:endParaRPr lang="en-US" altLang="en-US"/>
          </a:p>
        </p:txBody>
      </p:sp>
      <p:sp>
        <p:nvSpPr>
          <p:cNvPr id="244741" name="Rectangle 4">
            <a:extLst>
              <a:ext uri="{FF2B5EF4-FFF2-40B4-BE49-F238E27FC236}">
                <a16:creationId xmlns:a16="http://schemas.microsoft.com/office/drawing/2014/main" id="{3E88414F-3913-4C5F-AC7F-3828E8D7C054}"/>
              </a:ext>
            </a:extLst>
          </p:cNvPr>
          <p:cNvSpPr>
            <a:spLocks noChangeArrowheads="1"/>
          </p:cNvSpPr>
          <p:nvPr/>
        </p:nvSpPr>
        <p:spPr bwMode="auto">
          <a:xfrm>
            <a:off x="4200525" y="1376363"/>
            <a:ext cx="4611688"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Font typeface="ZapfDingbats" pitchFamily="82" charset="2"/>
              <a:buNone/>
            </a:pPr>
            <a:r>
              <a:rPr lang="en-US" altLang="en-US" sz="2400">
                <a:solidFill>
                  <a:srgbClr val="FF0000"/>
                </a:solidFill>
              </a:rPr>
              <a:t>Chuyển thẻ bài:</a:t>
            </a:r>
            <a:endParaRPr lang="en-US" altLang="en-US" b="1"/>
          </a:p>
          <a:p>
            <a:pPr>
              <a:buFont typeface="ZapfDingbats" pitchFamily="82" charset="2"/>
              <a:buChar char="r"/>
            </a:pPr>
            <a:r>
              <a:rPr lang="en-US" altLang="en-US" sz="2400"/>
              <a:t>thẻ bài điều khiển được chuyển tuần tự từ nút này sang nút khác.</a:t>
            </a:r>
          </a:p>
          <a:p>
            <a:pPr>
              <a:buFont typeface="ZapfDingbats" pitchFamily="82" charset="2"/>
              <a:buChar char="r"/>
            </a:pPr>
            <a:r>
              <a:rPr lang="en-US" altLang="en-US" sz="2400"/>
              <a:t>trạm nào có thẻ bài sẽ được quyền truyền thông điệp</a:t>
            </a:r>
          </a:p>
          <a:p>
            <a:pPr>
              <a:buFont typeface="ZapfDingbats" pitchFamily="82" charset="2"/>
              <a:buChar char="r"/>
            </a:pPr>
            <a:r>
              <a:rPr lang="en-US" altLang="en-US" sz="2400"/>
              <a:t>các vấn đề cần quan tâm:</a:t>
            </a:r>
          </a:p>
          <a:p>
            <a:pPr lvl="1"/>
            <a:r>
              <a:rPr lang="en-US" altLang="en-US" sz="2000"/>
              <a:t>gánh nặng quản lý thẻ bài</a:t>
            </a:r>
          </a:p>
          <a:p>
            <a:pPr lvl="1"/>
            <a:r>
              <a:rPr lang="en-US" altLang="en-US" sz="2000"/>
              <a:t>độ trễ chờ đợi thẻ bài</a:t>
            </a:r>
          </a:p>
          <a:p>
            <a:pPr lvl="1"/>
            <a:r>
              <a:rPr lang="en-US" altLang="en-US" sz="2000"/>
              <a:t>thẻ bài bị mất sẽ làm gãy quá trình truyền</a:t>
            </a:r>
          </a:p>
          <a:p>
            <a:pPr>
              <a:buFont typeface="ZapfDingbats" pitchFamily="82" charset="2"/>
              <a:buNone/>
            </a:pPr>
            <a:r>
              <a:rPr lang="en-US" altLang="en-US"/>
              <a:t> </a:t>
            </a:r>
          </a:p>
        </p:txBody>
      </p:sp>
      <p:pic>
        <p:nvPicPr>
          <p:cNvPr id="244742" name="Picture 5" descr="IMG00078">
            <a:extLst>
              <a:ext uri="{FF2B5EF4-FFF2-40B4-BE49-F238E27FC236}">
                <a16:creationId xmlns:a16="http://schemas.microsoft.com/office/drawing/2014/main" id="{61F7A442-7A97-48BC-A0AF-2E02FA35A1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8288" y="5002213"/>
            <a:ext cx="2808287" cy="172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Slide Number Placeholder 5">
            <a:extLst>
              <a:ext uri="{FF2B5EF4-FFF2-40B4-BE49-F238E27FC236}">
                <a16:creationId xmlns:a16="http://schemas.microsoft.com/office/drawing/2014/main" id="{D2329922-5362-40D2-992A-57B35393C6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12991366-5694-4F11-BDC1-18DBF0658C14}" type="slidenum">
              <a:rPr lang="en-US" altLang="en-US" sz="1400" smtClean="0">
                <a:latin typeface="Times New Roman" panose="02020603050405020304" pitchFamily="18" charset="0"/>
              </a:rPr>
              <a:pPr>
                <a:spcBef>
                  <a:spcPct val="0"/>
                </a:spcBef>
                <a:buClrTx/>
                <a:buSzTx/>
                <a:buFontTx/>
                <a:buNone/>
              </a:pPr>
              <a:t>30</a:t>
            </a:fld>
            <a:endParaRPr lang="en-US" altLang="en-US" sz="1400">
              <a:latin typeface="Times New Roman" panose="02020603050405020304" pitchFamily="18" charset="0"/>
            </a:endParaRPr>
          </a:p>
        </p:txBody>
      </p:sp>
      <p:sp>
        <p:nvSpPr>
          <p:cNvPr id="246787" name="Rectangle 2">
            <a:extLst>
              <a:ext uri="{FF2B5EF4-FFF2-40B4-BE49-F238E27FC236}">
                <a16:creationId xmlns:a16="http://schemas.microsoft.com/office/drawing/2014/main" id="{A6BD9AA9-F13D-41A2-B25F-08FD936CEE9B}"/>
              </a:ext>
            </a:extLst>
          </p:cNvPr>
          <p:cNvSpPr>
            <a:spLocks noGrp="1" noChangeArrowheads="1"/>
          </p:cNvSpPr>
          <p:nvPr>
            <p:ph type="title"/>
          </p:nvPr>
        </p:nvSpPr>
        <p:spPr>
          <a:xfrm>
            <a:off x="34925" y="228600"/>
            <a:ext cx="8305800" cy="1143000"/>
          </a:xfrm>
        </p:spPr>
        <p:txBody>
          <a:bodyPr/>
          <a:lstStyle/>
          <a:p>
            <a:pPr algn="ctr"/>
            <a:r>
              <a:rPr lang="en-US" altLang="en-US" sz="3600"/>
              <a:t> Tóm tắt về các giao thức điều khiển truy cập phương tiện truyền chia sẻ</a:t>
            </a:r>
          </a:p>
        </p:txBody>
      </p:sp>
      <p:sp>
        <p:nvSpPr>
          <p:cNvPr id="246788" name="Rectangle 3">
            <a:extLst>
              <a:ext uri="{FF2B5EF4-FFF2-40B4-BE49-F238E27FC236}">
                <a16:creationId xmlns:a16="http://schemas.microsoft.com/office/drawing/2014/main" id="{12CB4A53-1248-47D6-918A-7D8EEBDE58AA}"/>
              </a:ext>
            </a:extLst>
          </p:cNvPr>
          <p:cNvSpPr>
            <a:spLocks noGrp="1" noChangeArrowheads="1"/>
          </p:cNvSpPr>
          <p:nvPr>
            <p:ph type="body" idx="1"/>
          </p:nvPr>
        </p:nvSpPr>
        <p:spPr>
          <a:xfrm>
            <a:off x="0" y="1600200"/>
            <a:ext cx="9144000" cy="4648200"/>
          </a:xfrm>
        </p:spPr>
        <p:txBody>
          <a:bodyPr/>
          <a:lstStyle/>
          <a:p>
            <a:r>
              <a:rPr lang="en-US" altLang="en-US"/>
              <a:t>Các phương pháp chính để điều khiển việc truy cập phương tiện truyền chia sẻ</a:t>
            </a:r>
          </a:p>
          <a:p>
            <a:pPr lvl="1"/>
            <a:r>
              <a:rPr lang="en-US" altLang="en-US"/>
              <a:t>Phân chia kênh theo thời gian, tần số, mã</a:t>
            </a:r>
          </a:p>
          <a:p>
            <a:pPr lvl="2"/>
            <a:r>
              <a:rPr lang="en-US" altLang="en-US"/>
              <a:t>Time Division, Frequency Division, Code Division</a:t>
            </a:r>
          </a:p>
          <a:p>
            <a:pPr lvl="1"/>
            <a:r>
              <a:rPr lang="en-US" altLang="en-US"/>
              <a:t>Truy cập ngẫu nhiên, </a:t>
            </a:r>
          </a:p>
          <a:p>
            <a:pPr lvl="2"/>
            <a:r>
              <a:rPr lang="en-US" altLang="en-US"/>
              <a:t>ALOHA, S-ALOHA, CSMA, CSMA/CD</a:t>
            </a:r>
          </a:p>
          <a:p>
            <a:pPr lvl="2"/>
            <a:r>
              <a:rPr lang="en-US" altLang="en-US"/>
              <a:t>Cảm nhận sóng mang: dễ thực hiện trong một số công nghệ (wire) nhưng khó ở các công nghệ khác (wireless)</a:t>
            </a:r>
          </a:p>
          <a:p>
            <a:pPr lvl="2"/>
            <a:r>
              <a:rPr lang="en-US" altLang="en-US"/>
              <a:t>CSMA/CD được sử dụng trong Ethernet</a:t>
            </a:r>
          </a:p>
          <a:p>
            <a:pPr lvl="1"/>
            <a:r>
              <a:rPr lang="en-US" altLang="en-US"/>
              <a:t>Luân phiên</a:t>
            </a:r>
          </a:p>
          <a:p>
            <a:pPr lvl="2"/>
            <a:r>
              <a:rPr lang="en-US" altLang="en-US"/>
              <a:t>Kiểm soát vòng bằng một trạm trung tâm, chuyển thẻ bài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Slide Number Placeholder 5">
            <a:extLst>
              <a:ext uri="{FF2B5EF4-FFF2-40B4-BE49-F238E27FC236}">
                <a16:creationId xmlns:a16="http://schemas.microsoft.com/office/drawing/2014/main" id="{F51CACE0-FEDF-4F14-8C81-0107CD329B3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E05CCC0F-91D6-41BC-A1D8-25A15247AF70}" type="slidenum">
              <a:rPr lang="en-US" altLang="en-US" sz="1400" smtClean="0">
                <a:latin typeface="Times New Roman" panose="02020603050405020304" pitchFamily="18" charset="0"/>
              </a:rPr>
              <a:pPr>
                <a:spcBef>
                  <a:spcPct val="0"/>
                </a:spcBef>
                <a:buClrTx/>
                <a:buSzTx/>
                <a:buFontTx/>
                <a:buNone/>
              </a:pPr>
              <a:t>31</a:t>
            </a:fld>
            <a:endParaRPr lang="en-US" altLang="en-US" sz="1400">
              <a:latin typeface="Times New Roman" panose="02020603050405020304" pitchFamily="18" charset="0"/>
            </a:endParaRPr>
          </a:p>
        </p:txBody>
      </p:sp>
      <p:sp>
        <p:nvSpPr>
          <p:cNvPr id="248835" name="Rectangle 2">
            <a:extLst>
              <a:ext uri="{FF2B5EF4-FFF2-40B4-BE49-F238E27FC236}">
                <a16:creationId xmlns:a16="http://schemas.microsoft.com/office/drawing/2014/main" id="{D3851592-F59C-4DE8-A7D0-17FFC2056937}"/>
              </a:ext>
            </a:extLst>
          </p:cNvPr>
          <p:cNvSpPr>
            <a:spLocks noGrp="1" noChangeArrowheads="1"/>
          </p:cNvSpPr>
          <p:nvPr>
            <p:ph type="title"/>
          </p:nvPr>
        </p:nvSpPr>
        <p:spPr>
          <a:xfrm>
            <a:off x="533400" y="141288"/>
            <a:ext cx="8610600" cy="1143000"/>
          </a:xfrm>
        </p:spPr>
        <p:txBody>
          <a:bodyPr/>
          <a:lstStyle/>
          <a:p>
            <a:r>
              <a:rPr lang="en-US" altLang="en-US" sz="3600"/>
              <a:t>Điều khiển liên kết dữ liệu điểm – điểm</a:t>
            </a:r>
          </a:p>
        </p:txBody>
      </p:sp>
      <p:sp>
        <p:nvSpPr>
          <p:cNvPr id="248836" name="Rectangle 3">
            <a:extLst>
              <a:ext uri="{FF2B5EF4-FFF2-40B4-BE49-F238E27FC236}">
                <a16:creationId xmlns:a16="http://schemas.microsoft.com/office/drawing/2014/main" id="{CB6DF3A9-550A-41F4-A660-C800B7A6C5A7}"/>
              </a:ext>
            </a:extLst>
          </p:cNvPr>
          <p:cNvSpPr>
            <a:spLocks noGrp="1" noChangeArrowheads="1"/>
          </p:cNvSpPr>
          <p:nvPr>
            <p:ph type="body" idx="1"/>
          </p:nvPr>
        </p:nvSpPr>
        <p:spPr>
          <a:xfrm>
            <a:off x="627063" y="1446213"/>
            <a:ext cx="7772400" cy="4953000"/>
          </a:xfrm>
        </p:spPr>
        <p:txBody>
          <a:bodyPr/>
          <a:lstStyle/>
          <a:p>
            <a:r>
              <a:rPr lang="en-US" altLang="en-US" sz="2400"/>
              <a:t>Một người gửi, một người nhận, một kết nối -&gt; dễ điều khiển truy cập hơn các liên kết quảng bá:</a:t>
            </a:r>
          </a:p>
          <a:p>
            <a:pPr lvl="1"/>
            <a:r>
              <a:rPr lang="en-US" altLang="en-US"/>
              <a:t>không kiểm soát truy cập phương tiện truyền</a:t>
            </a:r>
          </a:p>
          <a:p>
            <a:pPr lvl="1"/>
            <a:r>
              <a:rPr lang="en-US" altLang="en-US"/>
              <a:t>không cần sự hiện diện của địa chỉ MAC</a:t>
            </a:r>
          </a:p>
          <a:p>
            <a:pPr lvl="1"/>
            <a:r>
              <a:rPr lang="en-US" altLang="en-US"/>
              <a:t>vd: kết nối quay số, đường truyền ISDN</a:t>
            </a:r>
          </a:p>
          <a:p>
            <a:r>
              <a:rPr lang="en-US" altLang="en-US" sz="2400"/>
              <a:t>Các giao thức kiểm soát LKDL điểm-điểm phổ biến:</a:t>
            </a:r>
          </a:p>
          <a:p>
            <a:pPr lvl="1"/>
            <a:r>
              <a:rPr lang="en-US" altLang="en-US"/>
              <a:t>Giao thức </a:t>
            </a:r>
            <a:r>
              <a:rPr lang="en-US" altLang="en-US">
                <a:solidFill>
                  <a:srgbClr val="FF0000"/>
                </a:solidFill>
              </a:rPr>
              <a:t>PPP</a:t>
            </a:r>
            <a:r>
              <a:rPr lang="en-US" altLang="en-US"/>
              <a:t> (point-to-point protocol)</a:t>
            </a:r>
          </a:p>
          <a:p>
            <a:pPr lvl="1"/>
            <a:r>
              <a:rPr lang="en-US" altLang="en-US">
                <a:solidFill>
                  <a:srgbClr val="FF0000"/>
                </a:solidFill>
              </a:rPr>
              <a:t>HDLC</a:t>
            </a:r>
            <a:r>
              <a:rPr lang="en-US" altLang="en-US"/>
              <a:t> </a:t>
            </a:r>
            <a:r>
              <a:rPr lang="vi-VN" altLang="en-US"/>
              <a:t>(High-level Data Link Control)</a:t>
            </a:r>
            <a:r>
              <a:rPr lang="en-US" altLang="en-US"/>
              <a:t>: Điều khiển LKDL tầng cao (LKDL từng được xem là “tầng cao” trong chồng giao thức!</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Slide Number Placeholder 5">
            <a:extLst>
              <a:ext uri="{FF2B5EF4-FFF2-40B4-BE49-F238E27FC236}">
                <a16:creationId xmlns:a16="http://schemas.microsoft.com/office/drawing/2014/main" id="{066015C6-2719-4707-9C3C-B8106B550D0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2C876CDD-9746-4D52-8C99-D5CE6A4753C6}" type="slidenum">
              <a:rPr lang="en-US" altLang="en-US" sz="1400" smtClean="0">
                <a:latin typeface="Times New Roman" panose="02020603050405020304" pitchFamily="18" charset="0"/>
              </a:rPr>
              <a:pPr>
                <a:spcBef>
                  <a:spcPct val="0"/>
                </a:spcBef>
                <a:buClrTx/>
                <a:buSzTx/>
                <a:buFontTx/>
                <a:buNone/>
              </a:pPr>
              <a:t>32</a:t>
            </a:fld>
            <a:endParaRPr lang="en-US" altLang="en-US" sz="1400">
              <a:latin typeface="Times New Roman" panose="02020603050405020304" pitchFamily="18" charset="0"/>
            </a:endParaRPr>
          </a:p>
        </p:txBody>
      </p:sp>
      <p:sp>
        <p:nvSpPr>
          <p:cNvPr id="250883" name="Rectangle 2">
            <a:extLst>
              <a:ext uri="{FF2B5EF4-FFF2-40B4-BE49-F238E27FC236}">
                <a16:creationId xmlns:a16="http://schemas.microsoft.com/office/drawing/2014/main" id="{F2CCFADC-2D2B-4353-AC0A-BCCC14D058A3}"/>
              </a:ext>
            </a:extLst>
          </p:cNvPr>
          <p:cNvSpPr>
            <a:spLocks noGrp="1" noChangeArrowheads="1"/>
          </p:cNvSpPr>
          <p:nvPr>
            <p:ph type="title"/>
          </p:nvPr>
        </p:nvSpPr>
        <p:spPr>
          <a:xfrm>
            <a:off x="533400" y="0"/>
            <a:ext cx="7772400" cy="1143000"/>
          </a:xfrm>
        </p:spPr>
        <p:txBody>
          <a:bodyPr/>
          <a:lstStyle/>
          <a:p>
            <a:r>
              <a:rPr lang="en-US" altLang="en-US" sz="3200"/>
              <a:t>Các yêu cầu thiết kế của PPP [RFC 1557]</a:t>
            </a:r>
          </a:p>
        </p:txBody>
      </p:sp>
      <p:sp>
        <p:nvSpPr>
          <p:cNvPr id="250884" name="Rectangle 3">
            <a:extLst>
              <a:ext uri="{FF2B5EF4-FFF2-40B4-BE49-F238E27FC236}">
                <a16:creationId xmlns:a16="http://schemas.microsoft.com/office/drawing/2014/main" id="{27C8FDC2-A919-4995-B741-079DAA05F52F}"/>
              </a:ext>
            </a:extLst>
          </p:cNvPr>
          <p:cNvSpPr>
            <a:spLocks noGrp="1" noChangeArrowheads="1"/>
          </p:cNvSpPr>
          <p:nvPr>
            <p:ph type="body" idx="1"/>
          </p:nvPr>
        </p:nvSpPr>
        <p:spPr>
          <a:xfrm>
            <a:off x="393700" y="1368425"/>
            <a:ext cx="8610600" cy="5095875"/>
          </a:xfrm>
        </p:spPr>
        <p:txBody>
          <a:bodyPr/>
          <a:lstStyle/>
          <a:p>
            <a:r>
              <a:rPr lang="en-US" altLang="en-US" sz="2400">
                <a:solidFill>
                  <a:srgbClr val="FF0000"/>
                </a:solidFill>
              </a:rPr>
              <a:t>định khung gói tin:</a:t>
            </a:r>
            <a:r>
              <a:rPr lang="en-US" altLang="en-US" sz="2400"/>
              <a:t> đóng gói gam dữ liệu của tầng mạng trong khung của tầng LKDL</a:t>
            </a:r>
          </a:p>
          <a:p>
            <a:pPr lvl="1"/>
            <a:r>
              <a:rPr lang="en-US" altLang="en-US"/>
              <a:t>có thể mang </a:t>
            </a:r>
            <a:r>
              <a:rPr lang="en-US" altLang="en-US" i="1"/>
              <a:t>đồng thời</a:t>
            </a:r>
            <a:r>
              <a:rPr lang="en-US" altLang="en-US"/>
              <a:t> dữ liệu từ tầng mạng của bất kỳ giao thức tầng mạng nào (không chỉ IP)</a:t>
            </a:r>
            <a:endParaRPr lang="en-US" altLang="en-US" i="1"/>
          </a:p>
          <a:p>
            <a:pPr lvl="1"/>
            <a:r>
              <a:rPr lang="en-US" altLang="en-US"/>
              <a:t>có khả năng tách ngược trở lại ở phía bên nhận</a:t>
            </a:r>
          </a:p>
          <a:p>
            <a:r>
              <a:rPr lang="en-US" altLang="en-US" sz="2400">
                <a:solidFill>
                  <a:srgbClr val="FF0000"/>
                </a:solidFill>
              </a:rPr>
              <a:t>tính trong suốt của bit:</a:t>
            </a:r>
            <a:r>
              <a:rPr lang="en-US" altLang="en-US" sz="2400"/>
              <a:t> có thể mang bất cứ mẫu bit nào trong trường dữ liệu</a:t>
            </a:r>
          </a:p>
          <a:p>
            <a:r>
              <a:rPr lang="en-US" altLang="en-US" sz="2400">
                <a:solidFill>
                  <a:srgbClr val="FF0000"/>
                </a:solidFill>
              </a:rPr>
              <a:t>phát hiện lỗi</a:t>
            </a:r>
            <a:r>
              <a:rPr lang="en-US" altLang="en-US" sz="2400"/>
              <a:t> (không sửa lỗi)</a:t>
            </a:r>
          </a:p>
          <a:p>
            <a:r>
              <a:rPr lang="en-US" altLang="en-US" sz="2400">
                <a:solidFill>
                  <a:srgbClr val="FF0000"/>
                </a:solidFill>
              </a:rPr>
              <a:t>sự “sống” của kết nối:</a:t>
            </a:r>
            <a:r>
              <a:rPr lang="en-US" altLang="en-US" sz="2400"/>
              <a:t> phát hiện, báo hiệu về kết nối hỏng cho tầng mạng</a:t>
            </a:r>
          </a:p>
          <a:p>
            <a:r>
              <a:rPr lang="en-US" altLang="en-US" sz="2400">
                <a:solidFill>
                  <a:srgbClr val="FF0000"/>
                </a:solidFill>
              </a:rPr>
              <a:t>đàm phán về địa chỉ tầng mạng:</a:t>
            </a:r>
            <a:r>
              <a:rPr lang="en-US" altLang="en-US" sz="2400"/>
              <a:t> các điểm cuối có thể học/cấu hình địa chỉ mạng của nhau</a:t>
            </a:r>
            <a:endParaRPr lang="en-US" altLang="en-US" sz="2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Slide Number Placeholder 5">
            <a:extLst>
              <a:ext uri="{FF2B5EF4-FFF2-40B4-BE49-F238E27FC236}">
                <a16:creationId xmlns:a16="http://schemas.microsoft.com/office/drawing/2014/main" id="{4267C5E4-0DBF-445D-A3C6-2BC88069D57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E6311CA8-5CBC-4727-BA94-52DB6319F015}" type="slidenum">
              <a:rPr lang="en-US" altLang="en-US" sz="1400" smtClean="0">
                <a:latin typeface="Times New Roman" panose="02020603050405020304" pitchFamily="18" charset="0"/>
              </a:rPr>
              <a:pPr>
                <a:spcBef>
                  <a:spcPct val="0"/>
                </a:spcBef>
                <a:buClrTx/>
                <a:buSzTx/>
                <a:buFontTx/>
                <a:buNone/>
              </a:pPr>
              <a:t>33</a:t>
            </a:fld>
            <a:endParaRPr lang="en-US" altLang="en-US" sz="1400">
              <a:latin typeface="Times New Roman" panose="02020603050405020304" pitchFamily="18" charset="0"/>
            </a:endParaRPr>
          </a:p>
        </p:txBody>
      </p:sp>
      <p:sp>
        <p:nvSpPr>
          <p:cNvPr id="251907" name="Rectangle 2">
            <a:extLst>
              <a:ext uri="{FF2B5EF4-FFF2-40B4-BE49-F238E27FC236}">
                <a16:creationId xmlns:a16="http://schemas.microsoft.com/office/drawing/2014/main" id="{E1539C4F-9618-4FAA-917C-47A2341E37A6}"/>
              </a:ext>
            </a:extLst>
          </p:cNvPr>
          <p:cNvSpPr>
            <a:spLocks noGrp="1" noChangeArrowheads="1"/>
          </p:cNvSpPr>
          <p:nvPr>
            <p:ph type="title"/>
          </p:nvPr>
        </p:nvSpPr>
        <p:spPr>
          <a:xfrm>
            <a:off x="533400" y="193675"/>
            <a:ext cx="8610600" cy="1143000"/>
          </a:xfrm>
        </p:spPr>
        <p:txBody>
          <a:bodyPr/>
          <a:lstStyle/>
          <a:p>
            <a:r>
              <a:rPr lang="en-US" altLang="en-US" sz="3600"/>
              <a:t>Những điều không yêu cầu đối với PPP</a:t>
            </a:r>
            <a:endParaRPr lang="en-US" altLang="en-US"/>
          </a:p>
        </p:txBody>
      </p:sp>
      <p:sp>
        <p:nvSpPr>
          <p:cNvPr id="251908" name="Rectangle 3">
            <a:extLst>
              <a:ext uri="{FF2B5EF4-FFF2-40B4-BE49-F238E27FC236}">
                <a16:creationId xmlns:a16="http://schemas.microsoft.com/office/drawing/2014/main" id="{047952B1-9722-441A-A8F3-4DAF81B27755}"/>
              </a:ext>
            </a:extLst>
          </p:cNvPr>
          <p:cNvSpPr>
            <a:spLocks noGrp="1" noChangeArrowheads="1"/>
          </p:cNvSpPr>
          <p:nvPr>
            <p:ph type="body" idx="1"/>
          </p:nvPr>
        </p:nvSpPr>
        <p:spPr>
          <a:xfrm>
            <a:off x="568325" y="1585913"/>
            <a:ext cx="7772400" cy="4908550"/>
          </a:xfrm>
        </p:spPr>
        <p:txBody>
          <a:bodyPr/>
          <a:lstStyle/>
          <a:p>
            <a:r>
              <a:rPr lang="en-US" altLang="en-US" sz="2400"/>
              <a:t>Không phục hồi/sửa lỗi</a:t>
            </a:r>
          </a:p>
          <a:p>
            <a:r>
              <a:rPr lang="en-US" altLang="en-US" sz="2400"/>
              <a:t>Không kiểm soát luồng dữ liệu</a:t>
            </a:r>
          </a:p>
          <a:p>
            <a:r>
              <a:rPr lang="en-US" altLang="en-US" sz="2400"/>
              <a:t>Phân phát dữ liệu sai thứ tự vẫn okie</a:t>
            </a:r>
          </a:p>
          <a:p>
            <a:r>
              <a:rPr lang="en-US" altLang="en-US" sz="2400"/>
              <a:t>Không cần hỗ trợ các kết nối multipoint</a:t>
            </a:r>
          </a:p>
          <a:p>
            <a:endParaRPr lang="en-US" altLang="en-US"/>
          </a:p>
          <a:p>
            <a:endParaRPr lang="en-US" altLang="en-US"/>
          </a:p>
        </p:txBody>
      </p:sp>
      <p:sp>
        <p:nvSpPr>
          <p:cNvPr id="251909" name="Text Box 4">
            <a:extLst>
              <a:ext uri="{FF2B5EF4-FFF2-40B4-BE49-F238E27FC236}">
                <a16:creationId xmlns:a16="http://schemas.microsoft.com/office/drawing/2014/main" id="{7B510FF8-BF57-4432-8D79-EBFFEDE69089}"/>
              </a:ext>
            </a:extLst>
          </p:cNvPr>
          <p:cNvSpPr txBox="1">
            <a:spLocks noChangeArrowheads="1"/>
          </p:cNvSpPr>
          <p:nvPr/>
        </p:nvSpPr>
        <p:spPr bwMode="auto">
          <a:xfrm>
            <a:off x="0" y="4189413"/>
            <a:ext cx="91440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600">
                <a:solidFill>
                  <a:srgbClr val="FF0000"/>
                </a:solidFill>
              </a:rPr>
              <a:t>Phục hồi lỗi, kiểm soát luồng, tái sắp đặt dữ liệu đều được “đá” lên các tầng cao hơn!</a:t>
            </a:r>
            <a:endParaRPr lang="en-US" altLang="en-US" sz="26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Slide Number Placeholder 5">
            <a:extLst>
              <a:ext uri="{FF2B5EF4-FFF2-40B4-BE49-F238E27FC236}">
                <a16:creationId xmlns:a16="http://schemas.microsoft.com/office/drawing/2014/main" id="{50D46E74-D0F0-483A-9443-3E70AB087DC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C454F02D-940D-44C3-AF84-75C3F754AD8D}" type="slidenum">
              <a:rPr lang="en-US" altLang="en-US" sz="1400" smtClean="0">
                <a:latin typeface="Times New Roman" panose="02020603050405020304" pitchFamily="18" charset="0"/>
              </a:rPr>
              <a:pPr>
                <a:spcBef>
                  <a:spcPct val="0"/>
                </a:spcBef>
                <a:buClrTx/>
                <a:buSzTx/>
                <a:buFontTx/>
                <a:buNone/>
              </a:pPr>
              <a:t>34</a:t>
            </a:fld>
            <a:endParaRPr lang="en-US" altLang="en-US" sz="1400">
              <a:latin typeface="Times New Roman" panose="02020603050405020304" pitchFamily="18" charset="0"/>
            </a:endParaRPr>
          </a:p>
        </p:txBody>
      </p:sp>
      <p:sp>
        <p:nvSpPr>
          <p:cNvPr id="252931" name="Rectangle 2">
            <a:extLst>
              <a:ext uri="{FF2B5EF4-FFF2-40B4-BE49-F238E27FC236}">
                <a16:creationId xmlns:a16="http://schemas.microsoft.com/office/drawing/2014/main" id="{4A41951A-EC59-4DEE-B3AB-41A535D99F10}"/>
              </a:ext>
            </a:extLst>
          </p:cNvPr>
          <p:cNvSpPr>
            <a:spLocks noGrp="1" noChangeArrowheads="1"/>
          </p:cNvSpPr>
          <p:nvPr>
            <p:ph type="title"/>
          </p:nvPr>
        </p:nvSpPr>
        <p:spPr>
          <a:xfrm>
            <a:off x="533400" y="-33338"/>
            <a:ext cx="7772400" cy="1143001"/>
          </a:xfrm>
        </p:spPr>
        <p:txBody>
          <a:bodyPr/>
          <a:lstStyle/>
          <a:p>
            <a:r>
              <a:rPr lang="en-US" altLang="en-US"/>
              <a:t>Cấu trúc khung PPP</a:t>
            </a:r>
          </a:p>
        </p:txBody>
      </p:sp>
      <p:sp>
        <p:nvSpPr>
          <p:cNvPr id="252932" name="Rectangle 3">
            <a:extLst>
              <a:ext uri="{FF2B5EF4-FFF2-40B4-BE49-F238E27FC236}">
                <a16:creationId xmlns:a16="http://schemas.microsoft.com/office/drawing/2014/main" id="{5689E1CF-7A8D-4FAC-AD44-1012F9B67A2B}"/>
              </a:ext>
            </a:extLst>
          </p:cNvPr>
          <p:cNvSpPr>
            <a:spLocks noGrp="1" noChangeArrowheads="1"/>
          </p:cNvSpPr>
          <p:nvPr>
            <p:ph type="body" idx="1"/>
          </p:nvPr>
        </p:nvSpPr>
        <p:spPr>
          <a:xfrm>
            <a:off x="533400" y="1320800"/>
            <a:ext cx="7772400" cy="4648200"/>
          </a:xfrm>
        </p:spPr>
        <p:txBody>
          <a:bodyPr/>
          <a:lstStyle/>
          <a:p>
            <a:r>
              <a:rPr lang="en-US" altLang="en-US" sz="2400">
                <a:solidFill>
                  <a:srgbClr val="FF0000"/>
                </a:solidFill>
              </a:rPr>
              <a:t>Flag:</a:t>
            </a:r>
            <a:r>
              <a:rPr lang="en-US" altLang="en-US" sz="2400"/>
              <a:t> cờ để phân cách giữa các khung</a:t>
            </a:r>
          </a:p>
          <a:p>
            <a:r>
              <a:rPr lang="en-US" altLang="en-US" sz="2400">
                <a:solidFill>
                  <a:srgbClr val="FF0000"/>
                </a:solidFill>
              </a:rPr>
              <a:t>Address:</a:t>
            </a:r>
            <a:r>
              <a:rPr lang="en-US" altLang="en-US" sz="2400"/>
              <a:t>  không làm gì (chỉ là một tùy chọn)</a:t>
            </a:r>
          </a:p>
          <a:p>
            <a:r>
              <a:rPr lang="en-US" altLang="en-US" sz="2400">
                <a:solidFill>
                  <a:srgbClr val="FF0000"/>
                </a:solidFill>
              </a:rPr>
              <a:t>Control:</a:t>
            </a:r>
            <a:r>
              <a:rPr lang="en-US" altLang="en-US" sz="2400"/>
              <a:t> không làm gì; có thể là các trường điều khiển trong tương lai</a:t>
            </a:r>
          </a:p>
          <a:p>
            <a:r>
              <a:rPr lang="en-US" altLang="en-US" sz="2400">
                <a:solidFill>
                  <a:srgbClr val="FF0000"/>
                </a:solidFill>
              </a:rPr>
              <a:t>Protocol:</a:t>
            </a:r>
            <a:r>
              <a:rPr lang="en-US" altLang="en-US" sz="2400"/>
              <a:t> chỉ giao thức ở tầng trên (mạng) mà khung sẽ được phân phát (vd: PPP-LCP, IP, IPCP, …) </a:t>
            </a:r>
          </a:p>
          <a:p>
            <a:r>
              <a:rPr lang="en-US" altLang="en-US" sz="2400">
                <a:solidFill>
                  <a:srgbClr val="FF0000"/>
                </a:solidFill>
              </a:rPr>
              <a:t>info:</a:t>
            </a:r>
            <a:r>
              <a:rPr lang="en-US" altLang="en-US" sz="2400"/>
              <a:t> dữ liệu được mang của tầng trên</a:t>
            </a:r>
          </a:p>
          <a:p>
            <a:r>
              <a:rPr lang="en-US" altLang="en-US" sz="2400">
                <a:solidFill>
                  <a:srgbClr val="FF0000"/>
                </a:solidFill>
              </a:rPr>
              <a:t>check:</a:t>
            </a:r>
            <a:r>
              <a:rPr lang="en-US" altLang="en-US" sz="2400"/>
              <a:t>  kiểm dư vòng để phát hiện lỗi</a:t>
            </a:r>
          </a:p>
        </p:txBody>
      </p:sp>
      <p:pic>
        <p:nvPicPr>
          <p:cNvPr id="252933" name="Picture 4" descr="5">
            <a:extLst>
              <a:ext uri="{FF2B5EF4-FFF2-40B4-BE49-F238E27FC236}">
                <a16:creationId xmlns:a16="http://schemas.microsoft.com/office/drawing/2014/main" id="{2BA298CA-3549-46C6-9CB9-94019FF03B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450" y="5035550"/>
            <a:ext cx="7210425"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Slide Number Placeholder 5">
            <a:extLst>
              <a:ext uri="{FF2B5EF4-FFF2-40B4-BE49-F238E27FC236}">
                <a16:creationId xmlns:a16="http://schemas.microsoft.com/office/drawing/2014/main" id="{E1296D50-B837-4E6A-80DA-440CAD9EE6A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5032AA38-4D53-411F-B0F6-AF09E241540D}" type="slidenum">
              <a:rPr lang="en-US" altLang="en-US" sz="1400" smtClean="0">
                <a:latin typeface="Times New Roman" panose="02020603050405020304" pitchFamily="18" charset="0"/>
              </a:rPr>
              <a:pPr>
                <a:spcBef>
                  <a:spcPct val="0"/>
                </a:spcBef>
                <a:buClrTx/>
                <a:buSzTx/>
                <a:buFontTx/>
                <a:buNone/>
              </a:pPr>
              <a:t>35</a:t>
            </a:fld>
            <a:endParaRPr lang="en-US" altLang="en-US" sz="1400">
              <a:latin typeface="Times New Roman" panose="02020603050405020304" pitchFamily="18" charset="0"/>
            </a:endParaRPr>
          </a:p>
        </p:txBody>
      </p:sp>
      <p:sp>
        <p:nvSpPr>
          <p:cNvPr id="254979" name="Rectangle 2">
            <a:extLst>
              <a:ext uri="{FF2B5EF4-FFF2-40B4-BE49-F238E27FC236}">
                <a16:creationId xmlns:a16="http://schemas.microsoft.com/office/drawing/2014/main" id="{B300D081-E1EF-4C31-957C-80AF9A286658}"/>
              </a:ext>
            </a:extLst>
          </p:cNvPr>
          <p:cNvSpPr>
            <a:spLocks noGrp="1" noChangeArrowheads="1"/>
          </p:cNvSpPr>
          <p:nvPr>
            <p:ph type="title"/>
          </p:nvPr>
        </p:nvSpPr>
        <p:spPr/>
        <p:txBody>
          <a:bodyPr/>
          <a:lstStyle/>
          <a:p>
            <a:r>
              <a:rPr lang="en-US" altLang="en-US"/>
              <a:t>Nhồi Byte</a:t>
            </a:r>
          </a:p>
        </p:txBody>
      </p:sp>
      <p:sp>
        <p:nvSpPr>
          <p:cNvPr id="254980" name="Rectangle 3">
            <a:extLst>
              <a:ext uri="{FF2B5EF4-FFF2-40B4-BE49-F238E27FC236}">
                <a16:creationId xmlns:a16="http://schemas.microsoft.com/office/drawing/2014/main" id="{ECB8B47D-C950-4BB9-9FD9-EE8B686C08CC}"/>
              </a:ext>
            </a:extLst>
          </p:cNvPr>
          <p:cNvSpPr>
            <a:spLocks noGrp="1" noChangeArrowheads="1"/>
          </p:cNvSpPr>
          <p:nvPr>
            <p:ph type="body" idx="1"/>
          </p:nvPr>
        </p:nvSpPr>
        <p:spPr>
          <a:xfrm>
            <a:off x="0" y="1243013"/>
            <a:ext cx="9144000" cy="4908550"/>
          </a:xfrm>
        </p:spPr>
        <p:txBody>
          <a:bodyPr/>
          <a:lstStyle/>
          <a:p>
            <a:r>
              <a:rPr lang="en-US" altLang="en-US"/>
              <a:t>Yêu cầu của </a:t>
            </a:r>
            <a:r>
              <a:rPr lang="en-US" altLang="en-US" sz="2400"/>
              <a:t>“sự trong suốt dữ liệu” : trong trường dữ liệu có thể chứa mẫu bit cờ &lt;01111110&gt;</a:t>
            </a:r>
          </a:p>
          <a:p>
            <a:pPr lvl="1"/>
            <a:r>
              <a:rPr lang="en-US" altLang="en-US" u="sng">
                <a:solidFill>
                  <a:srgbClr val="FF0000"/>
                </a:solidFill>
              </a:rPr>
              <a:t>Câu hỏi:</a:t>
            </a:r>
            <a:r>
              <a:rPr lang="en-US" altLang="en-US"/>
              <a:t> khi nhận được &lt;01111110&gt; thì đó là dữ liệu hay cờ?</a:t>
            </a:r>
            <a:br>
              <a:rPr lang="en-US" altLang="en-US"/>
            </a:br>
            <a:br>
              <a:rPr lang="en-US" altLang="en-US"/>
            </a:br>
            <a:endParaRPr lang="en-US" altLang="en-US"/>
          </a:p>
          <a:p>
            <a:r>
              <a:rPr lang="en-US" altLang="en-US" sz="2400">
                <a:solidFill>
                  <a:schemeClr val="accent2"/>
                </a:solidFill>
              </a:rPr>
              <a:t>Bên gửi:</a:t>
            </a:r>
            <a:r>
              <a:rPr lang="en-US" altLang="en-US" sz="2400"/>
              <a:t> “nhồi” thêm một byte &lt;01111110&gt; vào sau mỗi byte &lt;01111110&gt; </a:t>
            </a:r>
            <a:r>
              <a:rPr lang="en-US" altLang="en-US" sz="2400" i="1">
                <a:solidFill>
                  <a:srgbClr val="FF0000"/>
                </a:solidFill>
              </a:rPr>
              <a:t>dữ liệu</a:t>
            </a:r>
            <a:endParaRPr lang="en-US" altLang="en-US" sz="2400"/>
          </a:p>
          <a:p>
            <a:r>
              <a:rPr lang="en-US" altLang="en-US" sz="2400">
                <a:solidFill>
                  <a:schemeClr val="accent2"/>
                </a:solidFill>
              </a:rPr>
              <a:t>Bên nhận:</a:t>
            </a:r>
            <a:r>
              <a:rPr lang="en-US" altLang="en-US" sz="2400"/>
              <a:t> </a:t>
            </a:r>
          </a:p>
          <a:p>
            <a:pPr lvl="1"/>
            <a:r>
              <a:rPr lang="en-US" altLang="en-US"/>
              <a:t>nếu nhận được 2 bytes 01111110 liên tục thì bỏ đi byte đầu tiên và tiếp tục thu nhận dữ liệu</a:t>
            </a:r>
          </a:p>
          <a:p>
            <a:pPr lvl="1"/>
            <a:r>
              <a:rPr lang="en-US" altLang="en-US"/>
              <a:t>nếu nhận được một byte 01111110 đơn thì đó là cờ</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Slide Number Placeholder 5">
            <a:extLst>
              <a:ext uri="{FF2B5EF4-FFF2-40B4-BE49-F238E27FC236}">
                <a16:creationId xmlns:a16="http://schemas.microsoft.com/office/drawing/2014/main" id="{0809C3F7-337A-4C42-83B9-8C3BD777945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85800A0B-F256-4AAD-ADFD-232A46D5791B}" type="slidenum">
              <a:rPr lang="en-US" altLang="en-US" sz="1400" smtClean="0">
                <a:latin typeface="Times New Roman" panose="02020603050405020304" pitchFamily="18" charset="0"/>
              </a:rPr>
              <a:pPr>
                <a:spcBef>
                  <a:spcPct val="0"/>
                </a:spcBef>
                <a:buClrTx/>
                <a:buSzTx/>
                <a:buFontTx/>
                <a:buNone/>
              </a:pPr>
              <a:t>36</a:t>
            </a:fld>
            <a:endParaRPr lang="en-US" altLang="en-US" sz="1400">
              <a:latin typeface="Times New Roman" panose="02020603050405020304" pitchFamily="18" charset="0"/>
            </a:endParaRPr>
          </a:p>
        </p:txBody>
      </p:sp>
      <p:sp>
        <p:nvSpPr>
          <p:cNvPr id="256003" name="Rectangle 2">
            <a:extLst>
              <a:ext uri="{FF2B5EF4-FFF2-40B4-BE49-F238E27FC236}">
                <a16:creationId xmlns:a16="http://schemas.microsoft.com/office/drawing/2014/main" id="{15151BAF-763B-4CF5-A599-D07D6EF7A3E1}"/>
              </a:ext>
            </a:extLst>
          </p:cNvPr>
          <p:cNvSpPr>
            <a:spLocks noGrp="1" noChangeArrowheads="1"/>
          </p:cNvSpPr>
          <p:nvPr>
            <p:ph type="title"/>
          </p:nvPr>
        </p:nvSpPr>
        <p:spPr/>
        <p:txBody>
          <a:bodyPr/>
          <a:lstStyle/>
          <a:p>
            <a:r>
              <a:rPr lang="en-US" altLang="en-US"/>
              <a:t>Minh họa nhồi byte trong PPP</a:t>
            </a:r>
          </a:p>
        </p:txBody>
      </p:sp>
      <p:pic>
        <p:nvPicPr>
          <p:cNvPr id="256004" name="Picture 3" descr="5">
            <a:extLst>
              <a:ext uri="{FF2B5EF4-FFF2-40B4-BE49-F238E27FC236}">
                <a16:creationId xmlns:a16="http://schemas.microsoft.com/office/drawing/2014/main" id="{3A906CB2-11CB-45E9-A0B4-6731612AD1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488" y="1695450"/>
            <a:ext cx="5995987" cy="298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05" name="Text Box 4">
            <a:extLst>
              <a:ext uri="{FF2B5EF4-FFF2-40B4-BE49-F238E27FC236}">
                <a16:creationId xmlns:a16="http://schemas.microsoft.com/office/drawing/2014/main" id="{186D5523-C801-48F5-946E-1802333DF39F}"/>
              </a:ext>
            </a:extLst>
          </p:cNvPr>
          <p:cNvSpPr txBox="1">
            <a:spLocks noChangeArrowheads="1"/>
          </p:cNvSpPr>
          <p:nvPr/>
        </p:nvSpPr>
        <p:spPr bwMode="auto">
          <a:xfrm>
            <a:off x="0" y="1870075"/>
            <a:ext cx="1287463" cy="1190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Mẫu byte cờ trong dữ liệu để gửi</a:t>
            </a:r>
          </a:p>
        </p:txBody>
      </p:sp>
      <p:sp>
        <p:nvSpPr>
          <p:cNvPr id="256006" name="Line 5">
            <a:extLst>
              <a:ext uri="{FF2B5EF4-FFF2-40B4-BE49-F238E27FC236}">
                <a16:creationId xmlns:a16="http://schemas.microsoft.com/office/drawing/2014/main" id="{704A22CB-ADC9-4051-8ABB-D0313693AB78}"/>
              </a:ext>
            </a:extLst>
          </p:cNvPr>
          <p:cNvSpPr>
            <a:spLocks noChangeShapeType="1"/>
          </p:cNvSpPr>
          <p:nvPr/>
        </p:nvSpPr>
        <p:spPr bwMode="auto">
          <a:xfrm>
            <a:off x="1481138" y="2152650"/>
            <a:ext cx="917575" cy="2587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07" name="Text Box 6">
            <a:extLst>
              <a:ext uri="{FF2B5EF4-FFF2-40B4-BE49-F238E27FC236}">
                <a16:creationId xmlns:a16="http://schemas.microsoft.com/office/drawing/2014/main" id="{D3AA661C-E957-466F-8809-BF6B05CACA4E}"/>
              </a:ext>
            </a:extLst>
          </p:cNvPr>
          <p:cNvSpPr txBox="1">
            <a:spLocks noChangeArrowheads="1"/>
          </p:cNvSpPr>
          <p:nvPr/>
        </p:nvSpPr>
        <p:spPr bwMode="auto">
          <a:xfrm>
            <a:off x="4013200" y="5203825"/>
            <a:ext cx="2824163"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a:t>Mẫu byte cờ được nhồi thêm vào trong dữ liệu được truyền đi</a:t>
            </a:r>
          </a:p>
        </p:txBody>
      </p:sp>
      <p:sp>
        <p:nvSpPr>
          <p:cNvPr id="256008" name="Line 7">
            <a:extLst>
              <a:ext uri="{FF2B5EF4-FFF2-40B4-BE49-F238E27FC236}">
                <a16:creationId xmlns:a16="http://schemas.microsoft.com/office/drawing/2014/main" id="{80508C8F-2F2B-4ABF-BE5F-1F52063D5C10}"/>
              </a:ext>
            </a:extLst>
          </p:cNvPr>
          <p:cNvSpPr>
            <a:spLocks noChangeShapeType="1"/>
          </p:cNvSpPr>
          <p:nvPr/>
        </p:nvSpPr>
        <p:spPr bwMode="auto">
          <a:xfrm flipH="1" flipV="1">
            <a:off x="4021138" y="4833938"/>
            <a:ext cx="504825" cy="3635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09" name="Line 8">
            <a:extLst>
              <a:ext uri="{FF2B5EF4-FFF2-40B4-BE49-F238E27FC236}">
                <a16:creationId xmlns:a16="http://schemas.microsoft.com/office/drawing/2014/main" id="{6D937DBE-1AD3-4A62-BA60-4AE940450D2B}"/>
              </a:ext>
            </a:extLst>
          </p:cNvPr>
          <p:cNvSpPr>
            <a:spLocks noChangeShapeType="1"/>
          </p:cNvSpPr>
          <p:nvPr/>
        </p:nvSpPr>
        <p:spPr bwMode="auto">
          <a:xfrm flipV="1">
            <a:off x="5491163" y="4740275"/>
            <a:ext cx="423862" cy="5286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Slide Number Placeholder 5">
            <a:extLst>
              <a:ext uri="{FF2B5EF4-FFF2-40B4-BE49-F238E27FC236}">
                <a16:creationId xmlns:a16="http://schemas.microsoft.com/office/drawing/2014/main" id="{AB229EF7-D8FC-4437-BD06-8CC13B35319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SzPct val="85000"/>
              <a:buFont typeface="Wingdings" panose="05000000000000000000" pitchFamily="2" charset="2"/>
              <a:buChar char="q"/>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fld id="{030924D1-0590-4954-8BC4-6EB9DE045C26}" type="slidenum">
              <a:rPr lang="en-US" altLang="en-US" sz="1400" smtClean="0">
                <a:latin typeface="Times New Roman" panose="02020603050405020304" pitchFamily="18" charset="0"/>
              </a:rPr>
              <a:pPr>
                <a:spcBef>
                  <a:spcPct val="0"/>
                </a:spcBef>
                <a:buClrTx/>
                <a:buSzTx/>
                <a:buFontTx/>
                <a:buNone/>
              </a:pPr>
              <a:t>37</a:t>
            </a:fld>
            <a:endParaRPr lang="en-US" altLang="en-US" sz="1400">
              <a:latin typeface="Times New Roman" panose="02020603050405020304" pitchFamily="18" charset="0"/>
            </a:endParaRPr>
          </a:p>
        </p:txBody>
      </p:sp>
      <p:sp>
        <p:nvSpPr>
          <p:cNvPr id="258051" name="Rectangle 2">
            <a:extLst>
              <a:ext uri="{FF2B5EF4-FFF2-40B4-BE49-F238E27FC236}">
                <a16:creationId xmlns:a16="http://schemas.microsoft.com/office/drawing/2014/main" id="{C4282B95-89F2-4B3C-A9AE-FA0464B0CB8D}"/>
              </a:ext>
            </a:extLst>
          </p:cNvPr>
          <p:cNvSpPr>
            <a:spLocks noGrp="1" noChangeArrowheads="1"/>
          </p:cNvSpPr>
          <p:nvPr>
            <p:ph type="title"/>
          </p:nvPr>
        </p:nvSpPr>
        <p:spPr/>
        <p:txBody>
          <a:bodyPr/>
          <a:lstStyle/>
          <a:p>
            <a:r>
              <a:rPr lang="en-US" altLang="en-US"/>
              <a:t>Sự hoạt động của giao thức PPP</a:t>
            </a:r>
          </a:p>
        </p:txBody>
      </p:sp>
      <p:sp>
        <p:nvSpPr>
          <p:cNvPr id="258052" name="Rectangle 3">
            <a:extLst>
              <a:ext uri="{FF2B5EF4-FFF2-40B4-BE49-F238E27FC236}">
                <a16:creationId xmlns:a16="http://schemas.microsoft.com/office/drawing/2014/main" id="{89146020-1CB4-4033-9E8C-632415345452}"/>
              </a:ext>
            </a:extLst>
          </p:cNvPr>
          <p:cNvSpPr>
            <a:spLocks noGrp="1" noChangeArrowheads="1"/>
          </p:cNvSpPr>
          <p:nvPr>
            <p:ph type="body" idx="1"/>
          </p:nvPr>
        </p:nvSpPr>
        <p:spPr>
          <a:xfrm>
            <a:off x="0" y="1322388"/>
            <a:ext cx="5027613" cy="4908550"/>
          </a:xfrm>
        </p:spPr>
        <p:txBody>
          <a:bodyPr/>
          <a:lstStyle/>
          <a:p>
            <a:pPr>
              <a:buFont typeface="ZapfDingbats" pitchFamily="82" charset="2"/>
              <a:buNone/>
            </a:pPr>
            <a:r>
              <a:rPr lang="en-US" altLang="en-US" sz="2400"/>
              <a:t>Trước khi trao đổi dữ liệu tầng mạng, các thực thể LKDL ngang hàng phải thực hiện</a:t>
            </a:r>
          </a:p>
          <a:p>
            <a:r>
              <a:rPr lang="en-US" altLang="en-US" sz="2400">
                <a:solidFill>
                  <a:srgbClr val="FF0000"/>
                </a:solidFill>
              </a:rPr>
              <a:t>cấu hình cho kết nối PPP</a:t>
            </a:r>
            <a:r>
              <a:rPr lang="en-US" altLang="en-US" sz="2400"/>
              <a:t> (độ dài khung tối đa, xác thực)</a:t>
            </a:r>
          </a:p>
          <a:p>
            <a:r>
              <a:rPr lang="en-US" altLang="en-US" sz="2400">
                <a:solidFill>
                  <a:srgbClr val="FF0000"/>
                </a:solidFill>
              </a:rPr>
              <a:t>học/cấu hình thông tin tầng mạng</a:t>
            </a:r>
            <a:endParaRPr lang="en-US" altLang="en-US" sz="2400"/>
          </a:p>
          <a:p>
            <a:pPr lvl="1"/>
            <a:r>
              <a:rPr lang="en-US" altLang="en-US"/>
              <a:t>đối với IP: mang các thông điệp IP Control Protocol (IPCP) (có giá trị trường protocol là 8021) để cấu hình/học địa chỉ IP</a:t>
            </a:r>
          </a:p>
        </p:txBody>
      </p:sp>
      <p:pic>
        <p:nvPicPr>
          <p:cNvPr id="258053" name="Picture 4" descr="5">
            <a:extLst>
              <a:ext uri="{FF2B5EF4-FFF2-40B4-BE49-F238E27FC236}">
                <a16:creationId xmlns:a16="http://schemas.microsoft.com/office/drawing/2014/main" id="{DE06413A-1EB4-4F50-B127-99590699A7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3325" y="2190750"/>
            <a:ext cx="3954463"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4422</TotalTime>
  <Words>7874</Words>
  <Application>Microsoft Office PowerPoint</Application>
  <PresentationFormat>On-screen Show (4:3)</PresentationFormat>
  <Paragraphs>489</Paragraphs>
  <Slides>37</Slides>
  <Notes>19</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37</vt:i4>
      </vt:variant>
    </vt:vector>
  </HeadingPairs>
  <TitlesOfParts>
    <vt:vector size="45" baseType="lpstr">
      <vt:lpstr>ZapfDingbats</vt:lpstr>
      <vt:lpstr>Comic Sans MS</vt:lpstr>
      <vt:lpstr>Courier New</vt:lpstr>
      <vt:lpstr>Times New Roman</vt:lpstr>
      <vt:lpstr>Wingdings</vt:lpstr>
      <vt:lpstr>Default Design</vt:lpstr>
      <vt:lpstr>Clip</vt:lpstr>
      <vt:lpstr>Image</vt:lpstr>
      <vt:lpstr>Chương 4: Tầng liên kết dữ liệu</vt:lpstr>
      <vt:lpstr>Giới thiệu</vt:lpstr>
      <vt:lpstr>Tầng LKDL: ngữ cảnh</vt:lpstr>
      <vt:lpstr>Các dịch vụ của tầng LKDL</vt:lpstr>
      <vt:lpstr>Các dịch vụ của tầng LKDL (tiếp theo)</vt:lpstr>
      <vt:lpstr>Kết nối Host – Mạch giao tiếp mạng</vt:lpstr>
      <vt:lpstr>Truyền thông giữa các bộ thích ứng mạng</vt:lpstr>
      <vt:lpstr>Định khung và đồng bộ hóa</vt:lpstr>
      <vt:lpstr>Các phương pháp định khung</vt:lpstr>
      <vt:lpstr>Các phương pháp định khung (tiếp theo)</vt:lpstr>
      <vt:lpstr>Xử lý lỗi</vt:lpstr>
      <vt:lpstr>Sự phát hiện lỗi</vt:lpstr>
      <vt:lpstr>Kiểm tra tính chẵn lẻ (Parity Checking)</vt:lpstr>
      <vt:lpstr>Các kỹ thuật phát hiện lỗi khác</vt:lpstr>
      <vt:lpstr>Internet checksum (RFC 1071)</vt:lpstr>
      <vt:lpstr>Kiểm dư vòng – Cyclic Redundancy Check</vt:lpstr>
      <vt:lpstr>Ví dụ về CRC</vt:lpstr>
      <vt:lpstr>Tóm tắt về sự phát hiện lỗi</vt:lpstr>
      <vt:lpstr>Giao thức và liên kết đa truy cập</vt:lpstr>
      <vt:lpstr>Giao thức đa truy cập</vt:lpstr>
      <vt:lpstr>Giao thức đa truy cập lý tưởng</vt:lpstr>
      <vt:lpstr>Một sự phân loại việc kiểm soát truy cập phương tiện truyền</vt:lpstr>
      <vt:lpstr>Các giao thức truy cập ngẫu nhiên</vt:lpstr>
      <vt:lpstr>CSMA – Đa truy cập cảm nhận sóng mang</vt:lpstr>
      <vt:lpstr>Xung đột trong CSMA</vt:lpstr>
      <vt:lpstr>Đa truy cập cảm nhận sóng mang có dò xung đột (CSMA/CD)</vt:lpstr>
      <vt:lpstr>Minh họa phát hiện xung đột CSMA/CD</vt:lpstr>
      <vt:lpstr>Các giao thức MAC “luân phiên”</vt:lpstr>
      <vt:lpstr>Các giao thức MAC “luân phiên” (tiếp theo)</vt:lpstr>
      <vt:lpstr> Tóm tắt về các giao thức điều khiển truy cập phương tiện truyền chia sẻ</vt:lpstr>
      <vt:lpstr>Điều khiển liên kết dữ liệu điểm – điểm</vt:lpstr>
      <vt:lpstr>Các yêu cầu thiết kế của PPP [RFC 1557]</vt:lpstr>
      <vt:lpstr>Những điều không yêu cầu đối với PPP</vt:lpstr>
      <vt:lpstr>Cấu trúc khung PPP</vt:lpstr>
      <vt:lpstr>Nhồi Byte</vt:lpstr>
      <vt:lpstr>Minh họa nhồi byte trong PPP</vt:lpstr>
      <vt:lpstr>Sự hoạt động của giao thức PPP</vt:lpstr>
    </vt:vector>
  </TitlesOfParts>
  <Company>Nha Trang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Pham Van Nam</dc:creator>
  <cp:lastModifiedBy>VAN NAM PHAM</cp:lastModifiedBy>
  <cp:revision>292</cp:revision>
  <cp:lastPrinted>2015-03-11T01:43:09Z</cp:lastPrinted>
  <dcterms:created xsi:type="dcterms:W3CDTF">1999-10-08T19:08:27Z</dcterms:created>
  <dcterms:modified xsi:type="dcterms:W3CDTF">2023-12-27T10:49:07Z</dcterms:modified>
</cp:coreProperties>
</file>